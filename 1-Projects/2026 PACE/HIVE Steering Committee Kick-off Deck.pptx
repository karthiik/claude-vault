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4"/>
  </p:sldMasterIdLst>
  <p:notesMasterIdLst>
    <p:notesMasterId r:id="rId27"/>
  </p:notesMasterIdLst>
  <p:sldIdLst>
    <p:sldId id="265" r:id="rId5"/>
    <p:sldId id="2147483423" r:id="rId6"/>
    <p:sldId id="2147483453" r:id="rId7"/>
    <p:sldId id="2147482786" r:id="rId8"/>
    <p:sldId id="2147483435" r:id="rId9"/>
    <p:sldId id="2147472775" r:id="rId10"/>
    <p:sldId id="2147483455" r:id="rId11"/>
    <p:sldId id="2147483456" r:id="rId12"/>
    <p:sldId id="2128751913" r:id="rId13"/>
    <p:sldId id="2147483451" r:id="rId14"/>
    <p:sldId id="2147483449" r:id="rId15"/>
    <p:sldId id="2147483443" r:id="rId16"/>
    <p:sldId id="2147483436" r:id="rId17"/>
    <p:sldId id="2147483454" r:id="rId18"/>
    <p:sldId id="268" r:id="rId19"/>
    <p:sldId id="2147480738" r:id="rId20"/>
    <p:sldId id="2147483442" r:id="rId21"/>
    <p:sldId id="2147483434" r:id="rId22"/>
    <p:sldId id="2147483427" r:id="rId23"/>
    <p:sldId id="2147483432" r:id="rId24"/>
    <p:sldId id="2147483428" r:id="rId25"/>
    <p:sldId id="214748343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8A33"/>
    <a:srgbClr val="FF0000"/>
    <a:srgbClr val="D5640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BB11B1-7699-431B-BE45-0CD2475230CA}" v="149" dt="2025-12-16T20:57:34.543"/>
    <p1510:client id="{A18C39B7-C978-4EA2-A81B-7FEAA301DCE2}" v="4285" dt="2025-12-16T22:49:02.795"/>
    <p1510:client id="{CD02BF82-EC4E-705B-FFEE-8615D43D9031}" v="259" dt="2025-12-16T20:43:29.7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2" d="100"/>
          <a:sy n="112" d="100"/>
        </p:scale>
        <p:origin x="516" y="32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w, Jamie" userId="00390fb5-1e04-4e00-b507-9726d84a3e8e" providerId="ADAL" clId="{11DF2460-E7F0-4566-B0B9-1F69604DBAEE}"/>
    <pc:docChg chg="custSel delSld modSld sldOrd">
      <pc:chgData name="Shaw, Jamie" userId="00390fb5-1e04-4e00-b507-9726d84a3e8e" providerId="ADAL" clId="{11DF2460-E7F0-4566-B0B9-1F69604DBAEE}" dt="2025-12-16T20:57:34.543" v="164" actId="20577"/>
      <pc:docMkLst>
        <pc:docMk/>
      </pc:docMkLst>
      <pc:sldChg chg="ord">
        <pc:chgData name="Shaw, Jamie" userId="00390fb5-1e04-4e00-b507-9726d84a3e8e" providerId="ADAL" clId="{11DF2460-E7F0-4566-B0B9-1F69604DBAEE}" dt="2025-12-12T17:43:14.099" v="15"/>
        <pc:sldMkLst>
          <pc:docMk/>
          <pc:sldMk cId="2749586656" sldId="2128751913"/>
        </pc:sldMkLst>
      </pc:sldChg>
      <pc:sldChg chg="addSp delSp modSp mod">
        <pc:chgData name="Shaw, Jamie" userId="00390fb5-1e04-4e00-b507-9726d84a3e8e" providerId="ADAL" clId="{11DF2460-E7F0-4566-B0B9-1F69604DBAEE}" dt="2025-12-16T20:57:34.543" v="164" actId="20577"/>
        <pc:sldMkLst>
          <pc:docMk/>
          <pc:sldMk cId="3266309756" sldId="2147472775"/>
        </pc:sldMkLst>
        <pc:spChg chg="add mod">
          <ac:chgData name="Shaw, Jamie" userId="00390fb5-1e04-4e00-b507-9726d84a3e8e" providerId="ADAL" clId="{11DF2460-E7F0-4566-B0B9-1F69604DBAEE}" dt="2025-12-16T20:55:18.152" v="139" actId="20577"/>
          <ac:spMkLst>
            <pc:docMk/>
            <pc:sldMk cId="3266309756" sldId="2147472775"/>
            <ac:spMk id="4" creationId="{52614848-FD56-A499-9D0E-6C3CF5D6BA87}"/>
          </ac:spMkLst>
        </pc:spChg>
        <pc:spChg chg="mod">
          <ac:chgData name="Shaw, Jamie" userId="00390fb5-1e04-4e00-b507-9726d84a3e8e" providerId="ADAL" clId="{11DF2460-E7F0-4566-B0B9-1F69604DBAEE}" dt="2025-12-16T20:55:04.480" v="127" actId="207"/>
          <ac:spMkLst>
            <pc:docMk/>
            <pc:sldMk cId="3266309756" sldId="2147472775"/>
            <ac:spMk id="8" creationId="{7A7D2AA5-52AD-31E9-5FAC-94A1BB76DD44}"/>
          </ac:spMkLst>
        </pc:spChg>
        <pc:spChg chg="del">
          <ac:chgData name="Shaw, Jamie" userId="00390fb5-1e04-4e00-b507-9726d84a3e8e" providerId="ADAL" clId="{11DF2460-E7F0-4566-B0B9-1F69604DBAEE}" dt="2025-12-16T20:51:08.782" v="33" actId="478"/>
          <ac:spMkLst>
            <pc:docMk/>
            <pc:sldMk cId="3266309756" sldId="2147472775"/>
            <ac:spMk id="139" creationId="{405CDF28-569A-4DE2-A0EA-1ADFDF445D45}"/>
          </ac:spMkLst>
        </pc:spChg>
        <pc:spChg chg="mod">
          <ac:chgData name="Shaw, Jamie" userId="00390fb5-1e04-4e00-b507-9726d84a3e8e" providerId="ADAL" clId="{11DF2460-E7F0-4566-B0B9-1F69604DBAEE}" dt="2025-12-16T20:51:32.323" v="36" actId="1076"/>
          <ac:spMkLst>
            <pc:docMk/>
            <pc:sldMk cId="3266309756" sldId="2147472775"/>
            <ac:spMk id="141" creationId="{7BDE5CDB-3821-40C2-B9ED-835B140B1F73}"/>
          </ac:spMkLst>
        </pc:spChg>
        <pc:spChg chg="mod">
          <ac:chgData name="Shaw, Jamie" userId="00390fb5-1e04-4e00-b507-9726d84a3e8e" providerId="ADAL" clId="{11DF2460-E7F0-4566-B0B9-1F69604DBAEE}" dt="2025-12-16T20:53:17.554" v="68" actId="1037"/>
          <ac:spMkLst>
            <pc:docMk/>
            <pc:sldMk cId="3266309756" sldId="2147472775"/>
            <ac:spMk id="200" creationId="{5C4A91F5-BB05-4C18-89EB-A377D3AC1EFE}"/>
          </ac:spMkLst>
        </pc:spChg>
        <pc:spChg chg="mod">
          <ac:chgData name="Shaw, Jamie" userId="00390fb5-1e04-4e00-b507-9726d84a3e8e" providerId="ADAL" clId="{11DF2460-E7F0-4566-B0B9-1F69604DBAEE}" dt="2025-12-16T20:56:56.732" v="152" actId="20577"/>
          <ac:spMkLst>
            <pc:docMk/>
            <pc:sldMk cId="3266309756" sldId="2147472775"/>
            <ac:spMk id="206" creationId="{3FE26253-94AD-4600-B506-EF377C44FF3A}"/>
          </ac:spMkLst>
        </pc:spChg>
        <pc:spChg chg="mod">
          <ac:chgData name="Shaw, Jamie" userId="00390fb5-1e04-4e00-b507-9726d84a3e8e" providerId="ADAL" clId="{11DF2460-E7F0-4566-B0B9-1F69604DBAEE}" dt="2025-12-16T20:57:34.543" v="164" actId="20577"/>
          <ac:spMkLst>
            <pc:docMk/>
            <pc:sldMk cId="3266309756" sldId="2147472775"/>
            <ac:spMk id="236" creationId="{E30D4F0F-941D-4F1A-91AD-B1AB57CDACCD}"/>
          </ac:spMkLst>
        </pc:spChg>
        <pc:spChg chg="mod">
          <ac:chgData name="Shaw, Jamie" userId="00390fb5-1e04-4e00-b507-9726d84a3e8e" providerId="ADAL" clId="{11DF2460-E7F0-4566-B0B9-1F69604DBAEE}" dt="2025-12-16T20:54:14.730" v="91" actId="20577"/>
          <ac:spMkLst>
            <pc:docMk/>
            <pc:sldMk cId="3266309756" sldId="2147472775"/>
            <ac:spMk id="453" creationId="{1481CA31-8F54-4545-B6A6-40D41AF4ED31}"/>
          </ac:spMkLst>
        </pc:spChg>
        <pc:grpChg chg="mod">
          <ac:chgData name="Shaw, Jamie" userId="00390fb5-1e04-4e00-b507-9726d84a3e8e" providerId="ADAL" clId="{11DF2460-E7F0-4566-B0B9-1F69604DBAEE}" dt="2025-12-16T20:52:28.065" v="45" actId="1035"/>
          <ac:grpSpMkLst>
            <pc:docMk/>
            <pc:sldMk cId="3266309756" sldId="2147472775"/>
            <ac:grpSpMk id="145" creationId="{005B431A-EC3D-4359-ABC0-34E839A24F57}"/>
          </ac:grpSpMkLst>
        </pc:grpChg>
        <pc:grpChg chg="del">
          <ac:chgData name="Shaw, Jamie" userId="00390fb5-1e04-4e00-b507-9726d84a3e8e" providerId="ADAL" clId="{11DF2460-E7F0-4566-B0B9-1F69604DBAEE}" dt="2025-12-16T20:51:44.247" v="38" actId="478"/>
          <ac:grpSpMkLst>
            <pc:docMk/>
            <pc:sldMk cId="3266309756" sldId="2147472775"/>
            <ac:grpSpMk id="149" creationId="{E8912BA6-A2F9-4FD9-B92E-424159817B33}"/>
          </ac:grpSpMkLst>
        </pc:grpChg>
        <pc:grpChg chg="mod">
          <ac:chgData name="Shaw, Jamie" userId="00390fb5-1e04-4e00-b507-9726d84a3e8e" providerId="ADAL" clId="{11DF2460-E7F0-4566-B0B9-1F69604DBAEE}" dt="2025-12-16T20:51:19.550" v="34" actId="1076"/>
          <ac:grpSpMkLst>
            <pc:docMk/>
            <pc:sldMk cId="3266309756" sldId="2147472775"/>
            <ac:grpSpMk id="153" creationId="{325B5BDE-BA4B-4ED6-B628-B41CB8721C8F}"/>
          </ac:grpSpMkLst>
        </pc:grpChg>
        <pc:grpChg chg="mod">
          <ac:chgData name="Shaw, Jamie" userId="00390fb5-1e04-4e00-b507-9726d84a3e8e" providerId="ADAL" clId="{11DF2460-E7F0-4566-B0B9-1F69604DBAEE}" dt="2025-12-16T20:52:03.873" v="43" actId="1076"/>
          <ac:grpSpMkLst>
            <pc:docMk/>
            <pc:sldMk cId="3266309756" sldId="2147472775"/>
            <ac:grpSpMk id="157" creationId="{BD539DBB-C865-4AAC-B03C-CE518E165AB2}"/>
          </ac:grpSpMkLst>
        </pc:grpChg>
        <pc:grpChg chg="del">
          <ac:chgData name="Shaw, Jamie" userId="00390fb5-1e04-4e00-b507-9726d84a3e8e" providerId="ADAL" clId="{11DF2460-E7F0-4566-B0B9-1F69604DBAEE}" dt="2025-12-16T20:53:28.350" v="69" actId="478"/>
          <ac:grpSpMkLst>
            <pc:docMk/>
            <pc:sldMk cId="3266309756" sldId="2147472775"/>
            <ac:grpSpMk id="169" creationId="{18DB032A-197D-457A-ACBB-B78306DDACBD}"/>
          </ac:grpSpMkLst>
        </pc:grpChg>
        <pc:grpChg chg="mod">
          <ac:chgData name="Shaw, Jamie" userId="00390fb5-1e04-4e00-b507-9726d84a3e8e" providerId="ADAL" clId="{11DF2460-E7F0-4566-B0B9-1F69604DBAEE}" dt="2025-12-16T20:52:07.482" v="44" actId="1076"/>
          <ac:grpSpMkLst>
            <pc:docMk/>
            <pc:sldMk cId="3266309756" sldId="2147472775"/>
            <ac:grpSpMk id="196" creationId="{20330FA5-0D92-4C28-989D-C5A2B88939CA}"/>
          </ac:grpSpMkLst>
        </pc:grpChg>
        <pc:grpChg chg="mod">
          <ac:chgData name="Shaw, Jamie" userId="00390fb5-1e04-4e00-b507-9726d84a3e8e" providerId="ADAL" clId="{11DF2460-E7F0-4566-B0B9-1F69604DBAEE}" dt="2025-12-16T20:52:42.945" v="50" actId="1038"/>
          <ac:grpSpMkLst>
            <pc:docMk/>
            <pc:sldMk cId="3266309756" sldId="2147472775"/>
            <ac:grpSpMk id="274" creationId="{4885D8F7-3229-4361-BA33-98179853CB15}"/>
          </ac:grpSpMkLst>
        </pc:grpChg>
        <pc:picChg chg="add mod">
          <ac:chgData name="Shaw, Jamie" userId="00390fb5-1e04-4e00-b507-9726d84a3e8e" providerId="ADAL" clId="{11DF2460-E7F0-4566-B0B9-1F69604DBAEE}" dt="2025-12-16T20:55:28.916" v="141" actId="1076"/>
          <ac:picMkLst>
            <pc:docMk/>
            <pc:sldMk cId="3266309756" sldId="2147472775"/>
            <ac:picMk id="10" creationId="{34030A0C-4A15-9B82-6154-1659E6B3964B}"/>
          </ac:picMkLst>
        </pc:picChg>
        <pc:picChg chg="del">
          <ac:chgData name="Shaw, Jamie" userId="00390fb5-1e04-4e00-b507-9726d84a3e8e" providerId="ADAL" clId="{11DF2460-E7F0-4566-B0B9-1F69604DBAEE}" dt="2025-12-16T20:51:24.247" v="35" actId="478"/>
          <ac:picMkLst>
            <pc:docMk/>
            <pc:sldMk cId="3266309756" sldId="2147472775"/>
            <ac:picMk id="140" creationId="{E9719DD9-BF60-4C4B-9C87-94CCA7C0DAF3}"/>
          </ac:picMkLst>
        </pc:picChg>
        <pc:picChg chg="mod">
          <ac:chgData name="Shaw, Jamie" userId="00390fb5-1e04-4e00-b507-9726d84a3e8e" providerId="ADAL" clId="{11DF2460-E7F0-4566-B0B9-1F69604DBAEE}" dt="2025-12-16T20:51:40.752" v="37" actId="1076"/>
          <ac:picMkLst>
            <pc:docMk/>
            <pc:sldMk cId="3266309756" sldId="2147472775"/>
            <ac:picMk id="142" creationId="{B61201C0-0238-4BBB-BA04-66518771125D}"/>
          </ac:picMkLst>
        </pc:picChg>
        <pc:picChg chg="mod">
          <ac:chgData name="Shaw, Jamie" userId="00390fb5-1e04-4e00-b507-9726d84a3e8e" providerId="ADAL" clId="{11DF2460-E7F0-4566-B0B9-1F69604DBAEE}" dt="2025-12-16T20:52:55.995" v="51" actId="207"/>
          <ac:picMkLst>
            <pc:docMk/>
            <pc:sldMk cId="3266309756" sldId="2147472775"/>
            <ac:picMk id="201" creationId="{D48B1F1E-0B69-4EB5-B6DD-53A17E9D9102}"/>
          </ac:picMkLst>
        </pc:picChg>
      </pc:sldChg>
      <pc:sldChg chg="ord">
        <pc:chgData name="Shaw, Jamie" userId="00390fb5-1e04-4e00-b507-9726d84a3e8e" providerId="ADAL" clId="{11DF2460-E7F0-4566-B0B9-1F69604DBAEE}" dt="2025-12-12T17:42:08.176" v="13"/>
        <pc:sldMkLst>
          <pc:docMk/>
          <pc:sldMk cId="644913055" sldId="2147480738"/>
        </pc:sldMkLst>
      </pc:sldChg>
      <pc:sldChg chg="ord">
        <pc:chgData name="Shaw, Jamie" userId="00390fb5-1e04-4e00-b507-9726d84a3e8e" providerId="ADAL" clId="{11DF2460-E7F0-4566-B0B9-1F69604DBAEE}" dt="2025-12-12T17:40:25.350" v="9"/>
        <pc:sldMkLst>
          <pc:docMk/>
          <pc:sldMk cId="2707040459" sldId="2147483427"/>
        </pc:sldMkLst>
      </pc:sldChg>
      <pc:sldChg chg="ord">
        <pc:chgData name="Shaw, Jamie" userId="00390fb5-1e04-4e00-b507-9726d84a3e8e" providerId="ADAL" clId="{11DF2460-E7F0-4566-B0B9-1F69604DBAEE}" dt="2025-12-12T17:40:25.350" v="9"/>
        <pc:sldMkLst>
          <pc:docMk/>
          <pc:sldMk cId="534830952" sldId="2147483428"/>
        </pc:sldMkLst>
      </pc:sldChg>
      <pc:sldChg chg="ord">
        <pc:chgData name="Shaw, Jamie" userId="00390fb5-1e04-4e00-b507-9726d84a3e8e" providerId="ADAL" clId="{11DF2460-E7F0-4566-B0B9-1F69604DBAEE}" dt="2025-12-12T17:40:25.350" v="9"/>
        <pc:sldMkLst>
          <pc:docMk/>
          <pc:sldMk cId="3278384619" sldId="2147483432"/>
        </pc:sldMkLst>
      </pc:sldChg>
      <pc:sldChg chg="ord">
        <pc:chgData name="Shaw, Jamie" userId="00390fb5-1e04-4e00-b507-9726d84a3e8e" providerId="ADAL" clId="{11DF2460-E7F0-4566-B0B9-1F69604DBAEE}" dt="2025-12-12T17:40:25.350" v="9"/>
        <pc:sldMkLst>
          <pc:docMk/>
          <pc:sldMk cId="1569334758" sldId="2147483433"/>
        </pc:sldMkLst>
      </pc:sldChg>
      <pc:sldChg chg="ord">
        <pc:chgData name="Shaw, Jamie" userId="00390fb5-1e04-4e00-b507-9726d84a3e8e" providerId="ADAL" clId="{11DF2460-E7F0-4566-B0B9-1F69604DBAEE}" dt="2025-12-12T17:40:25.350" v="9"/>
        <pc:sldMkLst>
          <pc:docMk/>
          <pc:sldMk cId="3253041135" sldId="2147483434"/>
        </pc:sldMkLst>
      </pc:sldChg>
      <pc:sldChg chg="ord">
        <pc:chgData name="Shaw, Jamie" userId="00390fb5-1e04-4e00-b507-9726d84a3e8e" providerId="ADAL" clId="{11DF2460-E7F0-4566-B0B9-1F69604DBAEE}" dt="2025-12-12T17:40:25.350" v="9"/>
        <pc:sldMkLst>
          <pc:docMk/>
          <pc:sldMk cId="1188224664" sldId="2147483442"/>
        </pc:sldMkLst>
      </pc:sldChg>
      <pc:sldChg chg="addSp delSp modSp mod">
        <pc:chgData name="Shaw, Jamie" userId="00390fb5-1e04-4e00-b507-9726d84a3e8e" providerId="ADAL" clId="{11DF2460-E7F0-4566-B0B9-1F69604DBAEE}" dt="2025-12-16T20:44:33.616" v="22" actId="1076"/>
        <pc:sldMkLst>
          <pc:docMk/>
          <pc:sldMk cId="366215939" sldId="2147483455"/>
        </pc:sldMkLst>
        <pc:graphicFrameChg chg="del modGraphic">
          <ac:chgData name="Shaw, Jamie" userId="00390fb5-1e04-4e00-b507-9726d84a3e8e" providerId="ADAL" clId="{11DF2460-E7F0-4566-B0B9-1F69604DBAEE}" dt="2025-12-16T20:44:13.639" v="17" actId="478"/>
          <ac:graphicFrameMkLst>
            <pc:docMk/>
            <pc:sldMk cId="366215939" sldId="2147483455"/>
            <ac:graphicFrameMk id="6" creationId="{B60A785E-5F54-A064-D439-F055B5891297}"/>
          </ac:graphicFrameMkLst>
        </pc:graphicFrameChg>
        <pc:picChg chg="add mod">
          <ac:chgData name="Shaw, Jamie" userId="00390fb5-1e04-4e00-b507-9726d84a3e8e" providerId="ADAL" clId="{11DF2460-E7F0-4566-B0B9-1F69604DBAEE}" dt="2025-12-16T20:44:33.616" v="22" actId="1076"/>
          <ac:picMkLst>
            <pc:docMk/>
            <pc:sldMk cId="366215939" sldId="2147483455"/>
            <ac:picMk id="5" creationId="{C0D5949E-6BA4-F6D5-3A61-6CE906DB46E0}"/>
          </ac:picMkLst>
        </pc:picChg>
      </pc:sldChg>
      <pc:sldMasterChg chg="delSldLayout">
        <pc:chgData name="Shaw, Jamie" userId="00390fb5-1e04-4e00-b507-9726d84a3e8e" providerId="ADAL" clId="{11DF2460-E7F0-4566-B0B9-1F69604DBAEE}" dt="2025-12-12T17:41:34.410" v="11" actId="47"/>
        <pc:sldMasterMkLst>
          <pc:docMk/>
          <pc:sldMasterMk cId="2531722589" sldId="2147483661"/>
        </pc:sldMasterMkLst>
      </pc:sldMasterChg>
    </pc:docChg>
  </pc:docChgLst>
  <pc:docChgLst>
    <pc:chgData name="Beatty, Kristen" userId="S::kbeatty@lockton.com::896c3bcf-09bf-41ef-8ce2-df67304f8544" providerId="AD" clId="Web-{54098599-0749-49CB-8FC8-60CCB472C48E}"/>
    <pc:docChg chg="modSld">
      <pc:chgData name="Beatty, Kristen" userId="S::kbeatty@lockton.com::896c3bcf-09bf-41ef-8ce2-df67304f8544" providerId="AD" clId="Web-{54098599-0749-49CB-8FC8-60CCB472C48E}" dt="2025-12-11T22:21:08.017" v="58" actId="20577"/>
      <pc:docMkLst>
        <pc:docMk/>
      </pc:docMkLst>
      <pc:sldChg chg="modSp">
        <pc:chgData name="Beatty, Kristen" userId="S::kbeatty@lockton.com::896c3bcf-09bf-41ef-8ce2-df67304f8544" providerId="AD" clId="Web-{54098599-0749-49CB-8FC8-60CCB472C48E}" dt="2025-12-11T22:19:00.875" v="17" actId="20577"/>
        <pc:sldMkLst>
          <pc:docMk/>
          <pc:sldMk cId="770516629" sldId="265"/>
        </pc:sldMkLst>
        <pc:spChg chg="mod">
          <ac:chgData name="Beatty, Kristen" userId="S::kbeatty@lockton.com::896c3bcf-09bf-41ef-8ce2-df67304f8544" providerId="AD" clId="Web-{54098599-0749-49CB-8FC8-60CCB472C48E}" dt="2025-12-11T22:00:23.663" v="5" actId="20577"/>
          <ac:spMkLst>
            <pc:docMk/>
            <pc:sldMk cId="770516629" sldId="265"/>
            <ac:spMk id="2" creationId="{71D23AB3-9FDD-4DAC-B568-C32875F2BC4A}"/>
          </ac:spMkLst>
        </pc:spChg>
        <pc:spChg chg="mod">
          <ac:chgData name="Beatty, Kristen" userId="S::kbeatty@lockton.com::896c3bcf-09bf-41ef-8ce2-df67304f8544" providerId="AD" clId="Web-{54098599-0749-49CB-8FC8-60CCB472C48E}" dt="2025-12-11T22:19:00.875" v="17" actId="20577"/>
          <ac:spMkLst>
            <pc:docMk/>
            <pc:sldMk cId="770516629" sldId="265"/>
            <ac:spMk id="7" creationId="{9A8B5BC7-9BAF-4D80-857A-87CB70928977}"/>
          </ac:spMkLst>
        </pc:spChg>
      </pc:sldChg>
      <pc:sldChg chg="modSp">
        <pc:chgData name="Beatty, Kristen" userId="S::kbeatty@lockton.com::896c3bcf-09bf-41ef-8ce2-df67304f8544" providerId="AD" clId="Web-{54098599-0749-49CB-8FC8-60CCB472C48E}" dt="2025-12-11T22:21:08.017" v="58" actId="20577"/>
        <pc:sldMkLst>
          <pc:docMk/>
          <pc:sldMk cId="493434620" sldId="2147483423"/>
        </pc:sldMkLst>
        <pc:spChg chg="mod">
          <ac:chgData name="Beatty, Kristen" userId="S::kbeatty@lockton.com::896c3bcf-09bf-41ef-8ce2-df67304f8544" providerId="AD" clId="Web-{54098599-0749-49CB-8FC8-60CCB472C48E}" dt="2025-12-11T22:21:08.017" v="58" actId="20577"/>
          <ac:spMkLst>
            <pc:docMk/>
            <pc:sldMk cId="493434620" sldId="2147483423"/>
            <ac:spMk id="12" creationId="{4C69EF92-EE96-D16B-7934-D047DD3955C7}"/>
          </ac:spMkLst>
        </pc:spChg>
      </pc:sldChg>
    </pc:docChg>
  </pc:docChgLst>
  <pc:docChgLst>
    <pc:chgData name="Beatty, Kristen" userId="896c3bcf-09bf-41ef-8ce2-df67304f8544" providerId="ADAL" clId="{BF170AC6-03AC-424A-9A60-9BB1FB99071F}"/>
    <pc:docChg chg="undo custSel addSld delSld modSld sldOrd">
      <pc:chgData name="Beatty, Kristen" userId="896c3bcf-09bf-41ef-8ce2-df67304f8544" providerId="ADAL" clId="{BF170AC6-03AC-424A-9A60-9BB1FB99071F}" dt="2025-12-16T22:57:48.978" v="20373" actId="20577"/>
      <pc:docMkLst>
        <pc:docMk/>
      </pc:docMkLst>
      <pc:sldChg chg="addSp delSp modSp add del mod ord">
        <pc:chgData name="Beatty, Kristen" userId="896c3bcf-09bf-41ef-8ce2-df67304f8544" providerId="ADAL" clId="{BF170AC6-03AC-424A-9A60-9BB1FB99071F}" dt="2025-12-16T20:03:51.205" v="17140" actId="47"/>
        <pc:sldMkLst>
          <pc:docMk/>
          <pc:sldMk cId="1306140403" sldId="397"/>
        </pc:sldMkLst>
        <pc:spChg chg="mod">
          <ac:chgData name="Beatty, Kristen" userId="896c3bcf-09bf-41ef-8ce2-df67304f8544" providerId="ADAL" clId="{BF170AC6-03AC-424A-9A60-9BB1FB99071F}" dt="2025-12-15T23:05:25.229" v="16351" actId="14100"/>
          <ac:spMkLst>
            <pc:docMk/>
            <pc:sldMk cId="1306140403" sldId="397"/>
            <ac:spMk id="5" creationId="{00000000-0008-0000-0200-00001C000000}"/>
          </ac:spMkLst>
        </pc:spChg>
        <pc:spChg chg="mod">
          <ac:chgData name="Beatty, Kristen" userId="896c3bcf-09bf-41ef-8ce2-df67304f8544" providerId="ADAL" clId="{BF170AC6-03AC-424A-9A60-9BB1FB99071F}" dt="2025-12-15T23:29:13.216" v="16516" actId="1035"/>
          <ac:spMkLst>
            <pc:docMk/>
            <pc:sldMk cId="1306140403" sldId="397"/>
            <ac:spMk id="20" creationId="{CF4A8750-71BE-365F-1D04-7E8C70BC3DBC}"/>
          </ac:spMkLst>
        </pc:spChg>
        <pc:spChg chg="mod">
          <ac:chgData name="Beatty, Kristen" userId="896c3bcf-09bf-41ef-8ce2-df67304f8544" providerId="ADAL" clId="{BF170AC6-03AC-424A-9A60-9BB1FB99071F}" dt="2025-12-15T23:28:05.273" v="16493" actId="1076"/>
          <ac:spMkLst>
            <pc:docMk/>
            <pc:sldMk cId="1306140403" sldId="397"/>
            <ac:spMk id="21" creationId="{3B2DC205-EE9C-1696-4AEB-7B776D104D46}"/>
          </ac:spMkLst>
        </pc:spChg>
        <pc:spChg chg="mod">
          <ac:chgData name="Beatty, Kristen" userId="896c3bcf-09bf-41ef-8ce2-df67304f8544" providerId="ADAL" clId="{BF170AC6-03AC-424A-9A60-9BB1FB99071F}" dt="2025-12-15T23:28:21.041" v="16502" actId="1038"/>
          <ac:spMkLst>
            <pc:docMk/>
            <pc:sldMk cId="1306140403" sldId="397"/>
            <ac:spMk id="22" creationId="{867850F4-9098-F69A-4FF5-3659B5DBD4BA}"/>
          </ac:spMkLst>
        </pc:spChg>
        <pc:spChg chg="mod">
          <ac:chgData name="Beatty, Kristen" userId="896c3bcf-09bf-41ef-8ce2-df67304f8544" providerId="ADAL" clId="{BF170AC6-03AC-424A-9A60-9BB1FB99071F}" dt="2025-12-15T23:29:31.088" v="16530" actId="1035"/>
          <ac:spMkLst>
            <pc:docMk/>
            <pc:sldMk cId="1306140403" sldId="397"/>
            <ac:spMk id="23" creationId="{AC02C0B1-CAED-1DB6-1D34-856197E83F7C}"/>
          </ac:spMkLst>
        </pc:spChg>
        <pc:spChg chg="mod">
          <ac:chgData name="Beatty, Kristen" userId="896c3bcf-09bf-41ef-8ce2-df67304f8544" providerId="ADAL" clId="{BF170AC6-03AC-424A-9A60-9BB1FB99071F}" dt="2025-12-15T22:45:06.229" v="15710" actId="1076"/>
          <ac:spMkLst>
            <pc:docMk/>
            <pc:sldMk cId="1306140403" sldId="397"/>
            <ac:spMk id="24" creationId="{00000000-0008-0000-0200-000025000000}"/>
          </ac:spMkLst>
        </pc:spChg>
        <pc:spChg chg="mod">
          <ac:chgData name="Beatty, Kristen" userId="896c3bcf-09bf-41ef-8ce2-df67304f8544" providerId="ADAL" clId="{BF170AC6-03AC-424A-9A60-9BB1FB99071F}" dt="2025-12-15T23:28:08.896" v="16496" actId="1038"/>
          <ac:spMkLst>
            <pc:docMk/>
            <pc:sldMk cId="1306140403" sldId="397"/>
            <ac:spMk id="30" creationId="{5BD7396F-AD95-19B6-4879-C9BC9F7C9E39}"/>
          </ac:spMkLst>
        </pc:spChg>
        <pc:spChg chg="mod">
          <ac:chgData name="Beatty, Kristen" userId="896c3bcf-09bf-41ef-8ce2-df67304f8544" providerId="ADAL" clId="{BF170AC6-03AC-424A-9A60-9BB1FB99071F}" dt="2025-12-15T23:29:24.216" v="16528" actId="1038"/>
          <ac:spMkLst>
            <pc:docMk/>
            <pc:sldMk cId="1306140403" sldId="397"/>
            <ac:spMk id="31" creationId="{51E7EAD8-48B2-FFB3-4D62-D08E054AD435}"/>
          </ac:spMkLst>
        </pc:spChg>
        <pc:spChg chg="add mod">
          <ac:chgData name="Beatty, Kristen" userId="896c3bcf-09bf-41ef-8ce2-df67304f8544" providerId="ADAL" clId="{BF170AC6-03AC-424A-9A60-9BB1FB99071F}" dt="2025-12-15T19:51:48.592" v="13491" actId="1076"/>
          <ac:spMkLst>
            <pc:docMk/>
            <pc:sldMk cId="1306140403" sldId="397"/>
            <ac:spMk id="32" creationId="{C5829896-31F0-AF88-D392-61E713667E93}"/>
          </ac:spMkLst>
        </pc:spChg>
        <pc:spChg chg="mod">
          <ac:chgData name="Beatty, Kristen" userId="896c3bcf-09bf-41ef-8ce2-df67304f8544" providerId="ADAL" clId="{BF170AC6-03AC-424A-9A60-9BB1FB99071F}" dt="2025-12-15T23:28:14.120" v="16500" actId="1038"/>
          <ac:spMkLst>
            <pc:docMk/>
            <pc:sldMk cId="1306140403" sldId="397"/>
            <ac:spMk id="33" creationId="{E7A5A77B-71AB-EDBA-A166-91A63F01EA4D}"/>
          </ac:spMkLst>
        </pc:spChg>
        <pc:spChg chg="add mod">
          <ac:chgData name="Beatty, Kristen" userId="896c3bcf-09bf-41ef-8ce2-df67304f8544" providerId="ADAL" clId="{BF170AC6-03AC-424A-9A60-9BB1FB99071F}" dt="2025-12-15T23:09:30.195" v="16415" actId="20577"/>
          <ac:spMkLst>
            <pc:docMk/>
            <pc:sldMk cId="1306140403" sldId="397"/>
            <ac:spMk id="35" creationId="{2FE1EA66-F257-49C9-2424-52C16E629223}"/>
          </ac:spMkLst>
        </pc:spChg>
        <pc:spChg chg="mod">
          <ac:chgData name="Beatty, Kristen" userId="896c3bcf-09bf-41ef-8ce2-df67304f8544" providerId="ADAL" clId="{BF170AC6-03AC-424A-9A60-9BB1FB99071F}" dt="2025-12-15T19:51:59.309" v="13492" actId="313"/>
          <ac:spMkLst>
            <pc:docMk/>
            <pc:sldMk cId="1306140403" sldId="397"/>
            <ac:spMk id="43" creationId="{F7D7D662-FB5A-17E1-10EA-A9D211F6B6C6}"/>
          </ac:spMkLst>
        </pc:spChg>
        <pc:spChg chg="mod">
          <ac:chgData name="Beatty, Kristen" userId="896c3bcf-09bf-41ef-8ce2-df67304f8544" providerId="ADAL" clId="{BF170AC6-03AC-424A-9A60-9BB1FB99071F}" dt="2025-12-15T23:26:30.392" v="16479" actId="1076"/>
          <ac:spMkLst>
            <pc:docMk/>
            <pc:sldMk cId="1306140403" sldId="397"/>
            <ac:spMk id="44" creationId="{27E653B6-A12A-1EB9-C85F-AEF1493DE552}"/>
          </ac:spMkLst>
        </pc:spChg>
        <pc:graphicFrameChg chg="mod modGraphic">
          <ac:chgData name="Beatty, Kristen" userId="896c3bcf-09bf-41ef-8ce2-df67304f8544" providerId="ADAL" clId="{BF170AC6-03AC-424A-9A60-9BB1FB99071F}" dt="2025-12-16T20:00:17.460" v="17139" actId="207"/>
          <ac:graphicFrameMkLst>
            <pc:docMk/>
            <pc:sldMk cId="1306140403" sldId="397"/>
            <ac:graphicFrameMk id="49" creationId="{8623933A-960D-47AB-F848-5C0D0E255395}"/>
          </ac:graphicFrameMkLst>
        </pc:graphicFrameChg>
      </pc:sldChg>
      <pc:sldChg chg="addSp delSp modSp add del mod ord">
        <pc:chgData name="Beatty, Kristen" userId="896c3bcf-09bf-41ef-8ce2-df67304f8544" providerId="ADAL" clId="{BF170AC6-03AC-424A-9A60-9BB1FB99071F}" dt="2025-12-16T21:52:15.793" v="18106" actId="47"/>
        <pc:sldMkLst>
          <pc:docMk/>
          <pc:sldMk cId="2934708127" sldId="2865"/>
        </pc:sldMkLst>
        <pc:spChg chg="mod">
          <ac:chgData name="Beatty, Kristen" userId="896c3bcf-09bf-41ef-8ce2-df67304f8544" providerId="ADAL" clId="{BF170AC6-03AC-424A-9A60-9BB1FB99071F}" dt="2025-12-16T21:50:33.594" v="18054" actId="1035"/>
          <ac:spMkLst>
            <pc:docMk/>
            <pc:sldMk cId="2934708127" sldId="2865"/>
            <ac:spMk id="2" creationId="{F47322B3-215E-6B64-9CBE-D965337E2A22}"/>
          </ac:spMkLst>
        </pc:spChg>
        <pc:spChg chg="mod">
          <ac:chgData name="Beatty, Kristen" userId="896c3bcf-09bf-41ef-8ce2-df67304f8544" providerId="ADAL" clId="{BF170AC6-03AC-424A-9A60-9BB1FB99071F}" dt="2025-12-16T21:52:05.772" v="18104" actId="21"/>
          <ac:spMkLst>
            <pc:docMk/>
            <pc:sldMk cId="2934708127" sldId="2865"/>
            <ac:spMk id="5" creationId="{337AB47A-608C-492D-916C-2D326549F6F9}"/>
          </ac:spMkLst>
        </pc:spChg>
        <pc:spChg chg="add del">
          <ac:chgData name="Beatty, Kristen" userId="896c3bcf-09bf-41ef-8ce2-df67304f8544" providerId="ADAL" clId="{BF170AC6-03AC-424A-9A60-9BB1FB99071F}" dt="2025-12-16T21:51:41.492" v="18068" actId="21"/>
          <ac:spMkLst>
            <pc:docMk/>
            <pc:sldMk cId="2934708127" sldId="2865"/>
            <ac:spMk id="6" creationId="{230F340F-ECCA-4A23-95AD-0876D544487B}"/>
          </ac:spMkLst>
        </pc:spChg>
        <pc:spChg chg="add del">
          <ac:chgData name="Beatty, Kristen" userId="896c3bcf-09bf-41ef-8ce2-df67304f8544" providerId="ADAL" clId="{BF170AC6-03AC-424A-9A60-9BB1FB99071F}" dt="2025-12-16T21:51:41.492" v="18068" actId="21"/>
          <ac:spMkLst>
            <pc:docMk/>
            <pc:sldMk cId="2934708127" sldId="2865"/>
            <ac:spMk id="9" creationId="{718D9946-C8E7-48D4-B125-7C5188C5E5F2}"/>
          </ac:spMkLst>
        </pc:spChg>
        <pc:spChg chg="mod">
          <ac:chgData name="Beatty, Kristen" userId="896c3bcf-09bf-41ef-8ce2-df67304f8544" providerId="ADAL" clId="{BF170AC6-03AC-424A-9A60-9BB1FB99071F}" dt="2025-12-16T21:50:33.594" v="18054" actId="1035"/>
          <ac:spMkLst>
            <pc:docMk/>
            <pc:sldMk cId="2934708127" sldId="2865"/>
            <ac:spMk id="11" creationId="{A26F2923-24DA-43C0-AE40-380CE25ED511}"/>
          </ac:spMkLst>
        </pc:spChg>
        <pc:spChg chg="add del mod">
          <ac:chgData name="Beatty, Kristen" userId="896c3bcf-09bf-41ef-8ce2-df67304f8544" providerId="ADAL" clId="{BF170AC6-03AC-424A-9A60-9BB1FB99071F}" dt="2025-12-16T21:51:41.492" v="18068" actId="21"/>
          <ac:spMkLst>
            <pc:docMk/>
            <pc:sldMk cId="2934708127" sldId="2865"/>
            <ac:spMk id="13" creationId="{8DFACDB2-4964-44A9-9B4C-BABCE98D357F}"/>
          </ac:spMkLst>
        </pc:spChg>
        <pc:spChg chg="mod">
          <ac:chgData name="Beatty, Kristen" userId="896c3bcf-09bf-41ef-8ce2-df67304f8544" providerId="ADAL" clId="{BF170AC6-03AC-424A-9A60-9BB1FB99071F}" dt="2025-12-16T19:27:40.190" v="16877" actId="20577"/>
          <ac:spMkLst>
            <pc:docMk/>
            <pc:sldMk cId="2934708127" sldId="2865"/>
            <ac:spMk id="14" creationId="{BC99E4F2-E03D-44A8-B495-27D7FF3358CF}"/>
          </ac:spMkLst>
        </pc:spChg>
        <pc:spChg chg="mod">
          <ac:chgData name="Beatty, Kristen" userId="896c3bcf-09bf-41ef-8ce2-df67304f8544" providerId="ADAL" clId="{BF170AC6-03AC-424A-9A60-9BB1FB99071F}" dt="2025-12-16T19:28:08.758" v="16892" actId="20577"/>
          <ac:spMkLst>
            <pc:docMk/>
            <pc:sldMk cId="2934708127" sldId="2865"/>
            <ac:spMk id="15" creationId="{37B59E4B-28AE-4223-B1B3-EB7044E69ECF}"/>
          </ac:spMkLst>
        </pc:spChg>
        <pc:spChg chg="add del mod">
          <ac:chgData name="Beatty, Kristen" userId="896c3bcf-09bf-41ef-8ce2-df67304f8544" providerId="ADAL" clId="{BF170AC6-03AC-424A-9A60-9BB1FB99071F}" dt="2025-12-16T21:51:41.492" v="18068" actId="21"/>
          <ac:spMkLst>
            <pc:docMk/>
            <pc:sldMk cId="2934708127" sldId="2865"/>
            <ac:spMk id="18" creationId="{0B755E8E-8348-4401-AD62-BF1A8416795A}"/>
          </ac:spMkLst>
        </pc:spChg>
        <pc:spChg chg="add del mod">
          <ac:chgData name="Beatty, Kristen" userId="896c3bcf-09bf-41ef-8ce2-df67304f8544" providerId="ADAL" clId="{BF170AC6-03AC-424A-9A60-9BB1FB99071F}" dt="2025-12-16T21:51:41.492" v="18068" actId="21"/>
          <ac:spMkLst>
            <pc:docMk/>
            <pc:sldMk cId="2934708127" sldId="2865"/>
            <ac:spMk id="19" creationId="{0B7F6B18-B367-412F-82DF-61DCFC71781C}"/>
          </ac:spMkLst>
        </pc:spChg>
        <pc:spChg chg="add del">
          <ac:chgData name="Beatty, Kristen" userId="896c3bcf-09bf-41ef-8ce2-df67304f8544" providerId="ADAL" clId="{BF170AC6-03AC-424A-9A60-9BB1FB99071F}" dt="2025-12-16T21:51:41.492" v="18068" actId="21"/>
          <ac:spMkLst>
            <pc:docMk/>
            <pc:sldMk cId="2934708127" sldId="2865"/>
            <ac:spMk id="21" creationId="{BA6188D2-6EA6-40AA-9B52-473479076D68}"/>
          </ac:spMkLst>
        </pc:spChg>
        <pc:spChg chg="add del mod">
          <ac:chgData name="Beatty, Kristen" userId="896c3bcf-09bf-41ef-8ce2-df67304f8544" providerId="ADAL" clId="{BF170AC6-03AC-424A-9A60-9BB1FB99071F}" dt="2025-12-16T21:51:41.492" v="18068" actId="21"/>
          <ac:spMkLst>
            <pc:docMk/>
            <pc:sldMk cId="2934708127" sldId="2865"/>
            <ac:spMk id="24" creationId="{97836771-9A7B-4DED-8F16-755C6D3031DD}"/>
          </ac:spMkLst>
        </pc:spChg>
        <pc:spChg chg="add del">
          <ac:chgData name="Beatty, Kristen" userId="896c3bcf-09bf-41ef-8ce2-df67304f8544" providerId="ADAL" clId="{BF170AC6-03AC-424A-9A60-9BB1FB99071F}" dt="2025-12-16T21:51:41.492" v="18068" actId="21"/>
          <ac:spMkLst>
            <pc:docMk/>
            <pc:sldMk cId="2934708127" sldId="2865"/>
            <ac:spMk id="26" creationId="{F3291BC1-03E8-487D-8BE8-7B1C2A4772EE}"/>
          </ac:spMkLst>
        </pc:spChg>
        <pc:spChg chg="mod">
          <ac:chgData name="Beatty, Kristen" userId="896c3bcf-09bf-41ef-8ce2-df67304f8544" providerId="ADAL" clId="{BF170AC6-03AC-424A-9A60-9BB1FB99071F}" dt="2025-12-16T19:28:23.998" v="16901" actId="20577"/>
          <ac:spMkLst>
            <pc:docMk/>
            <pc:sldMk cId="2934708127" sldId="2865"/>
            <ac:spMk id="37" creationId="{52CC2D6A-1EB0-40BB-B8D7-2026FD07C7CB}"/>
          </ac:spMkLst>
        </pc:spChg>
        <pc:spChg chg="add del mod">
          <ac:chgData name="Beatty, Kristen" userId="896c3bcf-09bf-41ef-8ce2-df67304f8544" providerId="ADAL" clId="{BF170AC6-03AC-424A-9A60-9BB1FB99071F}" dt="2025-12-16T21:51:41.492" v="18068" actId="21"/>
          <ac:spMkLst>
            <pc:docMk/>
            <pc:sldMk cId="2934708127" sldId="2865"/>
            <ac:spMk id="39" creationId="{25C21007-359D-4A71-953B-FA16891D107A}"/>
          </ac:spMkLst>
        </pc:spChg>
        <pc:spChg chg="mod">
          <ac:chgData name="Beatty, Kristen" userId="896c3bcf-09bf-41ef-8ce2-df67304f8544" providerId="ADAL" clId="{BF170AC6-03AC-424A-9A60-9BB1FB99071F}" dt="2025-12-16T21:50:19.551" v="18044" actId="1035"/>
          <ac:spMkLst>
            <pc:docMk/>
            <pc:sldMk cId="2934708127" sldId="2865"/>
            <ac:spMk id="41" creationId="{E012AC39-A82E-4F45-A7F8-A6168A4E51D7}"/>
          </ac:spMkLst>
        </pc:spChg>
        <pc:spChg chg="add del mod">
          <ac:chgData name="Beatty, Kristen" userId="896c3bcf-09bf-41ef-8ce2-df67304f8544" providerId="ADAL" clId="{BF170AC6-03AC-424A-9A60-9BB1FB99071F}" dt="2025-12-16T21:51:41.492" v="18068" actId="21"/>
          <ac:spMkLst>
            <pc:docMk/>
            <pc:sldMk cId="2934708127" sldId="2865"/>
            <ac:spMk id="42" creationId="{01238A74-C967-4880-B566-B163DAFB79C9}"/>
          </ac:spMkLst>
        </pc:spChg>
      </pc:sldChg>
      <pc:sldChg chg="add del">
        <pc:chgData name="Beatty, Kristen" userId="896c3bcf-09bf-41ef-8ce2-df67304f8544" providerId="ADAL" clId="{BF170AC6-03AC-424A-9A60-9BB1FB99071F}" dt="2025-12-16T18:33:07.619" v="16769"/>
        <pc:sldMkLst>
          <pc:docMk/>
          <pc:sldMk cId="1626833470" sldId="2128751880"/>
        </pc:sldMkLst>
      </pc:sldChg>
      <pc:sldChg chg="modSp mod ord">
        <pc:chgData name="Beatty, Kristen" userId="896c3bcf-09bf-41ef-8ce2-df67304f8544" providerId="ADAL" clId="{BF170AC6-03AC-424A-9A60-9BB1FB99071F}" dt="2025-12-16T22:10:40.989" v="18529" actId="108"/>
        <pc:sldMkLst>
          <pc:docMk/>
          <pc:sldMk cId="2749586656" sldId="2128751913"/>
        </pc:sldMkLst>
        <pc:spChg chg="mod">
          <ac:chgData name="Beatty, Kristen" userId="896c3bcf-09bf-41ef-8ce2-df67304f8544" providerId="ADAL" clId="{BF170AC6-03AC-424A-9A60-9BB1FB99071F}" dt="2025-12-16T22:10:40.989" v="18529" actId="108"/>
          <ac:spMkLst>
            <pc:docMk/>
            <pc:sldMk cId="2749586656" sldId="2128751913"/>
            <ac:spMk id="2" creationId="{C4F7C339-724B-0115-F109-E16D2CB928B6}"/>
          </ac:spMkLst>
        </pc:spChg>
      </pc:sldChg>
      <pc:sldChg chg="modSp mod ord">
        <pc:chgData name="Beatty, Kristen" userId="896c3bcf-09bf-41ef-8ce2-df67304f8544" providerId="ADAL" clId="{BF170AC6-03AC-424A-9A60-9BB1FB99071F}" dt="2025-12-16T22:09:41.608" v="18518" actId="108"/>
        <pc:sldMkLst>
          <pc:docMk/>
          <pc:sldMk cId="3266309756" sldId="2147472775"/>
        </pc:sldMkLst>
        <pc:spChg chg="mod">
          <ac:chgData name="Beatty, Kristen" userId="896c3bcf-09bf-41ef-8ce2-df67304f8544" providerId="ADAL" clId="{BF170AC6-03AC-424A-9A60-9BB1FB99071F}" dt="2025-12-16T22:09:41.608" v="18518" actId="108"/>
          <ac:spMkLst>
            <pc:docMk/>
            <pc:sldMk cId="3266309756" sldId="2147472775"/>
            <ac:spMk id="17" creationId="{2EE059F4-16FD-4854-8D05-6C9A1AE32315}"/>
          </ac:spMkLst>
        </pc:spChg>
      </pc:sldChg>
      <pc:sldChg chg="addSp delSp modSp add mod">
        <pc:chgData name="Beatty, Kristen" userId="896c3bcf-09bf-41ef-8ce2-df67304f8544" providerId="ADAL" clId="{BF170AC6-03AC-424A-9A60-9BB1FB99071F}" dt="2025-12-16T22:37:17.802" v="19822" actId="20577"/>
        <pc:sldMkLst>
          <pc:docMk/>
          <pc:sldMk cId="105857163" sldId="2147482786"/>
        </pc:sldMkLst>
        <pc:spChg chg="mod">
          <ac:chgData name="Beatty, Kristen" userId="896c3bcf-09bf-41ef-8ce2-df67304f8544" providerId="ADAL" clId="{BF170AC6-03AC-424A-9A60-9BB1FB99071F}" dt="2025-12-16T22:09:27.392" v="18516" actId="108"/>
          <ac:spMkLst>
            <pc:docMk/>
            <pc:sldMk cId="105857163" sldId="2147482786"/>
            <ac:spMk id="2" creationId="{AEE0429E-B5A6-FE5B-CE36-13BCB0BCC202}"/>
          </ac:spMkLst>
        </pc:spChg>
        <pc:spChg chg="mod">
          <ac:chgData name="Beatty, Kristen" userId="896c3bcf-09bf-41ef-8ce2-df67304f8544" providerId="ADAL" clId="{BF170AC6-03AC-424A-9A60-9BB1FB99071F}" dt="2025-12-11T22:32:46.835" v="128" actId="207"/>
          <ac:spMkLst>
            <pc:docMk/>
            <pc:sldMk cId="105857163" sldId="2147482786"/>
            <ac:spMk id="3" creationId="{6A25364B-41DB-CF7B-BB9F-A8AB0B7BA373}"/>
          </ac:spMkLst>
        </pc:spChg>
        <pc:spChg chg="mod">
          <ac:chgData name="Beatty, Kristen" userId="896c3bcf-09bf-41ef-8ce2-df67304f8544" providerId="ADAL" clId="{BF170AC6-03AC-424A-9A60-9BB1FB99071F}" dt="2025-12-11T22:32:39.446" v="127" actId="207"/>
          <ac:spMkLst>
            <pc:docMk/>
            <pc:sldMk cId="105857163" sldId="2147482786"/>
            <ac:spMk id="6" creationId="{A7E337FC-1423-740D-2332-785306728B03}"/>
          </ac:spMkLst>
        </pc:spChg>
        <pc:graphicFrameChg chg="mod modGraphic">
          <ac:chgData name="Beatty, Kristen" userId="896c3bcf-09bf-41ef-8ce2-df67304f8544" providerId="ADAL" clId="{BF170AC6-03AC-424A-9A60-9BB1FB99071F}" dt="2025-12-16T21:41:52.821" v="18000" actId="6549"/>
          <ac:graphicFrameMkLst>
            <pc:docMk/>
            <pc:sldMk cId="105857163" sldId="2147482786"/>
            <ac:graphicFrameMk id="8" creationId="{C5D5EB3A-9D1B-0845-B524-D0CE4E1D961B}"/>
          </ac:graphicFrameMkLst>
        </pc:graphicFrameChg>
        <pc:graphicFrameChg chg="mod modGraphic">
          <ac:chgData name="Beatty, Kristen" userId="896c3bcf-09bf-41ef-8ce2-df67304f8544" providerId="ADAL" clId="{BF170AC6-03AC-424A-9A60-9BB1FB99071F}" dt="2025-12-16T22:37:17.802" v="19822" actId="20577"/>
          <ac:graphicFrameMkLst>
            <pc:docMk/>
            <pc:sldMk cId="105857163" sldId="2147482786"/>
            <ac:graphicFrameMk id="9" creationId="{86BABB43-E0C1-1F5E-18C5-0F50C96A5776}"/>
          </ac:graphicFrameMkLst>
        </pc:graphicFrameChg>
        <pc:picChg chg="mod">
          <ac:chgData name="Beatty, Kristen" userId="896c3bcf-09bf-41ef-8ce2-df67304f8544" providerId="ADAL" clId="{BF170AC6-03AC-424A-9A60-9BB1FB99071F}" dt="2025-12-12T22:23:19.139" v="9785" actId="14100"/>
          <ac:picMkLst>
            <pc:docMk/>
            <pc:sldMk cId="105857163" sldId="2147482786"/>
            <ac:picMk id="11" creationId="{611AA8EC-BF53-7310-821A-D69D77E7CDE8}"/>
          </ac:picMkLst>
        </pc:picChg>
      </pc:sldChg>
      <pc:sldChg chg="addSp delSp modSp mod">
        <pc:chgData name="Beatty, Kristen" userId="896c3bcf-09bf-41ef-8ce2-df67304f8544" providerId="ADAL" clId="{BF170AC6-03AC-424A-9A60-9BB1FB99071F}" dt="2025-12-16T22:54:17.490" v="20333" actId="1035"/>
        <pc:sldMkLst>
          <pc:docMk/>
          <pc:sldMk cId="493434620" sldId="2147483423"/>
        </pc:sldMkLst>
        <pc:spChg chg="mod">
          <ac:chgData name="Beatty, Kristen" userId="896c3bcf-09bf-41ef-8ce2-df67304f8544" providerId="ADAL" clId="{BF170AC6-03AC-424A-9A60-9BB1FB99071F}" dt="2025-12-16T22:54:17.490" v="20333" actId="1035"/>
          <ac:spMkLst>
            <pc:docMk/>
            <pc:sldMk cId="493434620" sldId="2147483423"/>
            <ac:spMk id="11" creationId="{9195FC95-5120-D37D-E59F-95C5E21495EE}"/>
          </ac:spMkLst>
        </pc:spChg>
        <pc:spChg chg="mod">
          <ac:chgData name="Beatty, Kristen" userId="896c3bcf-09bf-41ef-8ce2-df67304f8544" providerId="ADAL" clId="{BF170AC6-03AC-424A-9A60-9BB1FB99071F}" dt="2025-12-16T22:46:23.126" v="20208" actId="20577"/>
          <ac:spMkLst>
            <pc:docMk/>
            <pc:sldMk cId="493434620" sldId="2147483423"/>
            <ac:spMk id="12" creationId="{4C69EF92-EE96-D16B-7934-D047DD3955C7}"/>
          </ac:spMkLst>
        </pc:spChg>
      </pc:sldChg>
      <pc:sldChg chg="modSp mod ord">
        <pc:chgData name="Beatty, Kristen" userId="896c3bcf-09bf-41ef-8ce2-df67304f8544" providerId="ADAL" clId="{BF170AC6-03AC-424A-9A60-9BB1FB99071F}" dt="2025-12-16T22:09:36.448" v="18517" actId="108"/>
        <pc:sldMkLst>
          <pc:docMk/>
          <pc:sldMk cId="549363859" sldId="2147483435"/>
        </pc:sldMkLst>
        <pc:spChg chg="mod">
          <ac:chgData name="Beatty, Kristen" userId="896c3bcf-09bf-41ef-8ce2-df67304f8544" providerId="ADAL" clId="{BF170AC6-03AC-424A-9A60-9BB1FB99071F}" dt="2025-12-16T22:09:36.448" v="18517" actId="108"/>
          <ac:spMkLst>
            <pc:docMk/>
            <pc:sldMk cId="549363859" sldId="2147483435"/>
            <ac:spMk id="3" creationId="{B2B90C84-4106-D0FE-873E-DEC1B7C6A086}"/>
          </ac:spMkLst>
        </pc:spChg>
      </pc:sldChg>
      <pc:sldChg chg="modSp mod">
        <pc:chgData name="Beatty, Kristen" userId="896c3bcf-09bf-41ef-8ce2-df67304f8544" providerId="ADAL" clId="{BF170AC6-03AC-424A-9A60-9BB1FB99071F}" dt="2025-12-16T22:39:32.201" v="19928" actId="20577"/>
        <pc:sldMkLst>
          <pc:docMk/>
          <pc:sldMk cId="147344599" sldId="2147483443"/>
        </pc:sldMkLst>
        <pc:spChg chg="mod">
          <ac:chgData name="Beatty, Kristen" userId="896c3bcf-09bf-41ef-8ce2-df67304f8544" providerId="ADAL" clId="{BF170AC6-03AC-424A-9A60-9BB1FB99071F}" dt="2025-12-16T22:39:32.201" v="19928" actId="20577"/>
          <ac:spMkLst>
            <pc:docMk/>
            <pc:sldMk cId="147344599" sldId="2147483443"/>
            <ac:spMk id="5" creationId="{10AE9319-1799-7D8B-5318-9BB90D56845F}"/>
          </ac:spMkLst>
        </pc:spChg>
        <pc:spChg chg="mod">
          <ac:chgData name="Beatty, Kristen" userId="896c3bcf-09bf-41ef-8ce2-df67304f8544" providerId="ADAL" clId="{BF170AC6-03AC-424A-9A60-9BB1FB99071F}" dt="2025-12-16T22:32:57.476" v="19728" actId="20577"/>
          <ac:spMkLst>
            <pc:docMk/>
            <pc:sldMk cId="147344599" sldId="2147483443"/>
            <ac:spMk id="10" creationId="{43298633-664F-4CDC-FC3F-992171AA0528}"/>
          </ac:spMkLst>
        </pc:spChg>
      </pc:sldChg>
      <pc:sldChg chg="addSp delSp modSp add mod ord">
        <pc:chgData name="Beatty, Kristen" userId="896c3bcf-09bf-41ef-8ce2-df67304f8544" providerId="ADAL" clId="{BF170AC6-03AC-424A-9A60-9BB1FB99071F}" dt="2025-12-16T22:57:48.978" v="20373" actId="20577"/>
        <pc:sldMkLst>
          <pc:docMk/>
          <pc:sldMk cId="2776349595" sldId="2147483449"/>
        </pc:sldMkLst>
        <pc:spChg chg="mod">
          <ac:chgData name="Beatty, Kristen" userId="896c3bcf-09bf-41ef-8ce2-df67304f8544" providerId="ADAL" clId="{BF170AC6-03AC-424A-9A60-9BB1FB99071F}" dt="2025-12-16T20:15:21.733" v="17359" actId="6549"/>
          <ac:spMkLst>
            <pc:docMk/>
            <pc:sldMk cId="2776349595" sldId="2147483449"/>
            <ac:spMk id="2" creationId="{D5A990A3-5B7B-2776-520E-5DB49FBFFE9C}"/>
          </ac:spMkLst>
        </pc:spChg>
        <pc:graphicFrameChg chg="add del mod modGraphic">
          <ac:chgData name="Beatty, Kristen" userId="896c3bcf-09bf-41ef-8ce2-df67304f8544" providerId="ADAL" clId="{BF170AC6-03AC-424A-9A60-9BB1FB99071F}" dt="2025-12-16T22:57:48.978" v="20373" actId="20577"/>
          <ac:graphicFrameMkLst>
            <pc:docMk/>
            <pc:sldMk cId="2776349595" sldId="2147483449"/>
            <ac:graphicFrameMk id="4" creationId="{07C0D7A3-4212-5154-0210-0F67CDF53839}"/>
          </ac:graphicFrameMkLst>
        </pc:graphicFrameChg>
        <pc:graphicFrameChg chg="add mod">
          <ac:chgData name="Beatty, Kristen" userId="896c3bcf-09bf-41ef-8ce2-df67304f8544" providerId="ADAL" clId="{BF170AC6-03AC-424A-9A60-9BB1FB99071F}" dt="2025-12-15T23:17:54.326" v="16455"/>
          <ac:graphicFrameMkLst>
            <pc:docMk/>
            <pc:sldMk cId="2776349595" sldId="2147483449"/>
            <ac:graphicFrameMk id="5" creationId="{29798D19-7C58-EACC-1B07-885C0181F2D9}"/>
          </ac:graphicFrameMkLst>
        </pc:graphicFrameChg>
        <pc:graphicFrameChg chg="add mod">
          <ac:chgData name="Beatty, Kristen" userId="896c3bcf-09bf-41ef-8ce2-df67304f8544" providerId="ADAL" clId="{BF170AC6-03AC-424A-9A60-9BB1FB99071F}" dt="2025-12-15T23:17:59.163" v="16456"/>
          <ac:graphicFrameMkLst>
            <pc:docMk/>
            <pc:sldMk cId="2776349595" sldId="2147483449"/>
            <ac:graphicFrameMk id="8" creationId="{1D4E2DD0-A8DF-7975-497E-BEAE54B20CF6}"/>
          </ac:graphicFrameMkLst>
        </pc:graphicFrameChg>
      </pc:sldChg>
      <pc:sldChg chg="addSp delSp modSp add del mod ord">
        <pc:chgData name="Beatty, Kristen" userId="896c3bcf-09bf-41ef-8ce2-df67304f8544" providerId="ADAL" clId="{BF170AC6-03AC-424A-9A60-9BB1FB99071F}" dt="2025-12-16T20:30:26.068" v="17633" actId="47"/>
        <pc:sldMkLst>
          <pc:docMk/>
          <pc:sldMk cId="2665343289" sldId="2147483450"/>
        </pc:sldMkLst>
        <pc:spChg chg="mod">
          <ac:chgData name="Beatty, Kristen" userId="896c3bcf-09bf-41ef-8ce2-df67304f8544" providerId="ADAL" clId="{BF170AC6-03AC-424A-9A60-9BB1FB99071F}" dt="2025-12-16T20:13:43.512" v="17278" actId="6549"/>
          <ac:spMkLst>
            <pc:docMk/>
            <pc:sldMk cId="2665343289" sldId="2147483450"/>
            <ac:spMk id="2" creationId="{7418CF6A-E1E5-4576-2FDB-CD21A6376D12}"/>
          </ac:spMkLst>
        </pc:spChg>
        <pc:graphicFrameChg chg="add del mod modGraphic">
          <ac:chgData name="Beatty, Kristen" userId="896c3bcf-09bf-41ef-8ce2-df67304f8544" providerId="ADAL" clId="{BF170AC6-03AC-424A-9A60-9BB1FB99071F}" dt="2025-12-16T20:30:19.632" v="17631" actId="21"/>
          <ac:graphicFrameMkLst>
            <pc:docMk/>
            <pc:sldMk cId="2665343289" sldId="2147483450"/>
            <ac:graphicFrameMk id="4" creationId="{91A90304-E578-7070-F416-E66683ECC9A6}"/>
          </ac:graphicFrameMkLst>
        </pc:graphicFrameChg>
      </pc:sldChg>
      <pc:sldChg chg="addSp delSp modSp add mod ord">
        <pc:chgData name="Beatty, Kristen" userId="896c3bcf-09bf-41ef-8ce2-df67304f8544" providerId="ADAL" clId="{BF170AC6-03AC-424A-9A60-9BB1FB99071F}" dt="2025-12-16T22:56:30.690" v="20365" actId="6549"/>
        <pc:sldMkLst>
          <pc:docMk/>
          <pc:sldMk cId="3359421918" sldId="2147483451"/>
        </pc:sldMkLst>
        <pc:spChg chg="mod">
          <ac:chgData name="Beatty, Kristen" userId="896c3bcf-09bf-41ef-8ce2-df67304f8544" providerId="ADAL" clId="{BF170AC6-03AC-424A-9A60-9BB1FB99071F}" dt="2025-12-16T20:04:29.699" v="17180" actId="6549"/>
          <ac:spMkLst>
            <pc:docMk/>
            <pc:sldMk cId="3359421918" sldId="2147483451"/>
            <ac:spMk id="2" creationId="{44DF92D1-9791-62FE-6591-29572577047B}"/>
          </ac:spMkLst>
        </pc:spChg>
        <pc:graphicFrameChg chg="add del mod modGraphic">
          <ac:chgData name="Beatty, Kristen" userId="896c3bcf-09bf-41ef-8ce2-df67304f8544" providerId="ADAL" clId="{BF170AC6-03AC-424A-9A60-9BB1FB99071F}" dt="2025-12-16T22:56:30.690" v="20365" actId="6549"/>
          <ac:graphicFrameMkLst>
            <pc:docMk/>
            <pc:sldMk cId="3359421918" sldId="2147483451"/>
            <ac:graphicFrameMk id="4" creationId="{5D1B48CC-9325-DB70-AB87-00D545F1491A}"/>
          </ac:graphicFrameMkLst>
        </pc:graphicFrameChg>
      </pc:sldChg>
      <pc:sldChg chg="addSp modSp new mod ord">
        <pc:chgData name="Beatty, Kristen" userId="896c3bcf-09bf-41ef-8ce2-df67304f8544" providerId="ADAL" clId="{BF170AC6-03AC-424A-9A60-9BB1FB99071F}" dt="2025-12-16T22:09:17.592" v="18515" actId="108"/>
        <pc:sldMkLst>
          <pc:docMk/>
          <pc:sldMk cId="3094605078" sldId="2147483453"/>
        </pc:sldMkLst>
        <pc:spChg chg="mod">
          <ac:chgData name="Beatty, Kristen" userId="896c3bcf-09bf-41ef-8ce2-df67304f8544" providerId="ADAL" clId="{BF170AC6-03AC-424A-9A60-9BB1FB99071F}" dt="2025-12-16T22:09:17.592" v="18515" actId="108"/>
          <ac:spMkLst>
            <pc:docMk/>
            <pc:sldMk cId="3094605078" sldId="2147483453"/>
            <ac:spMk id="2" creationId="{F7A31DCF-1E65-7849-B75C-AA3E428E70EE}"/>
          </ac:spMkLst>
        </pc:spChg>
        <pc:spChg chg="add mod">
          <ac:chgData name="Beatty, Kristen" userId="896c3bcf-09bf-41ef-8ce2-df67304f8544" providerId="ADAL" clId="{BF170AC6-03AC-424A-9A60-9BB1FB99071F}" dt="2025-12-12T22:12:29.582" v="9379" actId="14100"/>
          <ac:spMkLst>
            <pc:docMk/>
            <pc:sldMk cId="3094605078" sldId="2147483453"/>
            <ac:spMk id="11" creationId="{27E69006-382B-374E-6505-BE9FE49046D9}"/>
          </ac:spMkLst>
        </pc:spChg>
        <pc:spChg chg="add mod">
          <ac:chgData name="Beatty, Kristen" userId="896c3bcf-09bf-41ef-8ce2-df67304f8544" providerId="ADAL" clId="{BF170AC6-03AC-424A-9A60-9BB1FB99071F}" dt="2025-12-12T22:12:52.886" v="9385" actId="14100"/>
          <ac:spMkLst>
            <pc:docMk/>
            <pc:sldMk cId="3094605078" sldId="2147483453"/>
            <ac:spMk id="12" creationId="{C61E34DA-DDED-1957-AF90-CDE3DC40C2AB}"/>
          </ac:spMkLst>
        </pc:spChg>
        <pc:spChg chg="add mod">
          <ac:chgData name="Beatty, Kristen" userId="896c3bcf-09bf-41ef-8ce2-df67304f8544" providerId="ADAL" clId="{BF170AC6-03AC-424A-9A60-9BB1FB99071F}" dt="2025-12-12T22:13:23.175" v="9390" actId="242"/>
          <ac:spMkLst>
            <pc:docMk/>
            <pc:sldMk cId="3094605078" sldId="2147483453"/>
            <ac:spMk id="13" creationId="{1920075A-B2BC-69E2-664E-8FF99F2F1FE2}"/>
          </ac:spMkLst>
        </pc:spChg>
        <pc:spChg chg="add mod">
          <ac:chgData name="Beatty, Kristen" userId="896c3bcf-09bf-41ef-8ce2-df67304f8544" providerId="ADAL" clId="{BF170AC6-03AC-424A-9A60-9BB1FB99071F}" dt="2025-12-12T22:13:16.925" v="9389" actId="242"/>
          <ac:spMkLst>
            <pc:docMk/>
            <pc:sldMk cId="3094605078" sldId="2147483453"/>
            <ac:spMk id="14" creationId="{05F8B268-F22C-F421-EA79-CC280C987435}"/>
          </ac:spMkLst>
        </pc:spChg>
        <pc:spChg chg="add mod">
          <ac:chgData name="Beatty, Kristen" userId="896c3bcf-09bf-41ef-8ce2-df67304f8544" providerId="ADAL" clId="{BF170AC6-03AC-424A-9A60-9BB1FB99071F}" dt="2025-12-12T22:12:36.396" v="9380" actId="1076"/>
          <ac:spMkLst>
            <pc:docMk/>
            <pc:sldMk cId="3094605078" sldId="2147483453"/>
            <ac:spMk id="15" creationId="{59F1ED64-9F4D-1BA1-182D-BB94E3BA887B}"/>
          </ac:spMkLst>
        </pc:spChg>
        <pc:spChg chg="add mod">
          <ac:chgData name="Beatty, Kristen" userId="896c3bcf-09bf-41ef-8ce2-df67304f8544" providerId="ADAL" clId="{BF170AC6-03AC-424A-9A60-9BB1FB99071F}" dt="2025-12-12T22:13:05.585" v="9388" actId="14100"/>
          <ac:spMkLst>
            <pc:docMk/>
            <pc:sldMk cId="3094605078" sldId="2147483453"/>
            <ac:spMk id="17" creationId="{BB4F0F19-72FD-62C1-B106-586B370050C6}"/>
          </ac:spMkLst>
        </pc:spChg>
        <pc:graphicFrameChg chg="add mod modGraphic">
          <ac:chgData name="Beatty, Kristen" userId="896c3bcf-09bf-41ef-8ce2-df67304f8544" providerId="ADAL" clId="{BF170AC6-03AC-424A-9A60-9BB1FB99071F}" dt="2025-12-15T20:05:28.527" v="13607" actId="6549"/>
          <ac:graphicFrameMkLst>
            <pc:docMk/>
            <pc:sldMk cId="3094605078" sldId="2147483453"/>
            <ac:graphicFrameMk id="16" creationId="{EDD4871C-7A43-D7BF-5623-ECF038388DA8}"/>
          </ac:graphicFrameMkLst>
        </pc:graphicFrameChg>
      </pc:sldChg>
      <pc:sldChg chg="modSp add mod">
        <pc:chgData name="Beatty, Kristen" userId="896c3bcf-09bf-41ef-8ce2-df67304f8544" providerId="ADAL" clId="{BF170AC6-03AC-424A-9A60-9BB1FB99071F}" dt="2025-12-16T22:51:31.906" v="20328" actId="20577"/>
        <pc:sldMkLst>
          <pc:docMk/>
          <pc:sldMk cId="3856586196" sldId="2147483454"/>
        </pc:sldMkLst>
        <pc:spChg chg="mod">
          <ac:chgData name="Beatty, Kristen" userId="896c3bcf-09bf-41ef-8ce2-df67304f8544" providerId="ADAL" clId="{BF170AC6-03AC-424A-9A60-9BB1FB99071F}" dt="2025-12-16T20:25:00.454" v="17388" actId="6549"/>
          <ac:spMkLst>
            <pc:docMk/>
            <pc:sldMk cId="3856586196" sldId="2147483454"/>
            <ac:spMk id="2" creationId="{BDCBE3C4-CA71-5B6F-570C-574936144F36}"/>
          </ac:spMkLst>
        </pc:spChg>
        <pc:graphicFrameChg chg="mod modGraphic">
          <ac:chgData name="Beatty, Kristen" userId="896c3bcf-09bf-41ef-8ce2-df67304f8544" providerId="ADAL" clId="{BF170AC6-03AC-424A-9A60-9BB1FB99071F}" dt="2025-12-16T22:51:31.906" v="20328" actId="20577"/>
          <ac:graphicFrameMkLst>
            <pc:docMk/>
            <pc:sldMk cId="3856586196" sldId="2147483454"/>
            <ac:graphicFrameMk id="4" creationId="{27EB29C5-58AA-BD57-A484-8C51F6E13672}"/>
          </ac:graphicFrameMkLst>
        </pc:graphicFrameChg>
      </pc:sldChg>
      <pc:sldChg chg="addSp delSp modSp new mod ord modClrScheme chgLayout">
        <pc:chgData name="Beatty, Kristen" userId="896c3bcf-09bf-41ef-8ce2-df67304f8544" providerId="ADAL" clId="{BF170AC6-03AC-424A-9A60-9BB1FB99071F}" dt="2025-12-16T22:10:19.681" v="18527" actId="700"/>
        <pc:sldMkLst>
          <pc:docMk/>
          <pc:sldMk cId="366215939" sldId="2147483455"/>
        </pc:sldMkLst>
        <pc:spChg chg="mod ord">
          <ac:chgData name="Beatty, Kristen" userId="896c3bcf-09bf-41ef-8ce2-df67304f8544" providerId="ADAL" clId="{BF170AC6-03AC-424A-9A60-9BB1FB99071F}" dt="2025-12-16T22:10:19.681" v="18527" actId="700"/>
          <ac:spMkLst>
            <pc:docMk/>
            <pc:sldMk cId="366215939" sldId="2147483455"/>
            <ac:spMk id="2" creationId="{14D0A1C8-FE49-CC1B-C21E-04E20F595229}"/>
          </ac:spMkLst>
        </pc:spChg>
        <pc:spChg chg="add mod ord">
          <ac:chgData name="Beatty, Kristen" userId="896c3bcf-09bf-41ef-8ce2-df67304f8544" providerId="ADAL" clId="{BF170AC6-03AC-424A-9A60-9BB1FB99071F}" dt="2025-12-16T22:10:19.681" v="18527" actId="700"/>
          <ac:spMkLst>
            <pc:docMk/>
            <pc:sldMk cId="366215939" sldId="2147483455"/>
            <ac:spMk id="4" creationId="{3D48D14F-EB58-4FCA-117E-3C6CB3BD4E75}"/>
          </ac:spMkLst>
        </pc:spChg>
        <pc:graphicFrameChg chg="add del mod modGraphic">
          <ac:chgData name="Beatty, Kristen" userId="896c3bcf-09bf-41ef-8ce2-df67304f8544" providerId="ADAL" clId="{BF170AC6-03AC-424A-9A60-9BB1FB99071F}" dt="2025-12-16T20:43:25.845" v="17648" actId="478"/>
          <ac:graphicFrameMkLst>
            <pc:docMk/>
            <pc:sldMk cId="366215939" sldId="2147483455"/>
            <ac:graphicFrameMk id="3" creationId="{29FF56D4-330E-F82D-FEB9-7446284B32F8}"/>
          </ac:graphicFrameMkLst>
        </pc:graphicFrameChg>
        <pc:picChg chg="mod">
          <ac:chgData name="Beatty, Kristen" userId="896c3bcf-09bf-41ef-8ce2-df67304f8544" providerId="ADAL" clId="{BF170AC6-03AC-424A-9A60-9BB1FB99071F}" dt="2025-12-16T22:10:18.530" v="18525" actId="1076"/>
          <ac:picMkLst>
            <pc:docMk/>
            <pc:sldMk cId="366215939" sldId="2147483455"/>
            <ac:picMk id="5" creationId="{C0D5949E-6BA4-F6D5-3A61-6CE906DB46E0}"/>
          </ac:picMkLst>
        </pc:picChg>
      </pc:sldChg>
      <pc:sldChg chg="addSp delSp modSp new del mod">
        <pc:chgData name="Beatty, Kristen" userId="896c3bcf-09bf-41ef-8ce2-df67304f8544" providerId="ADAL" clId="{BF170AC6-03AC-424A-9A60-9BB1FB99071F}" dt="2025-12-16T19:26:44.529" v="16836" actId="47"/>
        <pc:sldMkLst>
          <pc:docMk/>
          <pc:sldMk cId="175824631" sldId="2147483456"/>
        </pc:sldMkLst>
        <pc:spChg chg="mod">
          <ac:chgData name="Beatty, Kristen" userId="896c3bcf-09bf-41ef-8ce2-df67304f8544" providerId="ADAL" clId="{BF170AC6-03AC-424A-9A60-9BB1FB99071F}" dt="2025-12-16T18:30:53.095" v="16767" actId="20577"/>
          <ac:spMkLst>
            <pc:docMk/>
            <pc:sldMk cId="175824631" sldId="2147483456"/>
            <ac:spMk id="2" creationId="{09D0D2C7-7FD9-7B5E-1C94-6230777599FE}"/>
          </ac:spMkLst>
        </pc:spChg>
        <pc:spChg chg="del mod">
          <ac:chgData name="Beatty, Kristen" userId="896c3bcf-09bf-41ef-8ce2-df67304f8544" providerId="ADAL" clId="{BF170AC6-03AC-424A-9A60-9BB1FB99071F}" dt="2025-12-16T18:34:35.196" v="16772" actId="478"/>
          <ac:spMkLst>
            <pc:docMk/>
            <pc:sldMk cId="175824631" sldId="2147483456"/>
            <ac:spMk id="3" creationId="{8BC2C142-C155-BC2C-6F25-4F27AA86EE3C}"/>
          </ac:spMkLst>
        </pc:spChg>
        <pc:spChg chg="add del mod">
          <ac:chgData name="Beatty, Kristen" userId="896c3bcf-09bf-41ef-8ce2-df67304f8544" providerId="ADAL" clId="{BF170AC6-03AC-424A-9A60-9BB1FB99071F}" dt="2025-12-16T18:34:40.228" v="16775" actId="478"/>
          <ac:spMkLst>
            <pc:docMk/>
            <pc:sldMk cId="175824631" sldId="2147483456"/>
            <ac:spMk id="5" creationId="{8CAFCDC0-8EEA-3B4C-36E3-F387414928EC}"/>
          </ac:spMkLst>
        </pc:spChg>
        <pc:spChg chg="add mod">
          <ac:chgData name="Beatty, Kristen" userId="896c3bcf-09bf-41ef-8ce2-df67304f8544" providerId="ADAL" clId="{BF170AC6-03AC-424A-9A60-9BB1FB99071F}" dt="2025-12-16T18:34:40.228" v="16775" actId="478"/>
          <ac:spMkLst>
            <pc:docMk/>
            <pc:sldMk cId="175824631" sldId="2147483456"/>
            <ac:spMk id="7" creationId="{2A5D6EF6-5C30-B067-A7A1-4522EE955298}"/>
          </ac:spMkLst>
        </pc:spChg>
      </pc:sldChg>
      <pc:sldChg chg="addSp delSp modSp new mod modClrScheme chgLayout">
        <pc:chgData name="Beatty, Kristen" userId="896c3bcf-09bf-41ef-8ce2-df67304f8544" providerId="ADAL" clId="{BF170AC6-03AC-424A-9A60-9BB1FB99071F}" dt="2025-12-16T22:49:42.160" v="20247" actId="6549"/>
        <pc:sldMkLst>
          <pc:docMk/>
          <pc:sldMk cId="2700378726" sldId="2147483456"/>
        </pc:sldMkLst>
        <pc:spChg chg="del mod ord">
          <ac:chgData name="Beatty, Kristen" userId="896c3bcf-09bf-41ef-8ce2-df67304f8544" providerId="ADAL" clId="{BF170AC6-03AC-424A-9A60-9BB1FB99071F}" dt="2025-12-16T21:51:10.952" v="18065" actId="700"/>
          <ac:spMkLst>
            <pc:docMk/>
            <pc:sldMk cId="2700378726" sldId="2147483456"/>
            <ac:spMk id="2" creationId="{F43B8391-18EC-E94C-7B57-63AD83C1041F}"/>
          </ac:spMkLst>
        </pc:spChg>
        <pc:spChg chg="del">
          <ac:chgData name="Beatty, Kristen" userId="896c3bcf-09bf-41ef-8ce2-df67304f8544" providerId="ADAL" clId="{BF170AC6-03AC-424A-9A60-9BB1FB99071F}" dt="2025-12-16T21:51:10.952" v="18065" actId="700"/>
          <ac:spMkLst>
            <pc:docMk/>
            <pc:sldMk cId="2700378726" sldId="2147483456"/>
            <ac:spMk id="3" creationId="{D836FC9E-C304-A12B-AAFC-B6F7753E7052}"/>
          </ac:spMkLst>
        </pc:spChg>
        <pc:spChg chg="add del mod ord">
          <ac:chgData name="Beatty, Kristen" userId="896c3bcf-09bf-41ef-8ce2-df67304f8544" providerId="ADAL" clId="{BF170AC6-03AC-424A-9A60-9BB1FB99071F}" dt="2025-12-16T21:51:17.768" v="18066" actId="700"/>
          <ac:spMkLst>
            <pc:docMk/>
            <pc:sldMk cId="2700378726" sldId="2147483456"/>
            <ac:spMk id="4" creationId="{13664C65-680B-76A9-8434-0EAEC82C8168}"/>
          </ac:spMkLst>
        </pc:spChg>
        <pc:spChg chg="add mod ord">
          <ac:chgData name="Beatty, Kristen" userId="896c3bcf-09bf-41ef-8ce2-df67304f8544" providerId="ADAL" clId="{BF170AC6-03AC-424A-9A60-9BB1FB99071F}" dt="2025-12-16T22:46:37.053" v="20214" actId="20577"/>
          <ac:spMkLst>
            <pc:docMk/>
            <pc:sldMk cId="2700378726" sldId="2147483456"/>
            <ac:spMk id="5" creationId="{329A3998-1FF6-5EF4-66F2-67EBAFF26BD2}"/>
          </ac:spMkLst>
        </pc:spChg>
        <pc:spChg chg="add mod">
          <ac:chgData name="Beatty, Kristen" userId="896c3bcf-09bf-41ef-8ce2-df67304f8544" providerId="ADAL" clId="{BF170AC6-03AC-424A-9A60-9BB1FB99071F}" dt="2025-12-16T22:26:24.415" v="19295" actId="1035"/>
          <ac:spMkLst>
            <pc:docMk/>
            <pc:sldMk cId="2700378726" sldId="2147483456"/>
            <ac:spMk id="6" creationId="{3B03B008-0E02-FD45-E322-89E1D40CA3CD}"/>
          </ac:spMkLst>
        </pc:spChg>
        <pc:spChg chg="mod">
          <ac:chgData name="Beatty, Kristen" userId="896c3bcf-09bf-41ef-8ce2-df67304f8544" providerId="ADAL" clId="{BF170AC6-03AC-424A-9A60-9BB1FB99071F}" dt="2025-12-16T21:55:20.539" v="18146" actId="1036"/>
          <ac:spMkLst>
            <pc:docMk/>
            <pc:sldMk cId="2700378726" sldId="2147483456"/>
            <ac:spMk id="7" creationId="{9C57509A-010A-9BC9-1F2F-9A29485CD034}"/>
          </ac:spMkLst>
        </pc:spChg>
        <pc:spChg chg="mod">
          <ac:chgData name="Beatty, Kristen" userId="896c3bcf-09bf-41ef-8ce2-df67304f8544" providerId="ADAL" clId="{BF170AC6-03AC-424A-9A60-9BB1FB99071F}" dt="2025-12-16T21:55:20.539" v="18146" actId="1036"/>
          <ac:spMkLst>
            <pc:docMk/>
            <pc:sldMk cId="2700378726" sldId="2147483456"/>
            <ac:spMk id="8" creationId="{A8CF4102-EDB7-F658-2533-2304B38A5C66}"/>
          </ac:spMkLst>
        </pc:spChg>
        <pc:spChg chg="add mod">
          <ac:chgData name="Beatty, Kristen" userId="896c3bcf-09bf-41ef-8ce2-df67304f8544" providerId="ADAL" clId="{BF170AC6-03AC-424A-9A60-9BB1FB99071F}" dt="2025-12-16T22:48:49.748" v="20237" actId="1035"/>
          <ac:spMkLst>
            <pc:docMk/>
            <pc:sldMk cId="2700378726" sldId="2147483456"/>
            <ac:spMk id="11" creationId="{BFC26B8A-60A8-6DDA-0839-03A7D88C9C5D}"/>
          </ac:spMkLst>
        </pc:spChg>
        <pc:spChg chg="mod">
          <ac:chgData name="Beatty, Kristen" userId="896c3bcf-09bf-41ef-8ce2-df67304f8544" providerId="ADAL" clId="{BF170AC6-03AC-424A-9A60-9BB1FB99071F}" dt="2025-12-16T22:48:49.748" v="20237" actId="1035"/>
          <ac:spMkLst>
            <pc:docMk/>
            <pc:sldMk cId="2700378726" sldId="2147483456"/>
            <ac:spMk id="12" creationId="{F2691ABA-1938-99B8-5807-7219BC44AB5E}"/>
          </ac:spMkLst>
        </pc:spChg>
        <pc:spChg chg="mod">
          <ac:chgData name="Beatty, Kristen" userId="896c3bcf-09bf-41ef-8ce2-df67304f8544" providerId="ADAL" clId="{BF170AC6-03AC-424A-9A60-9BB1FB99071F}" dt="2025-12-16T22:48:49.748" v="20237" actId="1035"/>
          <ac:spMkLst>
            <pc:docMk/>
            <pc:sldMk cId="2700378726" sldId="2147483456"/>
            <ac:spMk id="15" creationId="{6038CF76-9E35-4033-7720-82C93DFE68CD}"/>
          </ac:spMkLst>
        </pc:spChg>
        <pc:spChg chg="add mod">
          <ac:chgData name="Beatty, Kristen" userId="896c3bcf-09bf-41ef-8ce2-df67304f8544" providerId="ADAL" clId="{BF170AC6-03AC-424A-9A60-9BB1FB99071F}" dt="2025-12-16T22:48:49.748" v="20237" actId="1035"/>
          <ac:spMkLst>
            <pc:docMk/>
            <pc:sldMk cId="2700378726" sldId="2147483456"/>
            <ac:spMk id="16" creationId="{84ACED65-5BA1-B103-A1CA-F1CCB6A07610}"/>
          </ac:spMkLst>
        </pc:spChg>
        <pc:spChg chg="add mod">
          <ac:chgData name="Beatty, Kristen" userId="896c3bcf-09bf-41ef-8ce2-df67304f8544" providerId="ADAL" clId="{BF170AC6-03AC-424A-9A60-9BB1FB99071F}" dt="2025-12-16T22:31:40.490" v="19712" actId="14100"/>
          <ac:spMkLst>
            <pc:docMk/>
            <pc:sldMk cId="2700378726" sldId="2147483456"/>
            <ac:spMk id="17" creationId="{22354091-4ECC-545D-420E-D723B7C5BD8F}"/>
          </ac:spMkLst>
        </pc:spChg>
        <pc:spChg chg="add mod">
          <ac:chgData name="Beatty, Kristen" userId="896c3bcf-09bf-41ef-8ce2-df67304f8544" providerId="ADAL" clId="{BF170AC6-03AC-424A-9A60-9BB1FB99071F}" dt="2025-12-16T22:26:24.415" v="19295" actId="1035"/>
          <ac:spMkLst>
            <pc:docMk/>
            <pc:sldMk cId="2700378726" sldId="2147483456"/>
            <ac:spMk id="18" creationId="{1039519B-026C-3FEF-D388-1994BAED267A}"/>
          </ac:spMkLst>
        </pc:spChg>
        <pc:spChg chg="add mod">
          <ac:chgData name="Beatty, Kristen" userId="896c3bcf-09bf-41ef-8ce2-df67304f8544" providerId="ADAL" clId="{BF170AC6-03AC-424A-9A60-9BB1FB99071F}" dt="2025-12-16T22:48:49.748" v="20237" actId="1035"/>
          <ac:spMkLst>
            <pc:docMk/>
            <pc:sldMk cId="2700378726" sldId="2147483456"/>
            <ac:spMk id="20" creationId="{E3315728-C033-03B1-A508-D172057F4AFC}"/>
          </ac:spMkLst>
        </pc:spChg>
        <pc:spChg chg="mod">
          <ac:chgData name="Beatty, Kristen" userId="896c3bcf-09bf-41ef-8ce2-df67304f8544" providerId="ADAL" clId="{BF170AC6-03AC-424A-9A60-9BB1FB99071F}" dt="2025-12-16T21:55:20.539" v="18146" actId="1036"/>
          <ac:spMkLst>
            <pc:docMk/>
            <pc:sldMk cId="2700378726" sldId="2147483456"/>
            <ac:spMk id="21" creationId="{3F95ADD0-B843-F3F0-DEE0-5DB269314A64}"/>
          </ac:spMkLst>
        </pc:spChg>
        <pc:spChg chg="add mod">
          <ac:chgData name="Beatty, Kristen" userId="896c3bcf-09bf-41ef-8ce2-df67304f8544" providerId="ADAL" clId="{BF170AC6-03AC-424A-9A60-9BB1FB99071F}" dt="2025-12-16T22:48:31.634" v="20226"/>
          <ac:spMkLst>
            <pc:docMk/>
            <pc:sldMk cId="2700378726" sldId="2147483456"/>
            <ac:spMk id="29" creationId="{BA486C6A-1332-09B6-EE2D-C34884398D71}"/>
          </ac:spMkLst>
        </pc:spChg>
        <pc:spChg chg="add mod">
          <ac:chgData name="Beatty, Kristen" userId="896c3bcf-09bf-41ef-8ce2-df67304f8544" providerId="ADAL" clId="{BF170AC6-03AC-424A-9A60-9BB1FB99071F}" dt="2025-12-16T22:49:26.021" v="20246" actId="6549"/>
          <ac:spMkLst>
            <pc:docMk/>
            <pc:sldMk cId="2700378726" sldId="2147483456"/>
            <ac:spMk id="30" creationId="{EC89BB8B-313F-7688-32D7-BC77F720F3D2}"/>
          </ac:spMkLst>
        </pc:spChg>
        <pc:spChg chg="del mod">
          <ac:chgData name="Beatty, Kristen" userId="896c3bcf-09bf-41ef-8ce2-df67304f8544" providerId="ADAL" clId="{BF170AC6-03AC-424A-9A60-9BB1FB99071F}" dt="2025-12-16T22:18:04.673" v="18960" actId="478"/>
          <ac:spMkLst>
            <pc:docMk/>
            <pc:sldMk cId="2700378726" sldId="2147483456"/>
            <ac:spMk id="31" creationId="{358D31FF-D4F4-BE08-4230-B269A1ABCFE0}"/>
          </ac:spMkLst>
        </pc:spChg>
        <pc:spChg chg="add mod">
          <ac:chgData name="Beatty, Kristen" userId="896c3bcf-09bf-41ef-8ce2-df67304f8544" providerId="ADAL" clId="{BF170AC6-03AC-424A-9A60-9BB1FB99071F}" dt="2025-12-16T22:48:49.748" v="20237" actId="1035"/>
          <ac:spMkLst>
            <pc:docMk/>
            <pc:sldMk cId="2700378726" sldId="2147483456"/>
            <ac:spMk id="32" creationId="{205D2B80-1F82-31D0-4CC7-A2B9C4BEE442}"/>
          </ac:spMkLst>
        </pc:spChg>
        <pc:spChg chg="add del mod">
          <ac:chgData name="Beatty, Kristen" userId="896c3bcf-09bf-41ef-8ce2-df67304f8544" providerId="ADAL" clId="{BF170AC6-03AC-424A-9A60-9BB1FB99071F}" dt="2025-12-16T22:29:44.084" v="19586" actId="478"/>
          <ac:spMkLst>
            <pc:docMk/>
            <pc:sldMk cId="2700378726" sldId="2147483456"/>
            <ac:spMk id="33" creationId="{B9DBB59A-F46D-21FB-362B-8525AD062C3B}"/>
          </ac:spMkLst>
        </pc:spChg>
        <pc:spChg chg="add mod">
          <ac:chgData name="Beatty, Kristen" userId="896c3bcf-09bf-41ef-8ce2-df67304f8544" providerId="ADAL" clId="{BF170AC6-03AC-424A-9A60-9BB1FB99071F}" dt="2025-12-16T22:48:49.748" v="20237" actId="1035"/>
          <ac:spMkLst>
            <pc:docMk/>
            <pc:sldMk cId="2700378726" sldId="2147483456"/>
            <ac:spMk id="34" creationId="{F3115297-BCC0-669C-5A0C-2EB0F6E8896B}"/>
          </ac:spMkLst>
        </pc:spChg>
        <pc:spChg chg="add mod">
          <ac:chgData name="Beatty, Kristen" userId="896c3bcf-09bf-41ef-8ce2-df67304f8544" providerId="ADAL" clId="{BF170AC6-03AC-424A-9A60-9BB1FB99071F}" dt="2025-12-16T22:42:11.129" v="20026" actId="20577"/>
          <ac:spMkLst>
            <pc:docMk/>
            <pc:sldMk cId="2700378726" sldId="2147483456"/>
            <ac:spMk id="35" creationId="{AB29AE64-4DE3-A8A0-ADD5-2DFD52ACD9B7}"/>
          </ac:spMkLst>
        </pc:spChg>
        <pc:spChg chg="add mod">
          <ac:chgData name="Beatty, Kristen" userId="896c3bcf-09bf-41ef-8ce2-df67304f8544" providerId="ADAL" clId="{BF170AC6-03AC-424A-9A60-9BB1FB99071F}" dt="2025-12-16T22:49:42.160" v="20247" actId="6549"/>
          <ac:spMkLst>
            <pc:docMk/>
            <pc:sldMk cId="2700378726" sldId="2147483456"/>
            <ac:spMk id="36" creationId="{50BE2CC8-024F-50A0-2183-5ADE64D26EC0}"/>
          </ac:spMkLst>
        </pc:spChg>
      </pc:sldChg>
      <pc:sldChg chg="new del">
        <pc:chgData name="Beatty, Kristen" userId="896c3bcf-09bf-41ef-8ce2-df67304f8544" providerId="ADAL" clId="{BF170AC6-03AC-424A-9A60-9BB1FB99071F}" dt="2025-12-16T22:05:10.755" v="18465" actId="47"/>
        <pc:sldMkLst>
          <pc:docMk/>
          <pc:sldMk cId="3946910905" sldId="2147483457"/>
        </pc:sldMkLst>
      </pc:sldChg>
      <pc:sldMasterChg chg="delSldLayout">
        <pc:chgData name="Beatty, Kristen" userId="896c3bcf-09bf-41ef-8ce2-df67304f8544" providerId="ADAL" clId="{BF170AC6-03AC-424A-9A60-9BB1FB99071F}" dt="2025-12-16T21:52:15.793" v="18106" actId="47"/>
        <pc:sldMasterMkLst>
          <pc:docMk/>
          <pc:sldMasterMk cId="2531722589" sldId="2147483661"/>
        </pc:sldMasterMkLst>
        <pc:sldLayoutChg chg="del">
          <pc:chgData name="Beatty, Kristen" userId="896c3bcf-09bf-41ef-8ce2-df67304f8544" providerId="ADAL" clId="{BF170AC6-03AC-424A-9A60-9BB1FB99071F}" dt="2025-12-16T20:03:51.205" v="17140" actId="47"/>
          <pc:sldLayoutMkLst>
            <pc:docMk/>
            <pc:sldMasterMk cId="2531722589" sldId="2147483661"/>
            <pc:sldLayoutMk cId="1500749464" sldId="2147483677"/>
          </pc:sldLayoutMkLst>
        </pc:sldLayoutChg>
        <pc:sldLayoutChg chg="del">
          <pc:chgData name="Beatty, Kristen" userId="896c3bcf-09bf-41ef-8ce2-df67304f8544" providerId="ADAL" clId="{BF170AC6-03AC-424A-9A60-9BB1FB99071F}" dt="2025-12-16T21:52:15.793" v="18106" actId="47"/>
          <pc:sldLayoutMkLst>
            <pc:docMk/>
            <pc:sldMasterMk cId="2531722589" sldId="2147483661"/>
            <pc:sldLayoutMk cId="3926791541" sldId="2147483678"/>
          </pc:sldLayoutMkLst>
        </pc:sldLayoutChg>
      </pc:sldMasterChg>
    </pc:docChg>
  </pc:docChgLst>
  <pc:docChgLst>
    <pc:chgData name="Shaw, Jamie" userId="S::jeshaw@lockton.com::00390fb5-1e04-4e00-b507-9726d84a3e8e" providerId="AD" clId="Web-{CD02BF82-EC4E-705B-FFEE-8615D43D9031}"/>
    <pc:docChg chg="modSld">
      <pc:chgData name="Shaw, Jamie" userId="S::jeshaw@lockton.com::00390fb5-1e04-4e00-b507-9726d84a3e8e" providerId="AD" clId="Web-{CD02BF82-EC4E-705B-FFEE-8615D43D9031}" dt="2025-12-16T20:43:29.742" v="202"/>
      <pc:docMkLst>
        <pc:docMk/>
      </pc:docMkLst>
      <pc:sldChg chg="modSp">
        <pc:chgData name="Shaw, Jamie" userId="S::jeshaw@lockton.com::00390fb5-1e04-4e00-b507-9726d84a3e8e" providerId="AD" clId="Web-{CD02BF82-EC4E-705B-FFEE-8615D43D9031}" dt="2025-12-16T20:20:42.498" v="199"/>
        <pc:sldMkLst>
          <pc:docMk/>
          <pc:sldMk cId="2776349595" sldId="2147483449"/>
        </pc:sldMkLst>
        <pc:graphicFrameChg chg="mod modGraphic">
          <ac:chgData name="Shaw, Jamie" userId="S::jeshaw@lockton.com::00390fb5-1e04-4e00-b507-9726d84a3e8e" providerId="AD" clId="Web-{CD02BF82-EC4E-705B-FFEE-8615D43D9031}" dt="2025-12-16T20:20:42.498" v="199"/>
          <ac:graphicFrameMkLst>
            <pc:docMk/>
            <pc:sldMk cId="2776349595" sldId="2147483449"/>
            <ac:graphicFrameMk id="4" creationId="{07C0D7A3-4212-5154-0210-0F67CDF53839}"/>
          </ac:graphicFrameMkLst>
        </pc:graphicFrameChg>
      </pc:sldChg>
      <pc:sldChg chg="modSp">
        <pc:chgData name="Shaw, Jamie" userId="S::jeshaw@lockton.com::00390fb5-1e04-4e00-b507-9726d84a3e8e" providerId="AD" clId="Web-{CD02BF82-EC4E-705B-FFEE-8615D43D9031}" dt="2025-12-16T20:13:35.165" v="169"/>
        <pc:sldMkLst>
          <pc:docMk/>
          <pc:sldMk cId="2665343289" sldId="2147483450"/>
        </pc:sldMkLst>
        <pc:graphicFrameChg chg="mod modGraphic">
          <ac:chgData name="Shaw, Jamie" userId="S::jeshaw@lockton.com::00390fb5-1e04-4e00-b507-9726d84a3e8e" providerId="AD" clId="Web-{CD02BF82-EC4E-705B-FFEE-8615D43D9031}" dt="2025-12-16T20:13:35.165" v="169"/>
          <ac:graphicFrameMkLst>
            <pc:docMk/>
            <pc:sldMk cId="2665343289" sldId="2147483450"/>
            <ac:graphicFrameMk id="4" creationId="{91A90304-E578-7070-F416-E66683ECC9A6}"/>
          </ac:graphicFrameMkLst>
        </pc:graphicFrameChg>
      </pc:sldChg>
      <pc:sldChg chg="modSp">
        <pc:chgData name="Shaw, Jamie" userId="S::jeshaw@lockton.com::00390fb5-1e04-4e00-b507-9726d84a3e8e" providerId="AD" clId="Web-{CD02BF82-EC4E-705B-FFEE-8615D43D9031}" dt="2025-12-16T20:19:07.715" v="189"/>
        <pc:sldMkLst>
          <pc:docMk/>
          <pc:sldMk cId="3359421918" sldId="2147483451"/>
        </pc:sldMkLst>
        <pc:graphicFrameChg chg="mod modGraphic">
          <ac:chgData name="Shaw, Jamie" userId="S::jeshaw@lockton.com::00390fb5-1e04-4e00-b507-9726d84a3e8e" providerId="AD" clId="Web-{CD02BF82-EC4E-705B-FFEE-8615D43D9031}" dt="2025-12-16T20:19:07.715" v="189"/>
          <ac:graphicFrameMkLst>
            <pc:docMk/>
            <pc:sldMk cId="3359421918" sldId="2147483451"/>
            <ac:graphicFrameMk id="4" creationId="{5D1B48CC-9325-DB70-AB87-00D545F1491A}"/>
          </ac:graphicFrameMkLst>
        </pc:graphicFrameChg>
      </pc:sldChg>
      <pc:sldChg chg="addSp modSp">
        <pc:chgData name="Shaw, Jamie" userId="S::jeshaw@lockton.com::00390fb5-1e04-4e00-b507-9726d84a3e8e" providerId="AD" clId="Web-{CD02BF82-EC4E-705B-FFEE-8615D43D9031}" dt="2025-12-16T20:43:29.742" v="202"/>
        <pc:sldMkLst>
          <pc:docMk/>
          <pc:sldMk cId="366215939" sldId="2147483455"/>
        </pc:sldMkLst>
        <pc:spChg chg="mod">
          <ac:chgData name="Shaw, Jamie" userId="S::jeshaw@lockton.com::00390fb5-1e04-4e00-b507-9726d84a3e8e" providerId="AD" clId="Web-{CD02BF82-EC4E-705B-FFEE-8615D43D9031}" dt="2025-12-16T20:43:25.742" v="201" actId="20577"/>
          <ac:spMkLst>
            <pc:docMk/>
            <pc:sldMk cId="366215939" sldId="2147483455"/>
            <ac:spMk id="4" creationId="{3D48D14F-EB58-4FCA-117E-3C6CB3BD4E75}"/>
          </ac:spMkLst>
        </pc:spChg>
        <pc:graphicFrameChg chg="add mod">
          <ac:chgData name="Shaw, Jamie" userId="S::jeshaw@lockton.com::00390fb5-1e04-4e00-b507-9726d84a3e8e" providerId="AD" clId="Web-{CD02BF82-EC4E-705B-FFEE-8615D43D9031}" dt="2025-12-16T20:43:29.742" v="202"/>
          <ac:graphicFrameMkLst>
            <pc:docMk/>
            <pc:sldMk cId="366215939" sldId="2147483455"/>
            <ac:graphicFrameMk id="6" creationId="{B60A785E-5F54-A064-D439-F055B5891297}"/>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59527E-46A8-47B3-B54F-13F5A1E0D391}" type="doc">
      <dgm:prSet loTypeId="urn:microsoft.com/office/officeart/2005/8/layout/chevron1" loCatId="process" qsTypeId="urn:microsoft.com/office/officeart/2005/8/quickstyle/simple1" qsCatId="simple" csTypeId="urn:microsoft.com/office/officeart/2005/8/colors/accent1_4" csCatId="accent1" phldr="1"/>
      <dgm:spPr/>
      <dgm:t>
        <a:bodyPr/>
        <a:lstStyle/>
        <a:p>
          <a:endParaRPr lang="en-US"/>
        </a:p>
      </dgm:t>
    </dgm:pt>
    <dgm:pt modelId="{C3168B70-5100-4CEF-A27B-3521D44E6DE5}">
      <dgm:prSet phldrT="[Text]" phldr="0" custT="1"/>
      <dgm:spPr>
        <a:solidFill>
          <a:schemeClr val="accent3"/>
        </a:solidFill>
      </dgm:spPr>
      <dgm:t>
        <a:bodyPr/>
        <a:lstStyle/>
        <a:p>
          <a:r>
            <a:rPr lang="en-US" sz="1800" b="1"/>
            <a:t>Phase 1 MVP</a:t>
          </a:r>
        </a:p>
        <a:p>
          <a:r>
            <a:rPr lang="en-US" sz="1400" b="1" i="1">
              <a:solidFill>
                <a:schemeClr val="bg1"/>
              </a:solidFill>
            </a:rPr>
            <a:t>January</a:t>
          </a:r>
          <a:r>
            <a:rPr lang="en-US" sz="1400" i="1"/>
            <a:t> 2025 – May 2026</a:t>
          </a:r>
        </a:p>
      </dgm:t>
    </dgm:pt>
    <dgm:pt modelId="{912D9F85-5DF2-4331-AFC5-F1CA25458C77}" type="parTrans" cxnId="{EC98C168-FAF1-4020-8BD4-B854CEDADA02}">
      <dgm:prSet/>
      <dgm:spPr/>
      <dgm:t>
        <a:bodyPr/>
        <a:lstStyle/>
        <a:p>
          <a:endParaRPr lang="en-US"/>
        </a:p>
      </dgm:t>
    </dgm:pt>
    <dgm:pt modelId="{69F58239-84C9-4996-84FB-FE4E65F66EBF}" type="sibTrans" cxnId="{EC98C168-FAF1-4020-8BD4-B854CEDADA02}">
      <dgm:prSet/>
      <dgm:spPr/>
      <dgm:t>
        <a:bodyPr/>
        <a:lstStyle/>
        <a:p>
          <a:endParaRPr lang="en-US"/>
        </a:p>
      </dgm:t>
    </dgm:pt>
    <dgm:pt modelId="{ADB43802-FFA0-478C-8E39-10628ACD547B}">
      <dgm:prSet phldrT="[Text]" phldr="0" custT="1"/>
      <dgm:spPr>
        <a:solidFill>
          <a:schemeClr val="bg2">
            <a:lumMod val="75000"/>
          </a:schemeClr>
        </a:solidFill>
      </dgm:spPr>
      <dgm:t>
        <a:bodyPr/>
        <a:lstStyle/>
        <a:p>
          <a:r>
            <a:rPr lang="en-US" sz="1800" b="1"/>
            <a:t>Backlog</a:t>
          </a:r>
        </a:p>
        <a:p>
          <a:r>
            <a:rPr lang="en-US" sz="1400" i="1"/>
            <a:t>FY27</a:t>
          </a:r>
        </a:p>
      </dgm:t>
    </dgm:pt>
    <dgm:pt modelId="{3BF98380-57E1-47C9-B854-1B935AA4513D}" type="parTrans" cxnId="{4767B67A-DFA7-440E-A9B9-036CB2986255}">
      <dgm:prSet/>
      <dgm:spPr/>
      <dgm:t>
        <a:bodyPr/>
        <a:lstStyle/>
        <a:p>
          <a:endParaRPr lang="en-US"/>
        </a:p>
      </dgm:t>
    </dgm:pt>
    <dgm:pt modelId="{009A12E7-A243-4484-8872-C3B620D429C8}" type="sibTrans" cxnId="{4767B67A-DFA7-440E-A9B9-036CB2986255}">
      <dgm:prSet/>
      <dgm:spPr/>
      <dgm:t>
        <a:bodyPr/>
        <a:lstStyle/>
        <a:p>
          <a:endParaRPr lang="en-US"/>
        </a:p>
      </dgm:t>
    </dgm:pt>
    <dgm:pt modelId="{8E633B2C-7BCB-4298-9756-E75DAF2DF62F}">
      <dgm:prSet phldrT="[Text]" phldr="0" custT="1"/>
      <dgm:spPr>
        <a:solidFill>
          <a:schemeClr val="accent1">
            <a:lumMod val="50000"/>
          </a:schemeClr>
        </a:solidFill>
      </dgm:spPr>
      <dgm:t>
        <a:bodyPr/>
        <a:lstStyle/>
        <a:p>
          <a:r>
            <a:rPr lang="en-US" sz="1800" b="1"/>
            <a:t>Project Specific</a:t>
          </a:r>
        </a:p>
        <a:p>
          <a:r>
            <a:rPr lang="en-US" sz="1400" b="0" i="1"/>
            <a:t>FY27 – FY29</a:t>
          </a:r>
        </a:p>
      </dgm:t>
    </dgm:pt>
    <dgm:pt modelId="{EBE86584-2EEF-4C59-89E7-A7891FF187C1}" type="parTrans" cxnId="{736BF2BB-ACB8-40A5-8553-DC6F4DBE04C4}">
      <dgm:prSet/>
      <dgm:spPr/>
      <dgm:t>
        <a:bodyPr/>
        <a:lstStyle/>
        <a:p>
          <a:endParaRPr lang="en-US"/>
        </a:p>
      </dgm:t>
    </dgm:pt>
    <dgm:pt modelId="{7137E4D1-D16A-4C4C-A805-BBF8ABE9ADFE}" type="sibTrans" cxnId="{736BF2BB-ACB8-40A5-8553-DC6F4DBE04C4}">
      <dgm:prSet/>
      <dgm:spPr/>
      <dgm:t>
        <a:bodyPr/>
        <a:lstStyle/>
        <a:p>
          <a:endParaRPr lang="en-US"/>
        </a:p>
      </dgm:t>
    </dgm:pt>
    <dgm:pt modelId="{FBC5F05C-6F47-4C38-A5B5-6EA3EFA1764D}" type="pres">
      <dgm:prSet presAssocID="{4D59527E-46A8-47B3-B54F-13F5A1E0D391}" presName="Name0" presStyleCnt="0">
        <dgm:presLayoutVars>
          <dgm:dir/>
          <dgm:animLvl val="lvl"/>
          <dgm:resizeHandles val="exact"/>
        </dgm:presLayoutVars>
      </dgm:prSet>
      <dgm:spPr/>
    </dgm:pt>
    <dgm:pt modelId="{D73AC70F-FFE1-45A3-BA35-93BF7B33C166}" type="pres">
      <dgm:prSet presAssocID="{C3168B70-5100-4CEF-A27B-3521D44E6DE5}" presName="parTxOnly" presStyleLbl="node1" presStyleIdx="0" presStyleCnt="3" custScaleX="141251" custLinFactX="-509" custLinFactNeighborX="-100000" custLinFactNeighborY="-7237">
        <dgm:presLayoutVars>
          <dgm:chMax val="0"/>
          <dgm:chPref val="0"/>
          <dgm:bulletEnabled val="1"/>
        </dgm:presLayoutVars>
      </dgm:prSet>
      <dgm:spPr/>
    </dgm:pt>
    <dgm:pt modelId="{DC42C24E-D053-4A93-9832-161870862611}" type="pres">
      <dgm:prSet presAssocID="{69F58239-84C9-4996-84FB-FE4E65F66EBF}" presName="parTxOnlySpace" presStyleCnt="0"/>
      <dgm:spPr/>
    </dgm:pt>
    <dgm:pt modelId="{5DC45BD4-66C8-4E42-9070-788F5A2F7193}" type="pres">
      <dgm:prSet presAssocID="{ADB43802-FFA0-478C-8E39-10628ACD547B}" presName="parTxOnly" presStyleLbl="node1" presStyleIdx="1" presStyleCnt="3" custScaleX="108474">
        <dgm:presLayoutVars>
          <dgm:chMax val="0"/>
          <dgm:chPref val="0"/>
          <dgm:bulletEnabled val="1"/>
        </dgm:presLayoutVars>
      </dgm:prSet>
      <dgm:spPr/>
    </dgm:pt>
    <dgm:pt modelId="{C0F02A2F-15EC-4FC5-8771-AA2AD5DBEE5B}" type="pres">
      <dgm:prSet presAssocID="{009A12E7-A243-4484-8872-C3B620D429C8}" presName="parTxOnlySpace" presStyleCnt="0"/>
      <dgm:spPr/>
    </dgm:pt>
    <dgm:pt modelId="{4D2A06D6-47C4-4BD8-8980-21093B33898E}" type="pres">
      <dgm:prSet presAssocID="{8E633B2C-7BCB-4298-9756-E75DAF2DF62F}" presName="parTxOnly" presStyleLbl="node1" presStyleIdx="2" presStyleCnt="3" custScaleX="82229" custLinFactNeighborX="3205">
        <dgm:presLayoutVars>
          <dgm:chMax val="0"/>
          <dgm:chPref val="0"/>
          <dgm:bulletEnabled val="1"/>
        </dgm:presLayoutVars>
      </dgm:prSet>
      <dgm:spPr/>
    </dgm:pt>
  </dgm:ptLst>
  <dgm:cxnLst>
    <dgm:cxn modelId="{1B2E1701-04B5-4C00-AE36-C7E39FB58D09}" type="presOf" srcId="{8E633B2C-7BCB-4298-9756-E75DAF2DF62F}" destId="{4D2A06D6-47C4-4BD8-8980-21093B33898E}" srcOrd="0" destOrd="0" presId="urn:microsoft.com/office/officeart/2005/8/layout/chevron1"/>
    <dgm:cxn modelId="{D1E5C20C-F32E-49F8-A69A-E68EEF594B31}" type="presOf" srcId="{C3168B70-5100-4CEF-A27B-3521D44E6DE5}" destId="{D73AC70F-FFE1-45A3-BA35-93BF7B33C166}" srcOrd="0" destOrd="0" presId="urn:microsoft.com/office/officeart/2005/8/layout/chevron1"/>
    <dgm:cxn modelId="{98EBF325-6E05-49B9-9817-1D11EA6EA402}" type="presOf" srcId="{ADB43802-FFA0-478C-8E39-10628ACD547B}" destId="{5DC45BD4-66C8-4E42-9070-788F5A2F7193}" srcOrd="0" destOrd="0" presId="urn:microsoft.com/office/officeart/2005/8/layout/chevron1"/>
    <dgm:cxn modelId="{EC98C168-FAF1-4020-8BD4-B854CEDADA02}" srcId="{4D59527E-46A8-47B3-B54F-13F5A1E0D391}" destId="{C3168B70-5100-4CEF-A27B-3521D44E6DE5}" srcOrd="0" destOrd="0" parTransId="{912D9F85-5DF2-4331-AFC5-F1CA25458C77}" sibTransId="{69F58239-84C9-4996-84FB-FE4E65F66EBF}"/>
    <dgm:cxn modelId="{4767B67A-DFA7-440E-A9B9-036CB2986255}" srcId="{4D59527E-46A8-47B3-B54F-13F5A1E0D391}" destId="{ADB43802-FFA0-478C-8E39-10628ACD547B}" srcOrd="1" destOrd="0" parTransId="{3BF98380-57E1-47C9-B854-1B935AA4513D}" sibTransId="{009A12E7-A243-4484-8872-C3B620D429C8}"/>
    <dgm:cxn modelId="{736BF2BB-ACB8-40A5-8553-DC6F4DBE04C4}" srcId="{4D59527E-46A8-47B3-B54F-13F5A1E0D391}" destId="{8E633B2C-7BCB-4298-9756-E75DAF2DF62F}" srcOrd="2" destOrd="0" parTransId="{EBE86584-2EEF-4C59-89E7-A7891FF187C1}" sibTransId="{7137E4D1-D16A-4C4C-A805-BBF8ABE9ADFE}"/>
    <dgm:cxn modelId="{819FE0D3-AE0F-4A95-AB8D-7C42773FD11A}" type="presOf" srcId="{4D59527E-46A8-47B3-B54F-13F5A1E0D391}" destId="{FBC5F05C-6F47-4C38-A5B5-6EA3EFA1764D}" srcOrd="0" destOrd="0" presId="urn:microsoft.com/office/officeart/2005/8/layout/chevron1"/>
    <dgm:cxn modelId="{72E79765-7F1B-4DE9-869E-E5699BF3BF83}" type="presParOf" srcId="{FBC5F05C-6F47-4C38-A5B5-6EA3EFA1764D}" destId="{D73AC70F-FFE1-45A3-BA35-93BF7B33C166}" srcOrd="0" destOrd="0" presId="urn:microsoft.com/office/officeart/2005/8/layout/chevron1"/>
    <dgm:cxn modelId="{98345B6A-FCD1-4B7B-8B39-9C50E9461BA0}" type="presParOf" srcId="{FBC5F05C-6F47-4C38-A5B5-6EA3EFA1764D}" destId="{DC42C24E-D053-4A93-9832-161870862611}" srcOrd="1" destOrd="0" presId="urn:microsoft.com/office/officeart/2005/8/layout/chevron1"/>
    <dgm:cxn modelId="{7830DAB3-9F3B-41A3-9C3D-591FD453D1D6}" type="presParOf" srcId="{FBC5F05C-6F47-4C38-A5B5-6EA3EFA1764D}" destId="{5DC45BD4-66C8-4E42-9070-788F5A2F7193}" srcOrd="2" destOrd="0" presId="urn:microsoft.com/office/officeart/2005/8/layout/chevron1"/>
    <dgm:cxn modelId="{A42A9DC3-2B1B-485C-8809-FBF47D35A699}" type="presParOf" srcId="{FBC5F05C-6F47-4C38-A5B5-6EA3EFA1764D}" destId="{C0F02A2F-15EC-4FC5-8771-AA2AD5DBEE5B}" srcOrd="3" destOrd="0" presId="urn:microsoft.com/office/officeart/2005/8/layout/chevron1"/>
    <dgm:cxn modelId="{8E5B9C40-77F8-42A5-A34E-1ABDFB3D7322}" type="presParOf" srcId="{FBC5F05C-6F47-4C38-A5B5-6EA3EFA1764D}" destId="{4D2A06D6-47C4-4BD8-8980-21093B33898E}"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3AC70F-FFE1-45A3-BA35-93BF7B33C166}">
      <dsp:nvSpPr>
        <dsp:cNvPr id="0" name=""/>
        <dsp:cNvSpPr/>
      </dsp:nvSpPr>
      <dsp:spPr>
        <a:xfrm>
          <a:off x="0" y="0"/>
          <a:ext cx="5244343" cy="694943"/>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a:t>Phase 1 MVP</a:t>
          </a:r>
        </a:p>
        <a:p>
          <a:pPr marL="0" lvl="0" indent="0" algn="ctr" defTabSz="800100">
            <a:lnSpc>
              <a:spcPct val="90000"/>
            </a:lnSpc>
            <a:spcBef>
              <a:spcPct val="0"/>
            </a:spcBef>
            <a:spcAft>
              <a:spcPct val="35000"/>
            </a:spcAft>
            <a:buNone/>
          </a:pPr>
          <a:r>
            <a:rPr lang="en-US" sz="1400" b="1" i="1" kern="1200">
              <a:solidFill>
                <a:schemeClr val="bg1"/>
              </a:solidFill>
            </a:rPr>
            <a:t>January</a:t>
          </a:r>
          <a:r>
            <a:rPr lang="en-US" sz="1400" i="1" kern="1200"/>
            <a:t> 2025 – May 2026</a:t>
          </a:r>
        </a:p>
      </dsp:txBody>
      <dsp:txXfrm>
        <a:off x="347472" y="0"/>
        <a:ext cx="4549400" cy="694943"/>
      </dsp:txXfrm>
    </dsp:sp>
    <dsp:sp modelId="{5DC45BD4-66C8-4E42-9070-788F5A2F7193}">
      <dsp:nvSpPr>
        <dsp:cNvPr id="0" name=""/>
        <dsp:cNvSpPr/>
      </dsp:nvSpPr>
      <dsp:spPr>
        <a:xfrm>
          <a:off x="4877541" y="0"/>
          <a:ext cx="4027404" cy="694943"/>
        </a:xfrm>
        <a:prstGeom prst="chevron">
          <a:avLst/>
        </a:prstGeom>
        <a:solidFill>
          <a:schemeClr val="bg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a:t>Backlog</a:t>
          </a:r>
        </a:p>
        <a:p>
          <a:pPr marL="0" lvl="0" indent="0" algn="ctr" defTabSz="800100">
            <a:lnSpc>
              <a:spcPct val="90000"/>
            </a:lnSpc>
            <a:spcBef>
              <a:spcPct val="0"/>
            </a:spcBef>
            <a:spcAft>
              <a:spcPct val="35000"/>
            </a:spcAft>
            <a:buNone/>
          </a:pPr>
          <a:r>
            <a:rPr lang="en-US" sz="1400" i="1" kern="1200"/>
            <a:t>FY27</a:t>
          </a:r>
        </a:p>
      </dsp:txBody>
      <dsp:txXfrm>
        <a:off x="5225013" y="0"/>
        <a:ext cx="3332461" cy="694943"/>
      </dsp:txXfrm>
    </dsp:sp>
    <dsp:sp modelId="{4D2A06D6-47C4-4BD8-8980-21093B33898E}">
      <dsp:nvSpPr>
        <dsp:cNvPr id="0" name=""/>
        <dsp:cNvSpPr/>
      </dsp:nvSpPr>
      <dsp:spPr>
        <a:xfrm>
          <a:off x="8538144" y="0"/>
          <a:ext cx="3052984" cy="694943"/>
        </a:xfrm>
        <a:prstGeom prst="chevron">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a:t>Project Specific</a:t>
          </a:r>
        </a:p>
        <a:p>
          <a:pPr marL="0" lvl="0" indent="0" algn="ctr" defTabSz="800100">
            <a:lnSpc>
              <a:spcPct val="90000"/>
            </a:lnSpc>
            <a:spcBef>
              <a:spcPct val="0"/>
            </a:spcBef>
            <a:spcAft>
              <a:spcPct val="35000"/>
            </a:spcAft>
            <a:buNone/>
          </a:pPr>
          <a:r>
            <a:rPr lang="en-US" sz="1400" b="0" i="1" kern="1200"/>
            <a:t>FY27 – FY29</a:t>
          </a:r>
        </a:p>
      </dsp:txBody>
      <dsp:txXfrm>
        <a:off x="8885616" y="0"/>
        <a:ext cx="2358041" cy="694943"/>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2C964E-AAF9-744A-B7D0-52446D587BB5}" type="datetimeFigureOut">
              <a:rPr lang="en-US" smtClean="0"/>
              <a:t>12/16/2025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DBBF65-04D4-B642-8BFA-2BFEDB1B0590}" type="slidenum">
              <a:rPr lang="en-US" smtClean="0"/>
              <a:t>‹#›</a:t>
            </a:fld>
            <a:endParaRPr lang="en-US"/>
          </a:p>
        </p:txBody>
      </p:sp>
    </p:spTree>
    <p:extLst>
      <p:ext uri="{BB962C8B-B14F-4D97-AF65-F5344CB8AC3E}">
        <p14:creationId xmlns:p14="http://schemas.microsoft.com/office/powerpoint/2010/main" val="1520788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974D86F-2BA1-4781-ABE1-E64094093855}" type="slidenum">
              <a:rPr lang="en-US" smtClean="0"/>
              <a:t>1</a:t>
            </a:fld>
            <a:endParaRPr lang="en-US"/>
          </a:p>
        </p:txBody>
      </p:sp>
    </p:spTree>
    <p:extLst>
      <p:ext uri="{BB962C8B-B14F-4D97-AF65-F5344CB8AC3E}">
        <p14:creationId xmlns:p14="http://schemas.microsoft.com/office/powerpoint/2010/main" val="3941123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Kristen</a:t>
            </a:r>
          </a:p>
        </p:txBody>
      </p:sp>
      <p:sp>
        <p:nvSpPr>
          <p:cNvPr id="4" name="Slide Number Placeholder 3"/>
          <p:cNvSpPr>
            <a:spLocks noGrp="1"/>
          </p:cNvSpPr>
          <p:nvPr>
            <p:ph type="sldNum" sz="quarter" idx="5"/>
          </p:nvPr>
        </p:nvSpPr>
        <p:spPr/>
        <p:txBody>
          <a:bodyPr/>
          <a:lstStyle/>
          <a:p>
            <a:fld id="{8974D86F-2BA1-4781-ABE1-E64094093855}" type="slidenum">
              <a:rPr lang="en-US" smtClean="0"/>
              <a:t>2</a:t>
            </a:fld>
            <a:endParaRPr lang="en-US"/>
          </a:p>
        </p:txBody>
      </p:sp>
    </p:spTree>
    <p:extLst>
      <p:ext uri="{BB962C8B-B14F-4D97-AF65-F5344CB8AC3E}">
        <p14:creationId xmlns:p14="http://schemas.microsoft.com/office/powerpoint/2010/main" val="1150384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974D86F-2BA1-4781-ABE1-E64094093855}" type="slidenum">
              <a:rPr lang="en-US" smtClean="0"/>
              <a:t>5</a:t>
            </a:fld>
            <a:endParaRPr lang="en-US"/>
          </a:p>
        </p:txBody>
      </p:sp>
    </p:spTree>
    <p:extLst>
      <p:ext uri="{BB962C8B-B14F-4D97-AF65-F5344CB8AC3E}">
        <p14:creationId xmlns:p14="http://schemas.microsoft.com/office/powerpoint/2010/main" val="2439722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996F3F-938D-437A-B917-709270D2E7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0198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D9219-2D9E-E255-3B96-CA21B10320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F40FFF-17A1-25ED-8CB5-2A1D4EBE696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1B5D51-64AC-7902-B0DB-82C354151CD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C34112-2BFF-5192-3A3E-679342B20CE0}"/>
              </a:ext>
            </a:extLst>
          </p:cNvPr>
          <p:cNvSpPr>
            <a:spLocks noGrp="1"/>
          </p:cNvSpPr>
          <p:nvPr>
            <p:ph type="sldNum" sz="quarter" idx="5"/>
          </p:nvPr>
        </p:nvSpPr>
        <p:spPr/>
        <p:txBody>
          <a:bodyPr/>
          <a:lstStyle/>
          <a:p>
            <a:fld id="{8974D86F-2BA1-4781-ABE1-E64094093855}" type="slidenum">
              <a:rPr lang="en-US" smtClean="0"/>
              <a:t>12</a:t>
            </a:fld>
            <a:endParaRPr lang="en-US"/>
          </a:p>
        </p:txBody>
      </p:sp>
    </p:spTree>
    <p:extLst>
      <p:ext uri="{BB962C8B-B14F-4D97-AF65-F5344CB8AC3E}">
        <p14:creationId xmlns:p14="http://schemas.microsoft.com/office/powerpoint/2010/main" val="3306534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974D86F-2BA1-4781-ABE1-E64094093855}" type="slidenum">
              <a:rPr lang="en-US" smtClean="0"/>
              <a:t>15</a:t>
            </a:fld>
            <a:endParaRPr lang="en-US"/>
          </a:p>
        </p:txBody>
      </p:sp>
    </p:spTree>
    <p:extLst>
      <p:ext uri="{BB962C8B-B14F-4D97-AF65-F5344CB8AC3E}">
        <p14:creationId xmlns:p14="http://schemas.microsoft.com/office/powerpoint/2010/main" val="25193294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2A8C7-D153-D33C-2111-1963F3EAD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BD7C31-6DC4-C48F-27D7-78B8FC6F12C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FD6039-DEDB-E058-9048-DA555FEF16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1C12A9-5DE4-97E1-9989-F51CDF9FA52D}"/>
              </a:ext>
            </a:extLst>
          </p:cNvPr>
          <p:cNvSpPr>
            <a:spLocks noGrp="1"/>
          </p:cNvSpPr>
          <p:nvPr>
            <p:ph type="sldNum" sz="quarter" idx="5"/>
          </p:nvPr>
        </p:nvSpPr>
        <p:spPr/>
        <p:txBody>
          <a:bodyPr/>
          <a:lstStyle/>
          <a:p>
            <a:fld id="{8974D86F-2BA1-4781-ABE1-E64094093855}" type="slidenum">
              <a:rPr lang="en-US" smtClean="0"/>
              <a:t>16</a:t>
            </a:fld>
            <a:endParaRPr lang="en-US"/>
          </a:p>
        </p:txBody>
      </p:sp>
    </p:spTree>
    <p:extLst>
      <p:ext uri="{BB962C8B-B14F-4D97-AF65-F5344CB8AC3E}">
        <p14:creationId xmlns:p14="http://schemas.microsoft.com/office/powerpoint/2010/main" val="1919212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B74A8-D498-1E3A-C599-4CC5DD960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7A03E3-74A6-52BA-12FA-0FA40F64F2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0C0D075-384F-22FA-4D9E-541616DB756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06AD685-CD28-E8BD-AC92-CB3DA477A71D}"/>
              </a:ext>
            </a:extLst>
          </p:cNvPr>
          <p:cNvSpPr>
            <a:spLocks noGrp="1"/>
          </p:cNvSpPr>
          <p:nvPr>
            <p:ph type="sldNum" sz="quarter" idx="5"/>
          </p:nvPr>
        </p:nvSpPr>
        <p:spPr/>
        <p:txBody>
          <a:bodyPr/>
          <a:lstStyle/>
          <a:p>
            <a:fld id="{8974D86F-2BA1-4781-ABE1-E64094093855}" type="slidenum">
              <a:rPr lang="en-US" smtClean="0"/>
              <a:t>17</a:t>
            </a:fld>
            <a:endParaRPr lang="en-US"/>
          </a:p>
        </p:txBody>
      </p:sp>
    </p:spTree>
    <p:extLst>
      <p:ext uri="{BB962C8B-B14F-4D97-AF65-F5344CB8AC3E}">
        <p14:creationId xmlns:p14="http://schemas.microsoft.com/office/powerpoint/2010/main" val="5879060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9000E-726A-04CE-6908-FD30A76EB1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D83B5E-5913-989D-0775-A402EFB40C9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D5941C9-2AB9-06DE-FB55-0EAF8566E51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6925F9-2E3D-58F0-11EA-68AA7B317EDC}"/>
              </a:ext>
            </a:extLst>
          </p:cNvPr>
          <p:cNvSpPr>
            <a:spLocks noGrp="1"/>
          </p:cNvSpPr>
          <p:nvPr>
            <p:ph type="sldNum" sz="quarter" idx="5"/>
          </p:nvPr>
        </p:nvSpPr>
        <p:spPr/>
        <p:txBody>
          <a:bodyPr/>
          <a:lstStyle/>
          <a:p>
            <a:fld id="{8974D86F-2BA1-4781-ABE1-E64094093855}" type="slidenum">
              <a:rPr lang="en-US" smtClean="0"/>
              <a:t>18</a:t>
            </a:fld>
            <a:endParaRPr lang="en-US"/>
          </a:p>
        </p:txBody>
      </p:sp>
    </p:spTree>
    <p:extLst>
      <p:ext uri="{BB962C8B-B14F-4D97-AF65-F5344CB8AC3E}">
        <p14:creationId xmlns:p14="http://schemas.microsoft.com/office/powerpoint/2010/main" val="2076528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84E66-23DF-6080-68A9-A6F7786C9B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9149E-922D-839D-4721-1A22EE4A982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7353ED2-D55B-BF32-4C8F-C876EDCFBE6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4A7B86-2F9E-F31E-79F0-C8A14DF2F1A2}"/>
              </a:ext>
            </a:extLst>
          </p:cNvPr>
          <p:cNvSpPr>
            <a:spLocks noGrp="1"/>
          </p:cNvSpPr>
          <p:nvPr>
            <p:ph type="sldNum" sz="quarter" idx="5"/>
          </p:nvPr>
        </p:nvSpPr>
        <p:spPr/>
        <p:txBody>
          <a:bodyPr/>
          <a:lstStyle/>
          <a:p>
            <a:fld id="{8974D86F-2BA1-4781-ABE1-E64094093855}" type="slidenum">
              <a:rPr lang="en-US" smtClean="0"/>
              <a:t>19</a:t>
            </a:fld>
            <a:endParaRPr lang="en-US"/>
          </a:p>
        </p:txBody>
      </p:sp>
    </p:spTree>
    <p:extLst>
      <p:ext uri="{BB962C8B-B14F-4D97-AF65-F5344CB8AC3E}">
        <p14:creationId xmlns:p14="http://schemas.microsoft.com/office/powerpoint/2010/main" val="39917404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24833-7C10-5934-92B6-874AB92AC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4A8EF-C0E5-46DC-7982-555C27A08F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1D592DE-CB0E-CFA2-10DA-292A1C8AE01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6166B0B-303C-A7B7-3D5B-7A6074CECBFC}"/>
              </a:ext>
            </a:extLst>
          </p:cNvPr>
          <p:cNvSpPr>
            <a:spLocks noGrp="1"/>
          </p:cNvSpPr>
          <p:nvPr>
            <p:ph type="sldNum" sz="quarter" idx="5"/>
          </p:nvPr>
        </p:nvSpPr>
        <p:spPr/>
        <p:txBody>
          <a:bodyPr/>
          <a:lstStyle/>
          <a:p>
            <a:fld id="{8974D86F-2BA1-4781-ABE1-E64094093855}" type="slidenum">
              <a:rPr lang="en-US" smtClean="0"/>
              <a:t>20</a:t>
            </a:fld>
            <a:endParaRPr lang="en-US"/>
          </a:p>
        </p:txBody>
      </p:sp>
    </p:spTree>
    <p:extLst>
      <p:ext uri="{BB962C8B-B14F-4D97-AF65-F5344CB8AC3E}">
        <p14:creationId xmlns:p14="http://schemas.microsoft.com/office/powerpoint/2010/main" val="32104113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59612-4718-15F6-933F-C28E3753EA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BA679-2D78-4D61-F724-AAAEEEC0D04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C4A86A6-4EF5-7411-AC32-A169BC0E2E7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058EA78-C472-0ADF-5EFF-B251261D55F2}"/>
              </a:ext>
            </a:extLst>
          </p:cNvPr>
          <p:cNvSpPr>
            <a:spLocks noGrp="1"/>
          </p:cNvSpPr>
          <p:nvPr>
            <p:ph type="sldNum" sz="quarter" idx="5"/>
          </p:nvPr>
        </p:nvSpPr>
        <p:spPr/>
        <p:txBody>
          <a:bodyPr/>
          <a:lstStyle/>
          <a:p>
            <a:fld id="{8974D86F-2BA1-4781-ABE1-E64094093855}" type="slidenum">
              <a:rPr lang="en-US" smtClean="0"/>
              <a:t>21</a:t>
            </a:fld>
            <a:endParaRPr lang="en-US"/>
          </a:p>
        </p:txBody>
      </p:sp>
    </p:spTree>
    <p:extLst>
      <p:ext uri="{BB962C8B-B14F-4D97-AF65-F5344CB8AC3E}">
        <p14:creationId xmlns:p14="http://schemas.microsoft.com/office/powerpoint/2010/main" val="34159177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C0F48-860B-F4C6-2EAD-6A3264A97A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585873-271D-E418-7340-FE549352E4E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B648439-E8F1-DA22-C78F-3D0D67FF137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D745719-7C1F-4F91-CB72-E627F161BDD9}"/>
              </a:ext>
            </a:extLst>
          </p:cNvPr>
          <p:cNvSpPr>
            <a:spLocks noGrp="1"/>
          </p:cNvSpPr>
          <p:nvPr>
            <p:ph type="sldNum" sz="quarter" idx="5"/>
          </p:nvPr>
        </p:nvSpPr>
        <p:spPr/>
        <p:txBody>
          <a:bodyPr/>
          <a:lstStyle/>
          <a:p>
            <a:fld id="{8974D86F-2BA1-4781-ABE1-E64094093855}" type="slidenum">
              <a:rPr lang="en-US" smtClean="0"/>
              <a:t>22</a:t>
            </a:fld>
            <a:endParaRPr lang="en-US"/>
          </a:p>
        </p:txBody>
      </p:sp>
    </p:spTree>
    <p:extLst>
      <p:ext uri="{BB962C8B-B14F-4D97-AF65-F5344CB8AC3E}">
        <p14:creationId xmlns:p14="http://schemas.microsoft.com/office/powerpoint/2010/main" val="16912001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3.w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option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CEF8038-9891-4E73-98EB-77B023B7363D}"/>
              </a:ext>
            </a:extLst>
          </p:cNvPr>
          <p:cNvSpPr/>
          <p:nvPr userDrawn="1"/>
        </p:nvSpPr>
        <p:spPr>
          <a:xfrm>
            <a:off x="1" y="787229"/>
            <a:ext cx="9156111" cy="366971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3" name="Straight Connector 12">
            <a:extLst>
              <a:ext uri="{FF2B5EF4-FFF2-40B4-BE49-F238E27FC236}">
                <a16:creationId xmlns:a16="http://schemas.microsoft.com/office/drawing/2014/main" id="{F5486D41-2C9D-4813-9FCD-CE92CBACB922}"/>
              </a:ext>
            </a:extLst>
          </p:cNvPr>
          <p:cNvCxnSpPr>
            <a:cxnSpLocks/>
          </p:cNvCxnSpPr>
          <p:nvPr userDrawn="1"/>
        </p:nvCxnSpPr>
        <p:spPr>
          <a:xfrm>
            <a:off x="573265" y="2821753"/>
            <a:ext cx="355264"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736FD1F2-6D82-49A9-8EDD-1DFFA4DD1701}"/>
              </a:ext>
            </a:extLst>
          </p:cNvPr>
          <p:cNvSpPr>
            <a:spLocks noGrp="1"/>
          </p:cNvSpPr>
          <p:nvPr>
            <p:ph type="ctrTitle" hasCustomPrompt="1"/>
          </p:nvPr>
        </p:nvSpPr>
        <p:spPr>
          <a:xfrm>
            <a:off x="573265" y="870578"/>
            <a:ext cx="7347496" cy="1796955"/>
          </a:xfrm>
          <a:prstGeom prst="rect">
            <a:avLst/>
          </a:prstGeom>
        </p:spPr>
        <p:txBody>
          <a:bodyPr lIns="0" anchor="b"/>
          <a:lstStyle>
            <a:lvl1pPr algn="l">
              <a:lnSpc>
                <a:spcPts val="4200"/>
              </a:lnSpc>
              <a:defRPr sz="4000" i="0">
                <a:solidFill>
                  <a:schemeClr val="bg1"/>
                </a:solidFill>
                <a:latin typeface="Garamond" panose="02020404030301010803" pitchFamily="18" charset="0"/>
              </a:defRPr>
            </a:lvl1pPr>
          </a:lstStyle>
          <a:p>
            <a:r>
              <a:rPr lang="en-US"/>
              <a:t>Click to add presentation title</a:t>
            </a:r>
          </a:p>
        </p:txBody>
      </p:sp>
      <p:sp>
        <p:nvSpPr>
          <p:cNvPr id="16" name="Subtitle 2">
            <a:extLst>
              <a:ext uri="{FF2B5EF4-FFF2-40B4-BE49-F238E27FC236}">
                <a16:creationId xmlns:a16="http://schemas.microsoft.com/office/drawing/2014/main" id="{02A1130F-BB58-4E94-AAA6-2881A06D2800}"/>
              </a:ext>
            </a:extLst>
          </p:cNvPr>
          <p:cNvSpPr>
            <a:spLocks noGrp="1"/>
          </p:cNvSpPr>
          <p:nvPr>
            <p:ph type="subTitle" idx="1" hasCustomPrompt="1"/>
          </p:nvPr>
        </p:nvSpPr>
        <p:spPr>
          <a:xfrm>
            <a:off x="573265" y="2975975"/>
            <a:ext cx="7347496" cy="1147909"/>
          </a:xfrm>
          <a:prstGeom prst="rect">
            <a:avLst/>
          </a:prstGeom>
        </p:spPr>
        <p:txBody>
          <a:bodyPr lIns="0">
            <a:normAutofit/>
          </a:bodyP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presentation subtitle</a:t>
            </a:r>
          </a:p>
        </p:txBody>
      </p:sp>
      <p:sp>
        <p:nvSpPr>
          <p:cNvPr id="9" name="Text Placeholder 8">
            <a:extLst>
              <a:ext uri="{FF2B5EF4-FFF2-40B4-BE49-F238E27FC236}">
                <a16:creationId xmlns:a16="http://schemas.microsoft.com/office/drawing/2014/main" id="{32F698FE-4AE3-4629-A127-42AFBCD5025E}"/>
              </a:ext>
            </a:extLst>
          </p:cNvPr>
          <p:cNvSpPr>
            <a:spLocks noGrp="1"/>
          </p:cNvSpPr>
          <p:nvPr>
            <p:ph type="body" sz="quarter" idx="10"/>
          </p:nvPr>
        </p:nvSpPr>
        <p:spPr>
          <a:xfrm>
            <a:off x="573264" y="6313851"/>
            <a:ext cx="6138019" cy="349250"/>
          </a:xfrm>
        </p:spPr>
        <p:txBody>
          <a:bodyPr lIns="0" anchor="ctr">
            <a:normAutofit/>
          </a:bodyPr>
          <a:lstStyle>
            <a:lvl1pPr marL="0" indent="0" algn="l" defTabSz="914400" rtl="0" eaLnBrk="1" latinLnBrk="0" hangingPunct="1">
              <a:buNone/>
              <a:defRPr lang="en-US" sz="1000" kern="1200" dirty="0" smtClean="0">
                <a:solidFill>
                  <a:schemeClr val="tx1">
                    <a:lumMod val="65000"/>
                    <a:lumOff val="35000"/>
                  </a:schemeClr>
                </a:solidFill>
                <a:latin typeface="+mn-lt"/>
                <a:ea typeface="+mn-ea"/>
                <a:cs typeface="+mn-cs"/>
              </a:defRPr>
            </a:lvl1pPr>
            <a:lvl2pPr marL="231775" indent="0">
              <a:buNone/>
              <a:defRPr/>
            </a:lvl2pPr>
          </a:lstStyle>
          <a:p>
            <a:pPr lvl="0"/>
            <a:r>
              <a:rPr lang="en-US"/>
              <a:t>Click to edit Master text styles</a:t>
            </a:r>
          </a:p>
        </p:txBody>
      </p:sp>
      <p:pic>
        <p:nvPicPr>
          <p:cNvPr id="10" name="Picture 9">
            <a:extLst>
              <a:ext uri="{FF2B5EF4-FFF2-40B4-BE49-F238E27FC236}">
                <a16:creationId xmlns:a16="http://schemas.microsoft.com/office/drawing/2014/main" id="{8A866CA2-65DB-436F-8D60-EF1B866F908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99755" y="5877986"/>
            <a:ext cx="2003556" cy="871730"/>
          </a:xfrm>
          <a:prstGeom prst="rect">
            <a:avLst/>
          </a:prstGeom>
        </p:spPr>
      </p:pic>
    </p:spTree>
    <p:extLst>
      <p:ext uri="{BB962C8B-B14F-4D97-AF65-F5344CB8AC3E}">
        <p14:creationId xmlns:p14="http://schemas.microsoft.com/office/powerpoint/2010/main" val="3688247348"/>
      </p:ext>
    </p:extLst>
  </p:cSld>
  <p:clrMapOvr>
    <a:masterClrMapping/>
  </p:clrMapOvr>
  <p:extLst>
    <p:ext uri="{DCECCB84-F9BA-43D5-87BE-67443E8EF086}">
      <p15:sldGuideLst xmlns:p15="http://schemas.microsoft.com/office/powerpoint/2012/main">
        <p15:guide id="1" orient="horz" pos="4152">
          <p15:clr>
            <a:srgbClr val="FBAE40"/>
          </p15:clr>
        </p15:guide>
        <p15:guide id="2" pos="44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ext Layout">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10A0E587-C2AB-4617-93FA-FB7A60B3F6EF}"/>
              </a:ext>
            </a:extLst>
          </p:cNvPr>
          <p:cNvSpPr>
            <a:spLocks noGrp="1"/>
          </p:cNvSpPr>
          <p:nvPr>
            <p:ph type="title"/>
          </p:nvPr>
        </p:nvSpPr>
        <p:spPr>
          <a:xfrm>
            <a:off x="372725" y="365127"/>
            <a:ext cx="11402008" cy="430468"/>
          </a:xfrm>
          <a:prstGeom prst="rect">
            <a:avLst/>
          </a:prstGeom>
        </p:spPr>
        <p:txBody>
          <a:bodyPr vert="horz" lIns="91440" tIns="45720" rIns="91440" bIns="45720" rtlCol="0" anchor="b">
            <a:noAutofit/>
          </a:bodyPr>
          <a:lstStyle/>
          <a:p>
            <a:r>
              <a:rPr lang="en-US"/>
              <a:t>Click to edit Master title style</a:t>
            </a:r>
          </a:p>
        </p:txBody>
      </p:sp>
      <p:sp>
        <p:nvSpPr>
          <p:cNvPr id="12" name="Text Placeholder 2">
            <a:extLst>
              <a:ext uri="{FF2B5EF4-FFF2-40B4-BE49-F238E27FC236}">
                <a16:creationId xmlns:a16="http://schemas.microsoft.com/office/drawing/2014/main" id="{FA2E85E3-058C-4A43-98A9-3F86585965B7}"/>
              </a:ext>
            </a:extLst>
          </p:cNvPr>
          <p:cNvSpPr>
            <a:spLocks noGrp="1"/>
          </p:cNvSpPr>
          <p:nvPr>
            <p:ph idx="1"/>
          </p:nvPr>
        </p:nvSpPr>
        <p:spPr>
          <a:xfrm>
            <a:off x="372725" y="871874"/>
            <a:ext cx="11402008" cy="530508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D6D3DC01-2D92-4EA7-8018-6198746A7637}"/>
              </a:ext>
            </a:extLst>
          </p:cNvPr>
          <p:cNvSpPr/>
          <p:nvPr userDrawn="1"/>
        </p:nvSpPr>
        <p:spPr>
          <a:xfrm flipV="1">
            <a:off x="0" y="1"/>
            <a:ext cx="12192000" cy="2709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Footer Placeholder 1">
            <a:extLst>
              <a:ext uri="{FF2B5EF4-FFF2-40B4-BE49-F238E27FC236}">
                <a16:creationId xmlns:a16="http://schemas.microsoft.com/office/drawing/2014/main" id="{5FF0CCCF-3D10-46EB-9714-6184AF3531D5}"/>
              </a:ext>
            </a:extLst>
          </p:cNvPr>
          <p:cNvSpPr>
            <a:spLocks noGrp="1"/>
          </p:cNvSpPr>
          <p:nvPr>
            <p:ph type="ftr" sz="quarter" idx="3"/>
          </p:nvPr>
        </p:nvSpPr>
        <p:spPr>
          <a:xfrm>
            <a:off x="824941" y="6356351"/>
            <a:ext cx="4114800" cy="365125"/>
          </a:xfrm>
          <a:prstGeom prst="rect">
            <a:avLst/>
          </a:prstGeom>
        </p:spPr>
        <p:txBody>
          <a:bodyPr vert="horz" lIns="91440" tIns="45720" rIns="91440" bIns="45720" rtlCol="0" anchor="ctr"/>
          <a:lstStyle>
            <a:lvl1pPr algn="l">
              <a:defRPr sz="700">
                <a:solidFill>
                  <a:schemeClr val="bg2"/>
                </a:solidFill>
              </a:defRPr>
            </a:lvl1pPr>
          </a:lstStyle>
          <a:p>
            <a:endParaRPr lang="en-US"/>
          </a:p>
        </p:txBody>
      </p:sp>
      <p:cxnSp>
        <p:nvCxnSpPr>
          <p:cNvPr id="20" name="Straight Connector 19">
            <a:extLst>
              <a:ext uri="{FF2B5EF4-FFF2-40B4-BE49-F238E27FC236}">
                <a16:creationId xmlns:a16="http://schemas.microsoft.com/office/drawing/2014/main" id="{27C8A221-78C4-43E4-9809-77450B617153}"/>
              </a:ext>
            </a:extLst>
          </p:cNvPr>
          <p:cNvCxnSpPr>
            <a:cxnSpLocks/>
          </p:cNvCxnSpPr>
          <p:nvPr userDrawn="1"/>
        </p:nvCxnSpPr>
        <p:spPr>
          <a:xfrm>
            <a:off x="372725" y="795594"/>
            <a:ext cx="266448" cy="0"/>
          </a:xfrm>
          <a:prstGeom prst="line">
            <a:avLst/>
          </a:prstGeom>
          <a:ln w="31750">
            <a:solidFill>
              <a:srgbClr val="46C4F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2F7FFBF-0932-4B97-9033-ECE70808D991}"/>
              </a:ext>
            </a:extLst>
          </p:cNvPr>
          <p:cNvSpPr txBox="1"/>
          <p:nvPr userDrawn="1"/>
        </p:nvSpPr>
        <p:spPr>
          <a:xfrm>
            <a:off x="11180793" y="6588863"/>
            <a:ext cx="939163" cy="215444"/>
          </a:xfrm>
          <a:prstGeom prst="rect">
            <a:avLst/>
          </a:prstGeom>
          <a:noFill/>
        </p:spPr>
        <p:txBody>
          <a:bodyPr wrap="square" rtlCol="0" anchor="ctr">
            <a:spAutoFit/>
          </a:bodyPr>
          <a:lstStyle/>
          <a:p>
            <a:pPr algn="r"/>
            <a:fld id="{CC445941-74CC-4112-9061-4DB01C9C0019}" type="slidenum">
              <a:rPr lang="en-US" sz="800" smtClean="0"/>
              <a:pPr algn="r"/>
              <a:t>‹#›</a:t>
            </a:fld>
            <a:endParaRPr lang="en-US" sz="800"/>
          </a:p>
        </p:txBody>
      </p:sp>
      <p:sp>
        <p:nvSpPr>
          <p:cNvPr id="10" name="Text Placeholder 8">
            <a:extLst>
              <a:ext uri="{FF2B5EF4-FFF2-40B4-BE49-F238E27FC236}">
                <a16:creationId xmlns:a16="http://schemas.microsoft.com/office/drawing/2014/main" id="{CAA8EBAF-5944-4C6D-9C92-BB5C87826EF6}"/>
              </a:ext>
            </a:extLst>
          </p:cNvPr>
          <p:cNvSpPr txBox="1">
            <a:spLocks/>
          </p:cNvSpPr>
          <p:nvPr userDrawn="1"/>
        </p:nvSpPr>
        <p:spPr>
          <a:xfrm>
            <a:off x="5765151" y="6585093"/>
            <a:ext cx="6138019" cy="219456"/>
          </a:xfrm>
          <a:prstGeom prst="rect">
            <a:avLst/>
          </a:prstGeom>
        </p:spPr>
        <p:txBody>
          <a:bodyPr lIns="0" anchor="ctr">
            <a:normAutofit/>
          </a:bodyPr>
          <a:lstStyle>
            <a:lvl1pPr marL="0" marR="0" indent="0" algn="l" defTabSz="914400" rtl="0" eaLnBrk="1" fontAlgn="base" latinLnBrk="0" hangingPunct="1">
              <a:lnSpc>
                <a:spcPct val="100000"/>
              </a:lnSpc>
              <a:spcBef>
                <a:spcPts val="500"/>
              </a:spcBef>
              <a:spcAft>
                <a:spcPts val="300"/>
              </a:spcAft>
              <a:buClr>
                <a:schemeClr val="tx1"/>
              </a:buClr>
              <a:buSzPct val="100000"/>
              <a:buFont typeface="Arial" panose="020B0604020202020204" pitchFamily="34" charset="0"/>
              <a:buNone/>
              <a:tabLst/>
              <a:defRPr lang="en-US" sz="1000" kern="1200" dirty="0" smtClean="0">
                <a:solidFill>
                  <a:schemeClr val="tx1">
                    <a:lumMod val="65000"/>
                    <a:lumOff val="35000"/>
                  </a:schemeClr>
                </a:solidFill>
                <a:latin typeface="+mn-lt"/>
                <a:ea typeface="+mn-ea"/>
                <a:cs typeface="+mn-cs"/>
              </a:defRPr>
            </a:lvl1pPr>
            <a:lvl2pPr marL="231775" marR="0" indent="0"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None/>
              <a:tabLst/>
              <a:defRPr sz="1800" kern="1200">
                <a:solidFill>
                  <a:schemeClr val="tx1"/>
                </a:solidFill>
                <a:latin typeface="+mn-lt"/>
                <a:ea typeface="+mn-ea"/>
                <a:cs typeface="+mn-cs"/>
              </a:defRPr>
            </a:lvl2pPr>
            <a:lvl3pPr marL="687388" marR="0" indent="-225425" algn="l" defTabSz="914400" rtl="0" eaLnBrk="1" fontAlgn="base" latinLnBrk="0" hangingPunct="1">
              <a:lnSpc>
                <a:spcPct val="100000"/>
              </a:lnSpc>
              <a:spcBef>
                <a:spcPts val="500"/>
              </a:spcBef>
              <a:spcAft>
                <a:spcPts val="300"/>
              </a:spcAft>
              <a:buClr>
                <a:schemeClr val="tx1"/>
              </a:buClr>
              <a:buSzPct val="100000"/>
              <a:buFont typeface="Wingdings" panose="05000000000000000000" pitchFamily="2" charset="2"/>
              <a:buChar char=""/>
              <a:tabLst/>
              <a:defRPr sz="1800" kern="1200">
                <a:solidFill>
                  <a:schemeClr val="tx1"/>
                </a:solidFill>
                <a:latin typeface="+mn-lt"/>
                <a:ea typeface="+mn-ea"/>
                <a:cs typeface="+mn-cs"/>
              </a:defRPr>
            </a:lvl3pPr>
            <a:lvl4pPr marL="914400" marR="0" indent="-227013"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Char char="-"/>
              <a:tabLst/>
              <a:defRPr sz="1800" kern="1200">
                <a:solidFill>
                  <a:schemeClr val="tx1"/>
                </a:solidFill>
                <a:latin typeface="+mn-lt"/>
                <a:ea typeface="+mn-ea"/>
                <a:cs typeface="+mn-cs"/>
              </a:defRPr>
            </a:lvl4pPr>
            <a:lvl5pPr marL="1141413" marR="0" indent="-227013" algn="l" defTabSz="914400" rtl="0" eaLnBrk="1" fontAlgn="base" latinLnBrk="0" hangingPunct="1">
              <a:lnSpc>
                <a:spcPct val="100000"/>
              </a:lnSpc>
              <a:spcBef>
                <a:spcPts val="500"/>
              </a:spcBef>
              <a:spcAft>
                <a:spcPts val="300"/>
              </a:spcAft>
              <a:buClr>
                <a:schemeClr val="tx1"/>
              </a:buClr>
              <a:buSzPct val="100000"/>
              <a:buFont typeface="Arial" panose="020B0604020202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r"/>
            <a:r>
              <a:rPr lang="en-US" sz="800" spc="10" baseline="0">
                <a:solidFill>
                  <a:schemeClr val="tx1"/>
                </a:solidFill>
              </a:rPr>
              <a:t>LOCKTON COMPANIES  |</a:t>
            </a:r>
          </a:p>
        </p:txBody>
      </p:sp>
    </p:spTree>
    <p:extLst>
      <p:ext uri="{BB962C8B-B14F-4D97-AF65-F5344CB8AC3E}">
        <p14:creationId xmlns:p14="http://schemas.microsoft.com/office/powerpoint/2010/main" val="3490432965"/>
      </p:ext>
    </p:extLst>
  </p:cSld>
  <p:clrMapOvr>
    <a:masterClrMapping/>
  </p:clrMapOvr>
  <p:extLst>
    <p:ext uri="{DCECCB84-F9BA-43D5-87BE-67443E8EF086}">
      <p15:sldGuideLst xmlns:p15="http://schemas.microsoft.com/office/powerpoint/2012/main">
        <p15:guide id="1" orient="horz" pos="4152">
          <p15:clr>
            <a:srgbClr val="FBAE40"/>
          </p15:clr>
        </p15:guide>
        <p15:guide id="2" pos="44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4E4558F-7D54-4D8A-B8AC-F1F2D97FEA79}"/>
              </a:ext>
            </a:extLst>
          </p:cNvPr>
          <p:cNvSpPr/>
          <p:nvPr userDrawn="1"/>
        </p:nvSpPr>
        <p:spPr>
          <a:xfrm>
            <a:off x="159847" y="141572"/>
            <a:ext cx="11879672" cy="65278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88A4AEAC-ABFD-4CCB-A2C6-B44CDFD69F88}"/>
              </a:ext>
            </a:extLst>
          </p:cNvPr>
          <p:cNvCxnSpPr>
            <a:cxnSpLocks/>
          </p:cNvCxnSpPr>
          <p:nvPr userDrawn="1"/>
        </p:nvCxnSpPr>
        <p:spPr>
          <a:xfrm>
            <a:off x="5113652" y="3396014"/>
            <a:ext cx="1972062" cy="0"/>
          </a:xfrm>
          <a:prstGeom prst="line">
            <a:avLst/>
          </a:prstGeom>
          <a:noFill/>
          <a:ln w="31750" cap="flat" cmpd="sng" algn="ctr">
            <a:solidFill>
              <a:srgbClr val="00AEEF"/>
            </a:solidFill>
            <a:prstDash val="solid"/>
          </a:ln>
          <a:effectLst/>
        </p:spPr>
      </p:cxnSp>
      <p:sp>
        <p:nvSpPr>
          <p:cNvPr id="3" name="Text Placeholder 2">
            <a:extLst>
              <a:ext uri="{FF2B5EF4-FFF2-40B4-BE49-F238E27FC236}">
                <a16:creationId xmlns:a16="http://schemas.microsoft.com/office/drawing/2014/main" id="{F4793008-BED3-42EE-B704-2512B8DC9E87}"/>
              </a:ext>
            </a:extLst>
          </p:cNvPr>
          <p:cNvSpPr>
            <a:spLocks noGrp="1"/>
          </p:cNvSpPr>
          <p:nvPr>
            <p:ph type="body" sz="quarter" idx="10"/>
          </p:nvPr>
        </p:nvSpPr>
        <p:spPr>
          <a:xfrm>
            <a:off x="819150" y="2008188"/>
            <a:ext cx="10553700" cy="1746250"/>
          </a:xfrm>
        </p:spPr>
        <p:txBody>
          <a:bodyPr anchor="ctr">
            <a:normAutofit/>
          </a:bodyPr>
          <a:lstStyle>
            <a:lvl1pPr algn="ctr">
              <a:defRPr sz="4000" i="0">
                <a:solidFill>
                  <a:schemeClr val="bg1"/>
                </a:solidFill>
                <a:latin typeface="+mj-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526156851"/>
      </p:ext>
    </p:extLst>
  </p:cSld>
  <p:clrMapOvr>
    <a:masterClrMapping/>
  </p:clrMapOvr>
  <p:extLst>
    <p:ext uri="{DCECCB84-F9BA-43D5-87BE-67443E8EF086}">
      <p15:sldGuideLst xmlns:p15="http://schemas.microsoft.com/office/powerpoint/2012/main">
        <p15:guide id="1" orient="horz" pos="4152">
          <p15:clr>
            <a:srgbClr val="FBAE40"/>
          </p15:clr>
        </p15:guide>
        <p15:guide id="2" pos="4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op Header - Text Image">
    <p:spTree>
      <p:nvGrpSpPr>
        <p:cNvPr id="1" name=""/>
        <p:cNvGrpSpPr/>
        <p:nvPr/>
      </p:nvGrpSpPr>
      <p:grpSpPr>
        <a:xfrm>
          <a:off x="0" y="0"/>
          <a:ext cx="0" cy="0"/>
          <a:chOff x="0" y="0"/>
          <a:chExt cx="0" cy="0"/>
        </a:xfrm>
      </p:grpSpPr>
      <p:sp>
        <p:nvSpPr>
          <p:cNvPr id="8" name="Slide Number Placeholder 4">
            <a:extLst>
              <a:ext uri="{FF2B5EF4-FFF2-40B4-BE49-F238E27FC236}">
                <a16:creationId xmlns:a16="http://schemas.microsoft.com/office/drawing/2014/main" id="{D79ABD59-3C6E-0F98-BC3B-1DCD35EC00DC}"/>
              </a:ext>
            </a:extLst>
          </p:cNvPr>
          <p:cNvSpPr>
            <a:spLocks noGrp="1"/>
          </p:cNvSpPr>
          <p:nvPr>
            <p:ph type="sldNum" sz="quarter" idx="12"/>
          </p:nvPr>
        </p:nvSpPr>
        <p:spPr>
          <a:xfrm>
            <a:off x="11548872" y="6400800"/>
            <a:ext cx="393192" cy="228600"/>
          </a:xfrm>
        </p:spPr>
        <p:txBody>
          <a:bodyPr/>
          <a:lstStyle>
            <a:lvl1pPr algn="ctr">
              <a:defRPr sz="500"/>
            </a:lvl1pPr>
          </a:lstStyle>
          <a:p>
            <a:fld id="{3204E9C4-267D-9D4E-8999-242551C13194}" type="slidenum">
              <a:rPr lang="en-US" smtClean="0"/>
              <a:pPr/>
              <a:t>‹#›</a:t>
            </a:fld>
            <a:endParaRPr lang="en-US"/>
          </a:p>
        </p:txBody>
      </p:sp>
      <p:sp>
        <p:nvSpPr>
          <p:cNvPr id="9" name="TextBox 13">
            <a:extLst>
              <a:ext uri="{FF2B5EF4-FFF2-40B4-BE49-F238E27FC236}">
                <a16:creationId xmlns:a16="http://schemas.microsoft.com/office/drawing/2014/main" id="{13D20029-CB52-0265-0BB6-1C379A1E7EB1}"/>
              </a:ext>
            </a:extLst>
          </p:cNvPr>
          <p:cNvSpPr txBox="1"/>
          <p:nvPr/>
        </p:nvSpPr>
        <p:spPr>
          <a:xfrm>
            <a:off x="9255725" y="6422203"/>
            <a:ext cx="2357032" cy="1795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r" defTabSz="2438337">
              <a:defRPr sz="500">
                <a:solidFill>
                  <a:srgbClr val="808080"/>
                </a:solidFill>
              </a:defRPr>
            </a:lvl1pPr>
          </a:lstStyle>
          <a:p>
            <a:pPr hangingPunct="0"/>
            <a:r>
              <a:rPr lang="en-US" kern="0">
                <a:solidFill>
                  <a:schemeClr val="bg2"/>
                </a:solidFill>
                <a:cs typeface="Arial" panose="020B0604020202020204" pitchFamily="34" charset="0"/>
                <a:sym typeface="Arial"/>
              </a:rPr>
              <a:t>2024</a:t>
            </a:r>
            <a:r>
              <a:rPr kern="0">
                <a:solidFill>
                  <a:schemeClr val="bg2"/>
                </a:solidFill>
                <a:cs typeface="Arial" panose="020B0604020202020204" pitchFamily="34" charset="0"/>
                <a:sym typeface="Arial"/>
              </a:rPr>
              <a:t> Rightpoint. All rights reserved. Confidential.</a:t>
            </a:r>
          </a:p>
        </p:txBody>
      </p:sp>
      <p:grpSp>
        <p:nvGrpSpPr>
          <p:cNvPr id="41" name="Group 40">
            <a:extLst>
              <a:ext uri="{FF2B5EF4-FFF2-40B4-BE49-F238E27FC236}">
                <a16:creationId xmlns:a16="http://schemas.microsoft.com/office/drawing/2014/main" id="{455D19F2-3D3C-B992-F64A-F680FD6172C9}"/>
              </a:ext>
            </a:extLst>
          </p:cNvPr>
          <p:cNvGrpSpPr>
            <a:grpSpLocks noChangeAspect="1"/>
          </p:cNvGrpSpPr>
          <p:nvPr/>
        </p:nvGrpSpPr>
        <p:grpSpPr>
          <a:xfrm>
            <a:off x="402334" y="6422203"/>
            <a:ext cx="502920" cy="208657"/>
            <a:chOff x="402335" y="6422203"/>
            <a:chExt cx="418503" cy="174513"/>
          </a:xfrm>
        </p:grpSpPr>
        <p:grpSp>
          <p:nvGrpSpPr>
            <p:cNvPr id="39" name="Group 38">
              <a:extLst>
                <a:ext uri="{FF2B5EF4-FFF2-40B4-BE49-F238E27FC236}">
                  <a16:creationId xmlns:a16="http://schemas.microsoft.com/office/drawing/2014/main" id="{4F235674-9702-55C2-3821-40C1C74E58F6}"/>
                </a:ext>
              </a:extLst>
            </p:cNvPr>
            <p:cNvGrpSpPr/>
            <p:nvPr/>
          </p:nvGrpSpPr>
          <p:grpSpPr>
            <a:xfrm>
              <a:off x="628161" y="6422203"/>
              <a:ext cx="192677" cy="99722"/>
              <a:chOff x="628161" y="6422203"/>
              <a:chExt cx="192677" cy="99722"/>
            </a:xfrm>
          </p:grpSpPr>
          <p:sp>
            <p:nvSpPr>
              <p:cNvPr id="32" name="Freeform 31">
                <a:extLst>
                  <a:ext uri="{FF2B5EF4-FFF2-40B4-BE49-F238E27FC236}">
                    <a16:creationId xmlns:a16="http://schemas.microsoft.com/office/drawing/2014/main" id="{C3C94F65-A29D-A6F8-F933-EA3E00D7E8CD}"/>
                  </a:ext>
                </a:extLst>
              </p:cNvPr>
              <p:cNvSpPr/>
              <p:nvPr/>
            </p:nvSpPr>
            <p:spPr>
              <a:xfrm>
                <a:off x="800121" y="6422203"/>
                <a:ext cx="20717" cy="20775"/>
              </a:xfrm>
              <a:custGeom>
                <a:avLst/>
                <a:gdLst>
                  <a:gd name="connsiteX0" fmla="*/ 9499 w 18997"/>
                  <a:gd name="connsiteY0" fmla="*/ 0 h 19050"/>
                  <a:gd name="connsiteX1" fmla="*/ 0 w 18997"/>
                  <a:gd name="connsiteY1" fmla="*/ 9525 h 19050"/>
                  <a:gd name="connsiteX2" fmla="*/ 9499 w 18997"/>
                  <a:gd name="connsiteY2" fmla="*/ 19050 h 19050"/>
                  <a:gd name="connsiteX3" fmla="*/ 18998 w 18997"/>
                  <a:gd name="connsiteY3" fmla="*/ 9525 h 19050"/>
                  <a:gd name="connsiteX4" fmla="*/ 9499 w 18997"/>
                  <a:gd name="connsiteY4" fmla="*/ 0 h 19050"/>
                  <a:gd name="connsiteX5" fmla="*/ 9499 w 18997"/>
                  <a:gd name="connsiteY5" fmla="*/ 17145 h 19050"/>
                  <a:gd name="connsiteX6" fmla="*/ 1900 w 18997"/>
                  <a:gd name="connsiteY6" fmla="*/ 9525 h 19050"/>
                  <a:gd name="connsiteX7" fmla="*/ 9499 w 18997"/>
                  <a:gd name="connsiteY7" fmla="*/ 1905 h 19050"/>
                  <a:gd name="connsiteX8" fmla="*/ 17098 w 18997"/>
                  <a:gd name="connsiteY8" fmla="*/ 9525 h 19050"/>
                  <a:gd name="connsiteX9" fmla="*/ 9499 w 18997"/>
                  <a:gd name="connsiteY9" fmla="*/ 17145 h 19050"/>
                  <a:gd name="connsiteX10" fmla="*/ 9499 w 18997"/>
                  <a:gd name="connsiteY10" fmla="*/ 1714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997" h="19050">
                    <a:moveTo>
                      <a:pt x="9499" y="0"/>
                    </a:moveTo>
                    <a:cubicBezTo>
                      <a:pt x="4749" y="0"/>
                      <a:pt x="0" y="3810"/>
                      <a:pt x="0" y="9525"/>
                    </a:cubicBezTo>
                    <a:cubicBezTo>
                      <a:pt x="0" y="15240"/>
                      <a:pt x="3799" y="19050"/>
                      <a:pt x="9499" y="19050"/>
                    </a:cubicBezTo>
                    <a:cubicBezTo>
                      <a:pt x="14248" y="19050"/>
                      <a:pt x="18998" y="15240"/>
                      <a:pt x="18998" y="9525"/>
                    </a:cubicBezTo>
                    <a:cubicBezTo>
                      <a:pt x="18998" y="3810"/>
                      <a:pt x="15198" y="0"/>
                      <a:pt x="9499" y="0"/>
                    </a:cubicBezTo>
                    <a:close/>
                    <a:moveTo>
                      <a:pt x="9499" y="17145"/>
                    </a:moveTo>
                    <a:cubicBezTo>
                      <a:pt x="5699" y="17145"/>
                      <a:pt x="1900" y="14288"/>
                      <a:pt x="1900" y="9525"/>
                    </a:cubicBezTo>
                    <a:cubicBezTo>
                      <a:pt x="1900" y="4763"/>
                      <a:pt x="4749" y="1905"/>
                      <a:pt x="9499" y="1905"/>
                    </a:cubicBezTo>
                    <a:cubicBezTo>
                      <a:pt x="13298" y="1905"/>
                      <a:pt x="17098" y="4763"/>
                      <a:pt x="17098" y="9525"/>
                    </a:cubicBezTo>
                    <a:cubicBezTo>
                      <a:pt x="17098" y="14288"/>
                      <a:pt x="14248" y="17145"/>
                      <a:pt x="9499" y="17145"/>
                    </a:cubicBezTo>
                    <a:lnTo>
                      <a:pt x="9499" y="17145"/>
                    </a:lnTo>
                    <a:close/>
                  </a:path>
                </a:pathLst>
              </a:custGeom>
              <a:solidFill>
                <a:srgbClr val="212121"/>
              </a:solidFill>
              <a:ln w="9486"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8041EBEC-10A7-3F84-FCA5-04503846162F}"/>
                  </a:ext>
                </a:extLst>
              </p:cNvPr>
              <p:cNvSpPr/>
              <p:nvPr/>
            </p:nvSpPr>
            <p:spPr>
              <a:xfrm>
                <a:off x="805301" y="6426359"/>
                <a:ext cx="9322" cy="10388"/>
              </a:xfrm>
              <a:custGeom>
                <a:avLst/>
                <a:gdLst>
                  <a:gd name="connsiteX0" fmla="*/ 6649 w 8548"/>
                  <a:gd name="connsiteY0" fmla="*/ 5715 h 9525"/>
                  <a:gd name="connsiteX1" fmla="*/ 8549 w 8548"/>
                  <a:gd name="connsiteY1" fmla="*/ 2857 h 9525"/>
                  <a:gd name="connsiteX2" fmla="*/ 4749 w 8548"/>
                  <a:gd name="connsiteY2" fmla="*/ 0 h 9525"/>
                  <a:gd name="connsiteX3" fmla="*/ 0 w 8548"/>
                  <a:gd name="connsiteY3" fmla="*/ 0 h 9525"/>
                  <a:gd name="connsiteX4" fmla="*/ 0 w 8548"/>
                  <a:gd name="connsiteY4" fmla="*/ 9525 h 9525"/>
                  <a:gd name="connsiteX5" fmla="*/ 1900 w 8548"/>
                  <a:gd name="connsiteY5" fmla="*/ 9525 h 9525"/>
                  <a:gd name="connsiteX6" fmla="*/ 1900 w 8548"/>
                  <a:gd name="connsiteY6" fmla="*/ 5715 h 9525"/>
                  <a:gd name="connsiteX7" fmla="*/ 3799 w 8548"/>
                  <a:gd name="connsiteY7" fmla="*/ 5715 h 9525"/>
                  <a:gd name="connsiteX8" fmla="*/ 5699 w 8548"/>
                  <a:gd name="connsiteY8" fmla="*/ 7620 h 9525"/>
                  <a:gd name="connsiteX9" fmla="*/ 5699 w 8548"/>
                  <a:gd name="connsiteY9" fmla="*/ 9525 h 9525"/>
                  <a:gd name="connsiteX10" fmla="*/ 7599 w 8548"/>
                  <a:gd name="connsiteY10" fmla="*/ 9525 h 9525"/>
                  <a:gd name="connsiteX11" fmla="*/ 7599 w 8548"/>
                  <a:gd name="connsiteY11" fmla="*/ 7620 h 9525"/>
                  <a:gd name="connsiteX12" fmla="*/ 6649 w 8548"/>
                  <a:gd name="connsiteY12" fmla="*/ 5715 h 9525"/>
                  <a:gd name="connsiteX13" fmla="*/ 6649 w 8548"/>
                  <a:gd name="connsiteY13" fmla="*/ 5715 h 9525"/>
                  <a:gd name="connsiteX14" fmla="*/ 5699 w 8548"/>
                  <a:gd name="connsiteY14" fmla="*/ 5715 h 9525"/>
                  <a:gd name="connsiteX15" fmla="*/ 3799 w 8548"/>
                  <a:gd name="connsiteY15" fmla="*/ 5715 h 9525"/>
                  <a:gd name="connsiteX16" fmla="*/ 3799 w 8548"/>
                  <a:gd name="connsiteY16" fmla="*/ 2857 h 9525"/>
                  <a:gd name="connsiteX17" fmla="*/ 5699 w 8548"/>
                  <a:gd name="connsiteY17" fmla="*/ 2857 h 9525"/>
                  <a:gd name="connsiteX18" fmla="*/ 7599 w 8548"/>
                  <a:gd name="connsiteY18" fmla="*/ 4763 h 9525"/>
                  <a:gd name="connsiteX19" fmla="*/ 5699 w 8548"/>
                  <a:gd name="connsiteY19" fmla="*/ 5715 h 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548" h="9525">
                    <a:moveTo>
                      <a:pt x="6649" y="5715"/>
                    </a:moveTo>
                    <a:cubicBezTo>
                      <a:pt x="7599" y="5715"/>
                      <a:pt x="8549" y="4763"/>
                      <a:pt x="8549" y="2857"/>
                    </a:cubicBezTo>
                    <a:cubicBezTo>
                      <a:pt x="8549" y="952"/>
                      <a:pt x="7599" y="0"/>
                      <a:pt x="4749" y="0"/>
                    </a:cubicBezTo>
                    <a:lnTo>
                      <a:pt x="0" y="0"/>
                    </a:lnTo>
                    <a:lnTo>
                      <a:pt x="0" y="9525"/>
                    </a:lnTo>
                    <a:lnTo>
                      <a:pt x="1900" y="9525"/>
                    </a:lnTo>
                    <a:lnTo>
                      <a:pt x="1900" y="5715"/>
                    </a:lnTo>
                    <a:lnTo>
                      <a:pt x="3799" y="5715"/>
                    </a:lnTo>
                    <a:cubicBezTo>
                      <a:pt x="4749" y="5715"/>
                      <a:pt x="5699" y="5715"/>
                      <a:pt x="5699" y="7620"/>
                    </a:cubicBezTo>
                    <a:cubicBezTo>
                      <a:pt x="5699" y="8573"/>
                      <a:pt x="5699" y="9525"/>
                      <a:pt x="5699" y="9525"/>
                    </a:cubicBezTo>
                    <a:lnTo>
                      <a:pt x="7599" y="9525"/>
                    </a:lnTo>
                    <a:cubicBezTo>
                      <a:pt x="7599" y="9525"/>
                      <a:pt x="7599" y="8573"/>
                      <a:pt x="7599" y="7620"/>
                    </a:cubicBezTo>
                    <a:cubicBezTo>
                      <a:pt x="8549" y="6668"/>
                      <a:pt x="8549" y="6668"/>
                      <a:pt x="6649" y="5715"/>
                    </a:cubicBezTo>
                    <a:lnTo>
                      <a:pt x="6649" y="5715"/>
                    </a:lnTo>
                    <a:close/>
                    <a:moveTo>
                      <a:pt x="5699" y="5715"/>
                    </a:moveTo>
                    <a:lnTo>
                      <a:pt x="3799" y="5715"/>
                    </a:lnTo>
                    <a:lnTo>
                      <a:pt x="3799" y="2857"/>
                    </a:lnTo>
                    <a:lnTo>
                      <a:pt x="5699" y="2857"/>
                    </a:lnTo>
                    <a:cubicBezTo>
                      <a:pt x="6649" y="2857"/>
                      <a:pt x="7599" y="3810"/>
                      <a:pt x="7599" y="4763"/>
                    </a:cubicBezTo>
                    <a:cubicBezTo>
                      <a:pt x="7599" y="4763"/>
                      <a:pt x="6649" y="5715"/>
                      <a:pt x="5699" y="5715"/>
                    </a:cubicBezTo>
                    <a:close/>
                  </a:path>
                </a:pathLst>
              </a:custGeom>
              <a:solidFill>
                <a:srgbClr val="212121"/>
              </a:solidFill>
              <a:ln w="9486"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B2AA5B0D-8FF6-6FBC-723A-B74B177AD252}"/>
                  </a:ext>
                </a:extLst>
              </p:cNvPr>
              <p:cNvSpPr/>
              <p:nvPr/>
            </p:nvSpPr>
            <p:spPr>
              <a:xfrm>
                <a:off x="628161" y="6424281"/>
                <a:ext cx="77692" cy="97644"/>
              </a:xfrm>
              <a:custGeom>
                <a:avLst/>
                <a:gdLst>
                  <a:gd name="connsiteX0" fmla="*/ 12348 w 71240"/>
                  <a:gd name="connsiteY0" fmla="*/ 43815 h 89535"/>
                  <a:gd name="connsiteX1" fmla="*/ 36095 w 71240"/>
                  <a:gd name="connsiteY1" fmla="*/ 43815 h 89535"/>
                  <a:gd name="connsiteX2" fmla="*/ 57942 w 71240"/>
                  <a:gd name="connsiteY2" fmla="*/ 26670 h 89535"/>
                  <a:gd name="connsiteX3" fmla="*/ 52243 w 71240"/>
                  <a:gd name="connsiteY3" fmla="*/ 14288 h 89535"/>
                  <a:gd name="connsiteX4" fmla="*/ 36095 w 71240"/>
                  <a:gd name="connsiteY4" fmla="*/ 9525 h 89535"/>
                  <a:gd name="connsiteX5" fmla="*/ 12348 w 71240"/>
                  <a:gd name="connsiteY5" fmla="*/ 9525 h 89535"/>
                  <a:gd name="connsiteX6" fmla="*/ 12348 w 71240"/>
                  <a:gd name="connsiteY6" fmla="*/ 43815 h 89535"/>
                  <a:gd name="connsiteX7" fmla="*/ 12348 w 71240"/>
                  <a:gd name="connsiteY7" fmla="*/ 53340 h 89535"/>
                  <a:gd name="connsiteX8" fmla="*/ 12348 w 71240"/>
                  <a:gd name="connsiteY8" fmla="*/ 89535 h 89535"/>
                  <a:gd name="connsiteX9" fmla="*/ 0 w 71240"/>
                  <a:gd name="connsiteY9" fmla="*/ 89535 h 89535"/>
                  <a:gd name="connsiteX10" fmla="*/ 0 w 71240"/>
                  <a:gd name="connsiteY10" fmla="*/ 0 h 89535"/>
                  <a:gd name="connsiteX11" fmla="*/ 36095 w 71240"/>
                  <a:gd name="connsiteY11" fmla="*/ 0 h 89535"/>
                  <a:gd name="connsiteX12" fmla="*/ 60792 w 71240"/>
                  <a:gd name="connsiteY12" fmla="*/ 6668 h 89535"/>
                  <a:gd name="connsiteX13" fmla="*/ 69341 w 71240"/>
                  <a:gd name="connsiteY13" fmla="*/ 25718 h 89535"/>
                  <a:gd name="connsiteX14" fmla="*/ 63642 w 71240"/>
                  <a:gd name="connsiteY14" fmla="*/ 40957 h 89535"/>
                  <a:gd name="connsiteX15" fmla="*/ 49394 w 71240"/>
                  <a:gd name="connsiteY15" fmla="*/ 47625 h 89535"/>
                  <a:gd name="connsiteX16" fmla="*/ 66491 w 71240"/>
                  <a:gd name="connsiteY16" fmla="*/ 66675 h 89535"/>
                  <a:gd name="connsiteX17" fmla="*/ 68391 w 71240"/>
                  <a:gd name="connsiteY17" fmla="*/ 81915 h 89535"/>
                  <a:gd name="connsiteX18" fmla="*/ 71241 w 71240"/>
                  <a:gd name="connsiteY18" fmla="*/ 88582 h 89535"/>
                  <a:gd name="connsiteX19" fmla="*/ 58892 w 71240"/>
                  <a:gd name="connsiteY19" fmla="*/ 88582 h 89535"/>
                  <a:gd name="connsiteX20" fmla="*/ 55093 w 71240"/>
                  <a:gd name="connsiteY20" fmla="*/ 69532 h 89535"/>
                  <a:gd name="connsiteX21" fmla="*/ 37995 w 71240"/>
                  <a:gd name="connsiteY21" fmla="*/ 53340 h 89535"/>
                  <a:gd name="connsiteX22" fmla="*/ 12348 w 71240"/>
                  <a:gd name="connsiteY22" fmla="*/ 53340 h 89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1240" h="89535">
                    <a:moveTo>
                      <a:pt x="12348" y="43815"/>
                    </a:moveTo>
                    <a:lnTo>
                      <a:pt x="36095" y="43815"/>
                    </a:lnTo>
                    <a:cubicBezTo>
                      <a:pt x="50343" y="43815"/>
                      <a:pt x="57942" y="38100"/>
                      <a:pt x="57942" y="26670"/>
                    </a:cubicBezTo>
                    <a:cubicBezTo>
                      <a:pt x="57942" y="20955"/>
                      <a:pt x="56043" y="17145"/>
                      <a:pt x="52243" y="14288"/>
                    </a:cubicBezTo>
                    <a:cubicBezTo>
                      <a:pt x="48444" y="11430"/>
                      <a:pt x="42744" y="9525"/>
                      <a:pt x="36095" y="9525"/>
                    </a:cubicBezTo>
                    <a:lnTo>
                      <a:pt x="12348" y="9525"/>
                    </a:lnTo>
                    <a:lnTo>
                      <a:pt x="12348" y="43815"/>
                    </a:lnTo>
                    <a:close/>
                    <a:moveTo>
                      <a:pt x="12348" y="53340"/>
                    </a:moveTo>
                    <a:lnTo>
                      <a:pt x="12348" y="89535"/>
                    </a:lnTo>
                    <a:lnTo>
                      <a:pt x="0" y="89535"/>
                    </a:lnTo>
                    <a:lnTo>
                      <a:pt x="0" y="0"/>
                    </a:lnTo>
                    <a:lnTo>
                      <a:pt x="36095" y="0"/>
                    </a:lnTo>
                    <a:cubicBezTo>
                      <a:pt x="47494" y="0"/>
                      <a:pt x="55093" y="1905"/>
                      <a:pt x="60792" y="6668"/>
                    </a:cubicBezTo>
                    <a:cubicBezTo>
                      <a:pt x="66491" y="11430"/>
                      <a:pt x="69341" y="18098"/>
                      <a:pt x="69341" y="25718"/>
                    </a:cubicBezTo>
                    <a:cubicBezTo>
                      <a:pt x="69341" y="32385"/>
                      <a:pt x="67441" y="37148"/>
                      <a:pt x="63642" y="40957"/>
                    </a:cubicBezTo>
                    <a:cubicBezTo>
                      <a:pt x="59842" y="44768"/>
                      <a:pt x="55093" y="46673"/>
                      <a:pt x="49394" y="47625"/>
                    </a:cubicBezTo>
                    <a:cubicBezTo>
                      <a:pt x="59842" y="49530"/>
                      <a:pt x="65541" y="56198"/>
                      <a:pt x="66491" y="66675"/>
                    </a:cubicBezTo>
                    <a:cubicBezTo>
                      <a:pt x="67441" y="74295"/>
                      <a:pt x="67441" y="79057"/>
                      <a:pt x="68391" y="81915"/>
                    </a:cubicBezTo>
                    <a:cubicBezTo>
                      <a:pt x="68391" y="84773"/>
                      <a:pt x="69341" y="86678"/>
                      <a:pt x="71241" y="88582"/>
                    </a:cubicBezTo>
                    <a:lnTo>
                      <a:pt x="58892" y="88582"/>
                    </a:lnTo>
                    <a:cubicBezTo>
                      <a:pt x="56993" y="85725"/>
                      <a:pt x="56043" y="80010"/>
                      <a:pt x="55093" y="69532"/>
                    </a:cubicBezTo>
                    <a:cubicBezTo>
                      <a:pt x="54143" y="58103"/>
                      <a:pt x="48444" y="53340"/>
                      <a:pt x="37995" y="53340"/>
                    </a:cubicBezTo>
                    <a:lnTo>
                      <a:pt x="12348" y="53340"/>
                    </a:lnTo>
                    <a:close/>
                  </a:path>
                </a:pathLst>
              </a:custGeom>
              <a:solidFill>
                <a:srgbClr val="212121"/>
              </a:solidFill>
              <a:ln w="9486" cap="flat">
                <a:noFill/>
                <a:prstDash val="solid"/>
                <a:miter/>
              </a:ln>
            </p:spPr>
            <p:txBody>
              <a:bodyPr rtlCol="0" anchor="ctr"/>
              <a:lstStyle/>
              <a:p>
                <a:endParaRPr lang="en-US"/>
              </a:p>
            </p:txBody>
          </p:sp>
          <p:sp>
            <p:nvSpPr>
              <p:cNvPr id="35" name="Freeform 34">
                <a:extLst>
                  <a:ext uri="{FF2B5EF4-FFF2-40B4-BE49-F238E27FC236}">
                    <a16:creationId xmlns:a16="http://schemas.microsoft.com/office/drawing/2014/main" id="{7EE72DFB-CCDB-7862-4D8C-84661A6CD2A9}"/>
                  </a:ext>
                </a:extLst>
              </p:cNvPr>
              <p:cNvSpPr/>
              <p:nvPr/>
            </p:nvSpPr>
            <p:spPr>
              <a:xfrm>
                <a:off x="719321" y="6424281"/>
                <a:ext cx="73549" cy="97644"/>
              </a:xfrm>
              <a:custGeom>
                <a:avLst/>
                <a:gdLst>
                  <a:gd name="connsiteX0" fmla="*/ 12348 w 67441"/>
                  <a:gd name="connsiteY0" fmla="*/ 56198 h 89535"/>
                  <a:gd name="connsiteX1" fmla="*/ 12348 w 67441"/>
                  <a:gd name="connsiteY1" fmla="*/ 89535 h 89535"/>
                  <a:gd name="connsiteX2" fmla="*/ 0 w 67441"/>
                  <a:gd name="connsiteY2" fmla="*/ 89535 h 89535"/>
                  <a:gd name="connsiteX3" fmla="*/ 0 w 67441"/>
                  <a:gd name="connsiteY3" fmla="*/ 0 h 89535"/>
                  <a:gd name="connsiteX4" fmla="*/ 32296 w 67441"/>
                  <a:gd name="connsiteY4" fmla="*/ 0 h 89535"/>
                  <a:gd name="connsiteX5" fmla="*/ 57942 w 67441"/>
                  <a:gd name="connsiteY5" fmla="*/ 7620 h 89535"/>
                  <a:gd name="connsiteX6" fmla="*/ 67441 w 67441"/>
                  <a:gd name="connsiteY6" fmla="*/ 28575 h 89535"/>
                  <a:gd name="connsiteX7" fmla="*/ 57942 w 67441"/>
                  <a:gd name="connsiteY7" fmla="*/ 49530 h 89535"/>
                  <a:gd name="connsiteX8" fmla="*/ 32296 w 67441"/>
                  <a:gd name="connsiteY8" fmla="*/ 57150 h 89535"/>
                  <a:gd name="connsiteX9" fmla="*/ 12348 w 67441"/>
                  <a:gd name="connsiteY9" fmla="*/ 57150 h 89535"/>
                  <a:gd name="connsiteX10" fmla="*/ 12348 w 67441"/>
                  <a:gd name="connsiteY10" fmla="*/ 45720 h 89535"/>
                  <a:gd name="connsiteX11" fmla="*/ 32296 w 67441"/>
                  <a:gd name="connsiteY11" fmla="*/ 45720 h 89535"/>
                  <a:gd name="connsiteX12" fmla="*/ 55093 w 67441"/>
                  <a:gd name="connsiteY12" fmla="*/ 27623 h 89535"/>
                  <a:gd name="connsiteX13" fmla="*/ 32296 w 67441"/>
                  <a:gd name="connsiteY13" fmla="*/ 9525 h 89535"/>
                  <a:gd name="connsiteX14" fmla="*/ 12348 w 67441"/>
                  <a:gd name="connsiteY14" fmla="*/ 9525 h 89535"/>
                  <a:gd name="connsiteX15" fmla="*/ 12348 w 67441"/>
                  <a:gd name="connsiteY15" fmla="*/ 45720 h 89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7441" h="89535">
                    <a:moveTo>
                      <a:pt x="12348" y="56198"/>
                    </a:moveTo>
                    <a:lnTo>
                      <a:pt x="12348" y="89535"/>
                    </a:lnTo>
                    <a:lnTo>
                      <a:pt x="0" y="89535"/>
                    </a:lnTo>
                    <a:lnTo>
                      <a:pt x="0" y="0"/>
                    </a:lnTo>
                    <a:lnTo>
                      <a:pt x="32296" y="0"/>
                    </a:lnTo>
                    <a:cubicBezTo>
                      <a:pt x="43694" y="0"/>
                      <a:pt x="51293" y="2857"/>
                      <a:pt x="57942" y="7620"/>
                    </a:cubicBezTo>
                    <a:cubicBezTo>
                      <a:pt x="63642" y="12382"/>
                      <a:pt x="67441" y="19050"/>
                      <a:pt x="67441" y="28575"/>
                    </a:cubicBezTo>
                    <a:cubicBezTo>
                      <a:pt x="67441" y="37148"/>
                      <a:pt x="64592" y="43815"/>
                      <a:pt x="57942" y="49530"/>
                    </a:cubicBezTo>
                    <a:cubicBezTo>
                      <a:pt x="52243" y="54293"/>
                      <a:pt x="43694" y="57150"/>
                      <a:pt x="32296" y="57150"/>
                    </a:cubicBezTo>
                    <a:lnTo>
                      <a:pt x="12348" y="57150"/>
                    </a:lnTo>
                    <a:close/>
                    <a:moveTo>
                      <a:pt x="12348" y="45720"/>
                    </a:moveTo>
                    <a:lnTo>
                      <a:pt x="32296" y="45720"/>
                    </a:lnTo>
                    <a:cubicBezTo>
                      <a:pt x="47494" y="45720"/>
                      <a:pt x="55093" y="40005"/>
                      <a:pt x="55093" y="27623"/>
                    </a:cubicBezTo>
                    <a:cubicBezTo>
                      <a:pt x="55093" y="15240"/>
                      <a:pt x="47494" y="9525"/>
                      <a:pt x="32296" y="9525"/>
                    </a:cubicBezTo>
                    <a:lnTo>
                      <a:pt x="12348" y="9525"/>
                    </a:lnTo>
                    <a:lnTo>
                      <a:pt x="12348" y="45720"/>
                    </a:lnTo>
                    <a:close/>
                  </a:path>
                </a:pathLst>
              </a:custGeom>
              <a:solidFill>
                <a:srgbClr val="212121"/>
              </a:solidFill>
              <a:ln w="9486" cap="flat">
                <a:noFill/>
                <a:prstDash val="solid"/>
                <a:miter/>
              </a:ln>
            </p:spPr>
            <p:txBody>
              <a:bodyPr rtlCol="0" anchor="ctr"/>
              <a:lstStyle/>
              <a:p>
                <a:endParaRPr lang="en-US"/>
              </a:p>
            </p:txBody>
          </p:sp>
        </p:grpSp>
        <p:grpSp>
          <p:nvGrpSpPr>
            <p:cNvPr id="40" name="Group 39">
              <a:extLst>
                <a:ext uri="{FF2B5EF4-FFF2-40B4-BE49-F238E27FC236}">
                  <a16:creationId xmlns:a16="http://schemas.microsoft.com/office/drawing/2014/main" id="{1B2C7237-A8A6-FCA8-EE76-D6E0AFEED7EB}"/>
                </a:ext>
              </a:extLst>
            </p:cNvPr>
            <p:cNvGrpSpPr/>
            <p:nvPr/>
          </p:nvGrpSpPr>
          <p:grpSpPr>
            <a:xfrm>
              <a:off x="402335" y="6451289"/>
              <a:ext cx="203036" cy="145427"/>
              <a:chOff x="402335" y="6451289"/>
              <a:chExt cx="203036" cy="145427"/>
            </a:xfrm>
          </p:grpSpPr>
          <p:sp>
            <p:nvSpPr>
              <p:cNvPr id="36" name="Freeform 35">
                <a:extLst>
                  <a:ext uri="{FF2B5EF4-FFF2-40B4-BE49-F238E27FC236}">
                    <a16:creationId xmlns:a16="http://schemas.microsoft.com/office/drawing/2014/main" id="{E39519E2-F2E3-E53D-31B1-AA311AD22B3F}"/>
                  </a:ext>
                </a:extLst>
              </p:cNvPr>
              <p:cNvSpPr/>
              <p:nvPr/>
            </p:nvSpPr>
            <p:spPr>
              <a:xfrm>
                <a:off x="467597" y="6451289"/>
                <a:ext cx="137774" cy="72713"/>
              </a:xfrm>
              <a:custGeom>
                <a:avLst/>
                <a:gdLst>
                  <a:gd name="connsiteX0" fmla="*/ 126334 w 126333"/>
                  <a:gd name="connsiteY0" fmla="*/ 66675 h 66675"/>
                  <a:gd name="connsiteX1" fmla="*/ 59842 w 126333"/>
                  <a:gd name="connsiteY1" fmla="*/ 0 h 66675"/>
                  <a:gd name="connsiteX2" fmla="*/ 0 w 126333"/>
                  <a:gd name="connsiteY2" fmla="*/ 0 h 66675"/>
                  <a:gd name="connsiteX3" fmla="*/ 66491 w 126333"/>
                  <a:gd name="connsiteY3" fmla="*/ 66675 h 66675"/>
                  <a:gd name="connsiteX4" fmla="*/ 126334 w 126333"/>
                  <a:gd name="connsiteY4" fmla="*/ 66675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33" h="66675">
                    <a:moveTo>
                      <a:pt x="126334" y="66675"/>
                    </a:moveTo>
                    <a:lnTo>
                      <a:pt x="59842" y="0"/>
                    </a:lnTo>
                    <a:lnTo>
                      <a:pt x="0" y="0"/>
                    </a:lnTo>
                    <a:lnTo>
                      <a:pt x="66491" y="66675"/>
                    </a:lnTo>
                    <a:lnTo>
                      <a:pt x="126334" y="66675"/>
                    </a:lnTo>
                    <a:close/>
                  </a:path>
                </a:pathLst>
              </a:custGeom>
              <a:solidFill>
                <a:srgbClr val="FF555F"/>
              </a:solidFill>
              <a:ln w="9486" cap="flat">
                <a:noFill/>
                <a:prstDash val="solid"/>
                <a:miter/>
              </a:ln>
            </p:spPr>
            <p:txBody>
              <a:bodyPr rtlCol="0" anchor="ctr"/>
              <a:lstStyle/>
              <a:p>
                <a:endParaRPr lang="en-US"/>
              </a:p>
            </p:txBody>
          </p:sp>
          <p:sp>
            <p:nvSpPr>
              <p:cNvPr id="37" name="Freeform 36">
                <a:extLst>
                  <a:ext uri="{FF2B5EF4-FFF2-40B4-BE49-F238E27FC236}">
                    <a16:creationId xmlns:a16="http://schemas.microsoft.com/office/drawing/2014/main" id="{0B89406F-6DAD-888E-23AB-34B05168CB94}"/>
                  </a:ext>
                </a:extLst>
              </p:cNvPr>
              <p:cNvSpPr/>
              <p:nvPr/>
            </p:nvSpPr>
            <p:spPr>
              <a:xfrm>
                <a:off x="402335" y="6524003"/>
                <a:ext cx="137774" cy="72713"/>
              </a:xfrm>
              <a:custGeom>
                <a:avLst/>
                <a:gdLst>
                  <a:gd name="connsiteX0" fmla="*/ 0 w 126333"/>
                  <a:gd name="connsiteY0" fmla="*/ 66675 h 66675"/>
                  <a:gd name="connsiteX1" fmla="*/ 37045 w 126333"/>
                  <a:gd name="connsiteY1" fmla="*/ 29527 h 66675"/>
                  <a:gd name="connsiteX2" fmla="*/ 106386 w 126333"/>
                  <a:gd name="connsiteY2" fmla="*/ 0 h 66675"/>
                  <a:gd name="connsiteX3" fmla="*/ 126334 w 126333"/>
                  <a:gd name="connsiteY3" fmla="*/ 0 h 66675"/>
                  <a:gd name="connsiteX4" fmla="*/ 59842 w 126333"/>
                  <a:gd name="connsiteY4" fmla="*/ 66675 h 66675"/>
                  <a:gd name="connsiteX5" fmla="*/ 0 w 126333"/>
                  <a:gd name="connsiteY5" fmla="*/ 66675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333" h="66675">
                    <a:moveTo>
                      <a:pt x="0" y="66675"/>
                    </a:moveTo>
                    <a:lnTo>
                      <a:pt x="37045" y="29527"/>
                    </a:lnTo>
                    <a:cubicBezTo>
                      <a:pt x="55093" y="10477"/>
                      <a:pt x="79790" y="0"/>
                      <a:pt x="106386" y="0"/>
                    </a:cubicBezTo>
                    <a:lnTo>
                      <a:pt x="126334" y="0"/>
                    </a:lnTo>
                    <a:lnTo>
                      <a:pt x="59842" y="66675"/>
                    </a:lnTo>
                    <a:lnTo>
                      <a:pt x="0" y="66675"/>
                    </a:lnTo>
                    <a:close/>
                  </a:path>
                </a:pathLst>
              </a:custGeom>
              <a:solidFill>
                <a:srgbClr val="FF555F"/>
              </a:solidFill>
              <a:ln w="9486" cap="flat">
                <a:noFill/>
                <a:prstDash val="solid"/>
                <a:miter/>
              </a:ln>
            </p:spPr>
            <p:txBody>
              <a:bodyPr rtlCol="0" anchor="ctr"/>
              <a:lstStyle/>
              <a:p>
                <a:endParaRPr lang="en-US"/>
              </a:p>
            </p:txBody>
          </p:sp>
        </p:grpSp>
      </p:grpSp>
      <p:sp>
        <p:nvSpPr>
          <p:cNvPr id="5" name="Picture Placeholder 4">
            <a:extLst>
              <a:ext uri="{FF2B5EF4-FFF2-40B4-BE49-F238E27FC236}">
                <a16:creationId xmlns:a16="http://schemas.microsoft.com/office/drawing/2014/main" id="{3126C4AD-64D1-4227-73B0-53BB5D72E21F}"/>
              </a:ext>
            </a:extLst>
          </p:cNvPr>
          <p:cNvSpPr>
            <a:spLocks noGrp="1"/>
          </p:cNvSpPr>
          <p:nvPr>
            <p:ph type="pic" sz="quarter" idx="13"/>
          </p:nvPr>
        </p:nvSpPr>
        <p:spPr>
          <a:xfrm>
            <a:off x="6096000" y="0"/>
            <a:ext cx="6096000" cy="6858000"/>
          </a:xfrm>
        </p:spPr>
        <p:txBody>
          <a:bodyPr>
            <a:normAutofit/>
          </a:bodyPr>
          <a:lstStyle>
            <a:lvl1pPr marL="0" indent="0" algn="ctr">
              <a:buNone/>
              <a:defRPr sz="2000"/>
            </a:lvl1pPr>
          </a:lstStyle>
          <a:p>
            <a:r>
              <a:rPr lang="en-US"/>
              <a:t>Click icon to add picture</a:t>
            </a:r>
          </a:p>
        </p:txBody>
      </p:sp>
      <p:sp>
        <p:nvSpPr>
          <p:cNvPr id="3" name="Text Placeholder 4">
            <a:extLst>
              <a:ext uri="{FF2B5EF4-FFF2-40B4-BE49-F238E27FC236}">
                <a16:creationId xmlns:a16="http://schemas.microsoft.com/office/drawing/2014/main" id="{5AC0A585-6FB3-D78B-03FF-1E08D73F6856}"/>
              </a:ext>
            </a:extLst>
          </p:cNvPr>
          <p:cNvSpPr>
            <a:spLocks noGrp="1"/>
          </p:cNvSpPr>
          <p:nvPr>
            <p:ph type="body" sz="quarter" idx="14"/>
          </p:nvPr>
        </p:nvSpPr>
        <p:spPr>
          <a:xfrm>
            <a:off x="402334" y="1207008"/>
            <a:ext cx="5448745" cy="4965192"/>
          </a:xfrm>
        </p:spPr>
        <p:txBody>
          <a:bodyPr lIns="0" tIns="0" rIns="0" bIns="0">
            <a:noAutofit/>
          </a:bodyPr>
          <a:lstStyle>
            <a:lvl1pPr>
              <a:lnSpc>
                <a:spcPct val="120000"/>
              </a:lnSpc>
              <a:spcAft>
                <a:spcPts val="600"/>
              </a:spcAft>
              <a:buClrTx/>
              <a:defRPr sz="1800" b="0" i="0">
                <a:latin typeface="Calibri Light" panose="020F0302020204030204" pitchFamily="34" charset="0"/>
                <a:cs typeface="Calibri Light" panose="020F0302020204030204" pitchFamily="34" charset="0"/>
              </a:defRPr>
            </a:lvl1pPr>
            <a:lvl2pPr marL="461963" indent="-223838">
              <a:lnSpc>
                <a:spcPct val="120000"/>
              </a:lnSpc>
              <a:spcAft>
                <a:spcPts val="600"/>
              </a:spcAft>
              <a:buClrTx/>
              <a:tabLst/>
              <a:defRPr sz="1700" b="0" i="0">
                <a:latin typeface="Calibri Light" panose="020F0302020204030204" pitchFamily="34" charset="0"/>
                <a:cs typeface="Calibri Light" panose="020F0302020204030204" pitchFamily="34" charset="0"/>
              </a:defRPr>
            </a:lvl2pPr>
            <a:lvl3pPr marL="690563" indent="-230188">
              <a:lnSpc>
                <a:spcPct val="120000"/>
              </a:lnSpc>
              <a:spcAft>
                <a:spcPts val="600"/>
              </a:spcAft>
              <a:buClrTx/>
              <a:buFont typeface="Arial" panose="020B0604020202020204" pitchFamily="34" charset="0"/>
              <a:buChar char="•"/>
              <a:tabLst/>
              <a:defRPr sz="1600" b="0" i="0">
                <a:latin typeface="Calibri Light" panose="020F0302020204030204" pitchFamily="34" charset="0"/>
                <a:cs typeface="Calibri Light" panose="020F0302020204030204" pitchFamily="34" charset="0"/>
              </a:defRPr>
            </a:lvl3pPr>
            <a:lvl4pPr>
              <a:defRPr sz="1200">
                <a:latin typeface="Georgia" panose="02040502050405020303" pitchFamily="18" charset="0"/>
              </a:defRPr>
            </a:lvl4pPr>
            <a:lvl5pPr>
              <a:defRPr sz="1200">
                <a:latin typeface="Georgia" panose="02040502050405020303" pitchFamily="18" charset="0"/>
              </a:defRPr>
            </a:lvl5pPr>
          </a:lstStyle>
          <a:p>
            <a:pPr lvl="0"/>
            <a:r>
              <a:rPr lang="en-US"/>
              <a:t>Click to edit Master text styles</a:t>
            </a:r>
          </a:p>
          <a:p>
            <a:pPr lvl="1"/>
            <a:r>
              <a:rPr lang="en-US"/>
              <a:t>Second level</a:t>
            </a:r>
          </a:p>
          <a:p>
            <a:pPr lvl="2"/>
            <a:r>
              <a:rPr lang="en-US"/>
              <a:t>Third level</a:t>
            </a:r>
          </a:p>
        </p:txBody>
      </p:sp>
      <p:sp>
        <p:nvSpPr>
          <p:cNvPr id="4" name="Rectangle 50">
            <a:extLst>
              <a:ext uri="{FF2B5EF4-FFF2-40B4-BE49-F238E27FC236}">
                <a16:creationId xmlns:a16="http://schemas.microsoft.com/office/drawing/2014/main" id="{436200CE-FC0B-08ED-C5A4-C79ED1B4FF25}"/>
              </a:ext>
            </a:extLst>
          </p:cNvPr>
          <p:cNvSpPr/>
          <p:nvPr/>
        </p:nvSpPr>
        <p:spPr>
          <a:xfrm>
            <a:off x="402336" y="382239"/>
            <a:ext cx="1752600" cy="18288"/>
          </a:xfrm>
          <a:prstGeom prst="rect">
            <a:avLst/>
          </a:prstGeom>
          <a:solidFill>
            <a:srgbClr val="EC6264"/>
          </a:solidFill>
          <a:ln w="12700">
            <a:miter lim="400000"/>
          </a:ln>
        </p:spPr>
        <p:txBody>
          <a:bodyPr lIns="50800" tIns="50800" rIns="50800" bIns="50800" anchor="ctr"/>
          <a:lstStyle/>
          <a:p>
            <a:pPr algn="ctr" defTabSz="825500" hangingPunct="0">
              <a:defRPr sz="3200">
                <a:solidFill>
                  <a:srgbClr val="FFFFFF"/>
                </a:solidFill>
                <a:latin typeface="Helvetica Neue Medium"/>
                <a:ea typeface="Helvetica Neue Medium"/>
                <a:cs typeface="Helvetica Neue Medium"/>
                <a:sym typeface="Helvetica Neue Medium"/>
              </a:defRPr>
            </a:pPr>
            <a:endParaRPr sz="3200" kern="0">
              <a:solidFill>
                <a:srgbClr val="FFFFFF"/>
              </a:solidFill>
              <a:latin typeface="Helvetica Neue Medium"/>
              <a:ea typeface="Helvetica Neue Medium"/>
              <a:cs typeface="Helvetica Neue Medium"/>
              <a:sym typeface="Helvetica Neue Medium"/>
            </a:endParaRPr>
          </a:p>
        </p:txBody>
      </p:sp>
      <p:sp>
        <p:nvSpPr>
          <p:cNvPr id="7" name="TextBox 13">
            <a:extLst>
              <a:ext uri="{FF2B5EF4-FFF2-40B4-BE49-F238E27FC236}">
                <a16:creationId xmlns:a16="http://schemas.microsoft.com/office/drawing/2014/main" id="{B6805FD9-0C08-FAE0-2FDE-84ED7DDBBB43}"/>
              </a:ext>
            </a:extLst>
          </p:cNvPr>
          <p:cNvSpPr txBox="1"/>
          <p:nvPr userDrawn="1"/>
        </p:nvSpPr>
        <p:spPr>
          <a:xfrm>
            <a:off x="9255725" y="6422203"/>
            <a:ext cx="2357032" cy="17953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ctr">
            <a:spAutoFit/>
          </a:bodyPr>
          <a:lstStyle>
            <a:lvl1pPr algn="r" defTabSz="2438337">
              <a:defRPr sz="500">
                <a:solidFill>
                  <a:srgbClr val="808080"/>
                </a:solidFill>
              </a:defRPr>
            </a:lvl1pPr>
          </a:lstStyle>
          <a:p>
            <a:pPr hangingPunct="0"/>
            <a:r>
              <a:rPr lang="en-US" kern="0">
                <a:solidFill>
                  <a:schemeClr val="bg2"/>
                </a:solidFill>
                <a:cs typeface="Arial" panose="020B0604020202020204" pitchFamily="34" charset="0"/>
                <a:sym typeface="Arial"/>
              </a:rPr>
              <a:t>2024</a:t>
            </a:r>
            <a:r>
              <a:rPr kern="0">
                <a:solidFill>
                  <a:schemeClr val="bg2"/>
                </a:solidFill>
                <a:cs typeface="Arial" panose="020B0604020202020204" pitchFamily="34" charset="0"/>
                <a:sym typeface="Arial"/>
              </a:rPr>
              <a:t> Rightpoint. All rights reserved. Confidential.</a:t>
            </a:r>
          </a:p>
        </p:txBody>
      </p:sp>
      <p:grpSp>
        <p:nvGrpSpPr>
          <p:cNvPr id="10" name="Group 9">
            <a:extLst>
              <a:ext uri="{FF2B5EF4-FFF2-40B4-BE49-F238E27FC236}">
                <a16:creationId xmlns:a16="http://schemas.microsoft.com/office/drawing/2014/main" id="{15580F23-6D59-763A-888E-44F8FA5D68D6}"/>
              </a:ext>
            </a:extLst>
          </p:cNvPr>
          <p:cNvGrpSpPr>
            <a:grpSpLocks noChangeAspect="1"/>
          </p:cNvGrpSpPr>
          <p:nvPr userDrawn="1"/>
        </p:nvGrpSpPr>
        <p:grpSpPr>
          <a:xfrm>
            <a:off x="402334" y="6422203"/>
            <a:ext cx="502920" cy="208657"/>
            <a:chOff x="402335" y="6422203"/>
            <a:chExt cx="418503" cy="174513"/>
          </a:xfrm>
        </p:grpSpPr>
        <p:grpSp>
          <p:nvGrpSpPr>
            <p:cNvPr id="11" name="Group 10">
              <a:extLst>
                <a:ext uri="{FF2B5EF4-FFF2-40B4-BE49-F238E27FC236}">
                  <a16:creationId xmlns:a16="http://schemas.microsoft.com/office/drawing/2014/main" id="{0EF9BC73-5495-0116-4B7A-A9C480902A20}"/>
                </a:ext>
              </a:extLst>
            </p:cNvPr>
            <p:cNvGrpSpPr/>
            <p:nvPr userDrawn="1"/>
          </p:nvGrpSpPr>
          <p:grpSpPr>
            <a:xfrm>
              <a:off x="628161" y="6422203"/>
              <a:ext cx="192677" cy="99722"/>
              <a:chOff x="628161" y="6422203"/>
              <a:chExt cx="192677" cy="99722"/>
            </a:xfrm>
          </p:grpSpPr>
          <p:sp>
            <p:nvSpPr>
              <p:cNvPr id="15" name="Freeform 14">
                <a:extLst>
                  <a:ext uri="{FF2B5EF4-FFF2-40B4-BE49-F238E27FC236}">
                    <a16:creationId xmlns:a16="http://schemas.microsoft.com/office/drawing/2014/main" id="{98BCFC10-FF84-1E02-3413-75B2DDF6F12D}"/>
                  </a:ext>
                </a:extLst>
              </p:cNvPr>
              <p:cNvSpPr/>
              <p:nvPr/>
            </p:nvSpPr>
            <p:spPr>
              <a:xfrm>
                <a:off x="800121" y="6422203"/>
                <a:ext cx="20717" cy="20775"/>
              </a:xfrm>
              <a:custGeom>
                <a:avLst/>
                <a:gdLst>
                  <a:gd name="connsiteX0" fmla="*/ 9499 w 18997"/>
                  <a:gd name="connsiteY0" fmla="*/ 0 h 19050"/>
                  <a:gd name="connsiteX1" fmla="*/ 0 w 18997"/>
                  <a:gd name="connsiteY1" fmla="*/ 9525 h 19050"/>
                  <a:gd name="connsiteX2" fmla="*/ 9499 w 18997"/>
                  <a:gd name="connsiteY2" fmla="*/ 19050 h 19050"/>
                  <a:gd name="connsiteX3" fmla="*/ 18998 w 18997"/>
                  <a:gd name="connsiteY3" fmla="*/ 9525 h 19050"/>
                  <a:gd name="connsiteX4" fmla="*/ 9499 w 18997"/>
                  <a:gd name="connsiteY4" fmla="*/ 0 h 19050"/>
                  <a:gd name="connsiteX5" fmla="*/ 9499 w 18997"/>
                  <a:gd name="connsiteY5" fmla="*/ 17145 h 19050"/>
                  <a:gd name="connsiteX6" fmla="*/ 1900 w 18997"/>
                  <a:gd name="connsiteY6" fmla="*/ 9525 h 19050"/>
                  <a:gd name="connsiteX7" fmla="*/ 9499 w 18997"/>
                  <a:gd name="connsiteY7" fmla="*/ 1905 h 19050"/>
                  <a:gd name="connsiteX8" fmla="*/ 17098 w 18997"/>
                  <a:gd name="connsiteY8" fmla="*/ 9525 h 19050"/>
                  <a:gd name="connsiteX9" fmla="*/ 9499 w 18997"/>
                  <a:gd name="connsiteY9" fmla="*/ 17145 h 19050"/>
                  <a:gd name="connsiteX10" fmla="*/ 9499 w 18997"/>
                  <a:gd name="connsiteY10" fmla="*/ 1714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997" h="19050">
                    <a:moveTo>
                      <a:pt x="9499" y="0"/>
                    </a:moveTo>
                    <a:cubicBezTo>
                      <a:pt x="4749" y="0"/>
                      <a:pt x="0" y="3810"/>
                      <a:pt x="0" y="9525"/>
                    </a:cubicBezTo>
                    <a:cubicBezTo>
                      <a:pt x="0" y="15240"/>
                      <a:pt x="3799" y="19050"/>
                      <a:pt x="9499" y="19050"/>
                    </a:cubicBezTo>
                    <a:cubicBezTo>
                      <a:pt x="14248" y="19050"/>
                      <a:pt x="18998" y="15240"/>
                      <a:pt x="18998" y="9525"/>
                    </a:cubicBezTo>
                    <a:cubicBezTo>
                      <a:pt x="18998" y="3810"/>
                      <a:pt x="15198" y="0"/>
                      <a:pt x="9499" y="0"/>
                    </a:cubicBezTo>
                    <a:close/>
                    <a:moveTo>
                      <a:pt x="9499" y="17145"/>
                    </a:moveTo>
                    <a:cubicBezTo>
                      <a:pt x="5699" y="17145"/>
                      <a:pt x="1900" y="14288"/>
                      <a:pt x="1900" y="9525"/>
                    </a:cubicBezTo>
                    <a:cubicBezTo>
                      <a:pt x="1900" y="4763"/>
                      <a:pt x="4749" y="1905"/>
                      <a:pt x="9499" y="1905"/>
                    </a:cubicBezTo>
                    <a:cubicBezTo>
                      <a:pt x="13298" y="1905"/>
                      <a:pt x="17098" y="4763"/>
                      <a:pt x="17098" y="9525"/>
                    </a:cubicBezTo>
                    <a:cubicBezTo>
                      <a:pt x="17098" y="14288"/>
                      <a:pt x="14248" y="17145"/>
                      <a:pt x="9499" y="17145"/>
                    </a:cubicBezTo>
                    <a:lnTo>
                      <a:pt x="9499" y="17145"/>
                    </a:lnTo>
                    <a:close/>
                  </a:path>
                </a:pathLst>
              </a:custGeom>
              <a:solidFill>
                <a:srgbClr val="212121"/>
              </a:solidFill>
              <a:ln w="9486"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EE5C0FA6-2229-1E2A-5C0B-9E7F4B9FD2B8}"/>
                  </a:ext>
                </a:extLst>
              </p:cNvPr>
              <p:cNvSpPr/>
              <p:nvPr/>
            </p:nvSpPr>
            <p:spPr>
              <a:xfrm>
                <a:off x="805301" y="6426359"/>
                <a:ext cx="9322" cy="10388"/>
              </a:xfrm>
              <a:custGeom>
                <a:avLst/>
                <a:gdLst>
                  <a:gd name="connsiteX0" fmla="*/ 6649 w 8548"/>
                  <a:gd name="connsiteY0" fmla="*/ 5715 h 9525"/>
                  <a:gd name="connsiteX1" fmla="*/ 8549 w 8548"/>
                  <a:gd name="connsiteY1" fmla="*/ 2857 h 9525"/>
                  <a:gd name="connsiteX2" fmla="*/ 4749 w 8548"/>
                  <a:gd name="connsiteY2" fmla="*/ 0 h 9525"/>
                  <a:gd name="connsiteX3" fmla="*/ 0 w 8548"/>
                  <a:gd name="connsiteY3" fmla="*/ 0 h 9525"/>
                  <a:gd name="connsiteX4" fmla="*/ 0 w 8548"/>
                  <a:gd name="connsiteY4" fmla="*/ 9525 h 9525"/>
                  <a:gd name="connsiteX5" fmla="*/ 1900 w 8548"/>
                  <a:gd name="connsiteY5" fmla="*/ 9525 h 9525"/>
                  <a:gd name="connsiteX6" fmla="*/ 1900 w 8548"/>
                  <a:gd name="connsiteY6" fmla="*/ 5715 h 9525"/>
                  <a:gd name="connsiteX7" fmla="*/ 3799 w 8548"/>
                  <a:gd name="connsiteY7" fmla="*/ 5715 h 9525"/>
                  <a:gd name="connsiteX8" fmla="*/ 5699 w 8548"/>
                  <a:gd name="connsiteY8" fmla="*/ 7620 h 9525"/>
                  <a:gd name="connsiteX9" fmla="*/ 5699 w 8548"/>
                  <a:gd name="connsiteY9" fmla="*/ 9525 h 9525"/>
                  <a:gd name="connsiteX10" fmla="*/ 7599 w 8548"/>
                  <a:gd name="connsiteY10" fmla="*/ 9525 h 9525"/>
                  <a:gd name="connsiteX11" fmla="*/ 7599 w 8548"/>
                  <a:gd name="connsiteY11" fmla="*/ 7620 h 9525"/>
                  <a:gd name="connsiteX12" fmla="*/ 6649 w 8548"/>
                  <a:gd name="connsiteY12" fmla="*/ 5715 h 9525"/>
                  <a:gd name="connsiteX13" fmla="*/ 6649 w 8548"/>
                  <a:gd name="connsiteY13" fmla="*/ 5715 h 9525"/>
                  <a:gd name="connsiteX14" fmla="*/ 5699 w 8548"/>
                  <a:gd name="connsiteY14" fmla="*/ 5715 h 9525"/>
                  <a:gd name="connsiteX15" fmla="*/ 3799 w 8548"/>
                  <a:gd name="connsiteY15" fmla="*/ 5715 h 9525"/>
                  <a:gd name="connsiteX16" fmla="*/ 3799 w 8548"/>
                  <a:gd name="connsiteY16" fmla="*/ 2857 h 9525"/>
                  <a:gd name="connsiteX17" fmla="*/ 5699 w 8548"/>
                  <a:gd name="connsiteY17" fmla="*/ 2857 h 9525"/>
                  <a:gd name="connsiteX18" fmla="*/ 7599 w 8548"/>
                  <a:gd name="connsiteY18" fmla="*/ 4763 h 9525"/>
                  <a:gd name="connsiteX19" fmla="*/ 5699 w 8548"/>
                  <a:gd name="connsiteY19" fmla="*/ 5715 h 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548" h="9525">
                    <a:moveTo>
                      <a:pt x="6649" y="5715"/>
                    </a:moveTo>
                    <a:cubicBezTo>
                      <a:pt x="7599" y="5715"/>
                      <a:pt x="8549" y="4763"/>
                      <a:pt x="8549" y="2857"/>
                    </a:cubicBezTo>
                    <a:cubicBezTo>
                      <a:pt x="8549" y="952"/>
                      <a:pt x="7599" y="0"/>
                      <a:pt x="4749" y="0"/>
                    </a:cubicBezTo>
                    <a:lnTo>
                      <a:pt x="0" y="0"/>
                    </a:lnTo>
                    <a:lnTo>
                      <a:pt x="0" y="9525"/>
                    </a:lnTo>
                    <a:lnTo>
                      <a:pt x="1900" y="9525"/>
                    </a:lnTo>
                    <a:lnTo>
                      <a:pt x="1900" y="5715"/>
                    </a:lnTo>
                    <a:lnTo>
                      <a:pt x="3799" y="5715"/>
                    </a:lnTo>
                    <a:cubicBezTo>
                      <a:pt x="4749" y="5715"/>
                      <a:pt x="5699" y="5715"/>
                      <a:pt x="5699" y="7620"/>
                    </a:cubicBezTo>
                    <a:cubicBezTo>
                      <a:pt x="5699" y="8573"/>
                      <a:pt x="5699" y="9525"/>
                      <a:pt x="5699" y="9525"/>
                    </a:cubicBezTo>
                    <a:lnTo>
                      <a:pt x="7599" y="9525"/>
                    </a:lnTo>
                    <a:cubicBezTo>
                      <a:pt x="7599" y="9525"/>
                      <a:pt x="7599" y="8573"/>
                      <a:pt x="7599" y="7620"/>
                    </a:cubicBezTo>
                    <a:cubicBezTo>
                      <a:pt x="8549" y="6668"/>
                      <a:pt x="8549" y="6668"/>
                      <a:pt x="6649" y="5715"/>
                    </a:cubicBezTo>
                    <a:lnTo>
                      <a:pt x="6649" y="5715"/>
                    </a:lnTo>
                    <a:close/>
                    <a:moveTo>
                      <a:pt x="5699" y="5715"/>
                    </a:moveTo>
                    <a:lnTo>
                      <a:pt x="3799" y="5715"/>
                    </a:lnTo>
                    <a:lnTo>
                      <a:pt x="3799" y="2857"/>
                    </a:lnTo>
                    <a:lnTo>
                      <a:pt x="5699" y="2857"/>
                    </a:lnTo>
                    <a:cubicBezTo>
                      <a:pt x="6649" y="2857"/>
                      <a:pt x="7599" y="3810"/>
                      <a:pt x="7599" y="4763"/>
                    </a:cubicBezTo>
                    <a:cubicBezTo>
                      <a:pt x="7599" y="4763"/>
                      <a:pt x="6649" y="5715"/>
                      <a:pt x="5699" y="5715"/>
                    </a:cubicBezTo>
                    <a:close/>
                  </a:path>
                </a:pathLst>
              </a:custGeom>
              <a:solidFill>
                <a:srgbClr val="212121"/>
              </a:solidFill>
              <a:ln w="9486"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8EB78CA1-B7A5-0408-5079-98A680F3769F}"/>
                  </a:ext>
                </a:extLst>
              </p:cNvPr>
              <p:cNvSpPr/>
              <p:nvPr/>
            </p:nvSpPr>
            <p:spPr>
              <a:xfrm>
                <a:off x="628161" y="6424281"/>
                <a:ext cx="77692" cy="97644"/>
              </a:xfrm>
              <a:custGeom>
                <a:avLst/>
                <a:gdLst>
                  <a:gd name="connsiteX0" fmla="*/ 12348 w 71240"/>
                  <a:gd name="connsiteY0" fmla="*/ 43815 h 89535"/>
                  <a:gd name="connsiteX1" fmla="*/ 36095 w 71240"/>
                  <a:gd name="connsiteY1" fmla="*/ 43815 h 89535"/>
                  <a:gd name="connsiteX2" fmla="*/ 57942 w 71240"/>
                  <a:gd name="connsiteY2" fmla="*/ 26670 h 89535"/>
                  <a:gd name="connsiteX3" fmla="*/ 52243 w 71240"/>
                  <a:gd name="connsiteY3" fmla="*/ 14288 h 89535"/>
                  <a:gd name="connsiteX4" fmla="*/ 36095 w 71240"/>
                  <a:gd name="connsiteY4" fmla="*/ 9525 h 89535"/>
                  <a:gd name="connsiteX5" fmla="*/ 12348 w 71240"/>
                  <a:gd name="connsiteY5" fmla="*/ 9525 h 89535"/>
                  <a:gd name="connsiteX6" fmla="*/ 12348 w 71240"/>
                  <a:gd name="connsiteY6" fmla="*/ 43815 h 89535"/>
                  <a:gd name="connsiteX7" fmla="*/ 12348 w 71240"/>
                  <a:gd name="connsiteY7" fmla="*/ 53340 h 89535"/>
                  <a:gd name="connsiteX8" fmla="*/ 12348 w 71240"/>
                  <a:gd name="connsiteY8" fmla="*/ 89535 h 89535"/>
                  <a:gd name="connsiteX9" fmla="*/ 0 w 71240"/>
                  <a:gd name="connsiteY9" fmla="*/ 89535 h 89535"/>
                  <a:gd name="connsiteX10" fmla="*/ 0 w 71240"/>
                  <a:gd name="connsiteY10" fmla="*/ 0 h 89535"/>
                  <a:gd name="connsiteX11" fmla="*/ 36095 w 71240"/>
                  <a:gd name="connsiteY11" fmla="*/ 0 h 89535"/>
                  <a:gd name="connsiteX12" fmla="*/ 60792 w 71240"/>
                  <a:gd name="connsiteY12" fmla="*/ 6668 h 89535"/>
                  <a:gd name="connsiteX13" fmla="*/ 69341 w 71240"/>
                  <a:gd name="connsiteY13" fmla="*/ 25718 h 89535"/>
                  <a:gd name="connsiteX14" fmla="*/ 63642 w 71240"/>
                  <a:gd name="connsiteY14" fmla="*/ 40957 h 89535"/>
                  <a:gd name="connsiteX15" fmla="*/ 49394 w 71240"/>
                  <a:gd name="connsiteY15" fmla="*/ 47625 h 89535"/>
                  <a:gd name="connsiteX16" fmla="*/ 66491 w 71240"/>
                  <a:gd name="connsiteY16" fmla="*/ 66675 h 89535"/>
                  <a:gd name="connsiteX17" fmla="*/ 68391 w 71240"/>
                  <a:gd name="connsiteY17" fmla="*/ 81915 h 89535"/>
                  <a:gd name="connsiteX18" fmla="*/ 71241 w 71240"/>
                  <a:gd name="connsiteY18" fmla="*/ 88582 h 89535"/>
                  <a:gd name="connsiteX19" fmla="*/ 58892 w 71240"/>
                  <a:gd name="connsiteY19" fmla="*/ 88582 h 89535"/>
                  <a:gd name="connsiteX20" fmla="*/ 55093 w 71240"/>
                  <a:gd name="connsiteY20" fmla="*/ 69532 h 89535"/>
                  <a:gd name="connsiteX21" fmla="*/ 37995 w 71240"/>
                  <a:gd name="connsiteY21" fmla="*/ 53340 h 89535"/>
                  <a:gd name="connsiteX22" fmla="*/ 12348 w 71240"/>
                  <a:gd name="connsiteY22" fmla="*/ 53340 h 89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1240" h="89535">
                    <a:moveTo>
                      <a:pt x="12348" y="43815"/>
                    </a:moveTo>
                    <a:lnTo>
                      <a:pt x="36095" y="43815"/>
                    </a:lnTo>
                    <a:cubicBezTo>
                      <a:pt x="50343" y="43815"/>
                      <a:pt x="57942" y="38100"/>
                      <a:pt x="57942" y="26670"/>
                    </a:cubicBezTo>
                    <a:cubicBezTo>
                      <a:pt x="57942" y="20955"/>
                      <a:pt x="56043" y="17145"/>
                      <a:pt x="52243" y="14288"/>
                    </a:cubicBezTo>
                    <a:cubicBezTo>
                      <a:pt x="48444" y="11430"/>
                      <a:pt x="42744" y="9525"/>
                      <a:pt x="36095" y="9525"/>
                    </a:cubicBezTo>
                    <a:lnTo>
                      <a:pt x="12348" y="9525"/>
                    </a:lnTo>
                    <a:lnTo>
                      <a:pt x="12348" y="43815"/>
                    </a:lnTo>
                    <a:close/>
                    <a:moveTo>
                      <a:pt x="12348" y="53340"/>
                    </a:moveTo>
                    <a:lnTo>
                      <a:pt x="12348" y="89535"/>
                    </a:lnTo>
                    <a:lnTo>
                      <a:pt x="0" y="89535"/>
                    </a:lnTo>
                    <a:lnTo>
                      <a:pt x="0" y="0"/>
                    </a:lnTo>
                    <a:lnTo>
                      <a:pt x="36095" y="0"/>
                    </a:lnTo>
                    <a:cubicBezTo>
                      <a:pt x="47494" y="0"/>
                      <a:pt x="55093" y="1905"/>
                      <a:pt x="60792" y="6668"/>
                    </a:cubicBezTo>
                    <a:cubicBezTo>
                      <a:pt x="66491" y="11430"/>
                      <a:pt x="69341" y="18098"/>
                      <a:pt x="69341" y="25718"/>
                    </a:cubicBezTo>
                    <a:cubicBezTo>
                      <a:pt x="69341" y="32385"/>
                      <a:pt x="67441" y="37148"/>
                      <a:pt x="63642" y="40957"/>
                    </a:cubicBezTo>
                    <a:cubicBezTo>
                      <a:pt x="59842" y="44768"/>
                      <a:pt x="55093" y="46673"/>
                      <a:pt x="49394" y="47625"/>
                    </a:cubicBezTo>
                    <a:cubicBezTo>
                      <a:pt x="59842" y="49530"/>
                      <a:pt x="65541" y="56198"/>
                      <a:pt x="66491" y="66675"/>
                    </a:cubicBezTo>
                    <a:cubicBezTo>
                      <a:pt x="67441" y="74295"/>
                      <a:pt x="67441" y="79057"/>
                      <a:pt x="68391" y="81915"/>
                    </a:cubicBezTo>
                    <a:cubicBezTo>
                      <a:pt x="68391" y="84773"/>
                      <a:pt x="69341" y="86678"/>
                      <a:pt x="71241" y="88582"/>
                    </a:cubicBezTo>
                    <a:lnTo>
                      <a:pt x="58892" y="88582"/>
                    </a:lnTo>
                    <a:cubicBezTo>
                      <a:pt x="56993" y="85725"/>
                      <a:pt x="56043" y="80010"/>
                      <a:pt x="55093" y="69532"/>
                    </a:cubicBezTo>
                    <a:cubicBezTo>
                      <a:pt x="54143" y="58103"/>
                      <a:pt x="48444" y="53340"/>
                      <a:pt x="37995" y="53340"/>
                    </a:cubicBezTo>
                    <a:lnTo>
                      <a:pt x="12348" y="53340"/>
                    </a:lnTo>
                    <a:close/>
                  </a:path>
                </a:pathLst>
              </a:custGeom>
              <a:solidFill>
                <a:srgbClr val="212121"/>
              </a:solidFill>
              <a:ln w="9486"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A084795C-75C4-4428-256C-ACE8212912E6}"/>
                  </a:ext>
                </a:extLst>
              </p:cNvPr>
              <p:cNvSpPr/>
              <p:nvPr/>
            </p:nvSpPr>
            <p:spPr>
              <a:xfrm>
                <a:off x="719321" y="6424281"/>
                <a:ext cx="73549" cy="97644"/>
              </a:xfrm>
              <a:custGeom>
                <a:avLst/>
                <a:gdLst>
                  <a:gd name="connsiteX0" fmla="*/ 12348 w 67441"/>
                  <a:gd name="connsiteY0" fmla="*/ 56198 h 89535"/>
                  <a:gd name="connsiteX1" fmla="*/ 12348 w 67441"/>
                  <a:gd name="connsiteY1" fmla="*/ 89535 h 89535"/>
                  <a:gd name="connsiteX2" fmla="*/ 0 w 67441"/>
                  <a:gd name="connsiteY2" fmla="*/ 89535 h 89535"/>
                  <a:gd name="connsiteX3" fmla="*/ 0 w 67441"/>
                  <a:gd name="connsiteY3" fmla="*/ 0 h 89535"/>
                  <a:gd name="connsiteX4" fmla="*/ 32296 w 67441"/>
                  <a:gd name="connsiteY4" fmla="*/ 0 h 89535"/>
                  <a:gd name="connsiteX5" fmla="*/ 57942 w 67441"/>
                  <a:gd name="connsiteY5" fmla="*/ 7620 h 89535"/>
                  <a:gd name="connsiteX6" fmla="*/ 67441 w 67441"/>
                  <a:gd name="connsiteY6" fmla="*/ 28575 h 89535"/>
                  <a:gd name="connsiteX7" fmla="*/ 57942 w 67441"/>
                  <a:gd name="connsiteY7" fmla="*/ 49530 h 89535"/>
                  <a:gd name="connsiteX8" fmla="*/ 32296 w 67441"/>
                  <a:gd name="connsiteY8" fmla="*/ 57150 h 89535"/>
                  <a:gd name="connsiteX9" fmla="*/ 12348 w 67441"/>
                  <a:gd name="connsiteY9" fmla="*/ 57150 h 89535"/>
                  <a:gd name="connsiteX10" fmla="*/ 12348 w 67441"/>
                  <a:gd name="connsiteY10" fmla="*/ 45720 h 89535"/>
                  <a:gd name="connsiteX11" fmla="*/ 32296 w 67441"/>
                  <a:gd name="connsiteY11" fmla="*/ 45720 h 89535"/>
                  <a:gd name="connsiteX12" fmla="*/ 55093 w 67441"/>
                  <a:gd name="connsiteY12" fmla="*/ 27623 h 89535"/>
                  <a:gd name="connsiteX13" fmla="*/ 32296 w 67441"/>
                  <a:gd name="connsiteY13" fmla="*/ 9525 h 89535"/>
                  <a:gd name="connsiteX14" fmla="*/ 12348 w 67441"/>
                  <a:gd name="connsiteY14" fmla="*/ 9525 h 89535"/>
                  <a:gd name="connsiteX15" fmla="*/ 12348 w 67441"/>
                  <a:gd name="connsiteY15" fmla="*/ 45720 h 89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7441" h="89535">
                    <a:moveTo>
                      <a:pt x="12348" y="56198"/>
                    </a:moveTo>
                    <a:lnTo>
                      <a:pt x="12348" y="89535"/>
                    </a:lnTo>
                    <a:lnTo>
                      <a:pt x="0" y="89535"/>
                    </a:lnTo>
                    <a:lnTo>
                      <a:pt x="0" y="0"/>
                    </a:lnTo>
                    <a:lnTo>
                      <a:pt x="32296" y="0"/>
                    </a:lnTo>
                    <a:cubicBezTo>
                      <a:pt x="43694" y="0"/>
                      <a:pt x="51293" y="2857"/>
                      <a:pt x="57942" y="7620"/>
                    </a:cubicBezTo>
                    <a:cubicBezTo>
                      <a:pt x="63642" y="12382"/>
                      <a:pt x="67441" y="19050"/>
                      <a:pt x="67441" y="28575"/>
                    </a:cubicBezTo>
                    <a:cubicBezTo>
                      <a:pt x="67441" y="37148"/>
                      <a:pt x="64592" y="43815"/>
                      <a:pt x="57942" y="49530"/>
                    </a:cubicBezTo>
                    <a:cubicBezTo>
                      <a:pt x="52243" y="54293"/>
                      <a:pt x="43694" y="57150"/>
                      <a:pt x="32296" y="57150"/>
                    </a:cubicBezTo>
                    <a:lnTo>
                      <a:pt x="12348" y="57150"/>
                    </a:lnTo>
                    <a:close/>
                    <a:moveTo>
                      <a:pt x="12348" y="45720"/>
                    </a:moveTo>
                    <a:lnTo>
                      <a:pt x="32296" y="45720"/>
                    </a:lnTo>
                    <a:cubicBezTo>
                      <a:pt x="47494" y="45720"/>
                      <a:pt x="55093" y="40005"/>
                      <a:pt x="55093" y="27623"/>
                    </a:cubicBezTo>
                    <a:cubicBezTo>
                      <a:pt x="55093" y="15240"/>
                      <a:pt x="47494" y="9525"/>
                      <a:pt x="32296" y="9525"/>
                    </a:cubicBezTo>
                    <a:lnTo>
                      <a:pt x="12348" y="9525"/>
                    </a:lnTo>
                    <a:lnTo>
                      <a:pt x="12348" y="45720"/>
                    </a:lnTo>
                    <a:close/>
                  </a:path>
                </a:pathLst>
              </a:custGeom>
              <a:solidFill>
                <a:srgbClr val="212121"/>
              </a:solidFill>
              <a:ln w="9486" cap="flat">
                <a:noFill/>
                <a:prstDash val="solid"/>
                <a:miter/>
              </a:ln>
            </p:spPr>
            <p:txBody>
              <a:bodyPr rtlCol="0" anchor="ctr"/>
              <a:lstStyle/>
              <a:p>
                <a:endParaRPr lang="en-US"/>
              </a:p>
            </p:txBody>
          </p:sp>
        </p:grpSp>
        <p:grpSp>
          <p:nvGrpSpPr>
            <p:cNvPr id="12" name="Group 11">
              <a:extLst>
                <a:ext uri="{FF2B5EF4-FFF2-40B4-BE49-F238E27FC236}">
                  <a16:creationId xmlns:a16="http://schemas.microsoft.com/office/drawing/2014/main" id="{240638E8-D68C-20E2-5178-4DE58A087804}"/>
                </a:ext>
              </a:extLst>
            </p:cNvPr>
            <p:cNvGrpSpPr/>
            <p:nvPr userDrawn="1"/>
          </p:nvGrpSpPr>
          <p:grpSpPr>
            <a:xfrm>
              <a:off x="402335" y="6451289"/>
              <a:ext cx="203036" cy="145427"/>
              <a:chOff x="402335" y="6451289"/>
              <a:chExt cx="203036" cy="145427"/>
            </a:xfrm>
          </p:grpSpPr>
          <p:sp>
            <p:nvSpPr>
              <p:cNvPr id="13" name="Freeform 12">
                <a:extLst>
                  <a:ext uri="{FF2B5EF4-FFF2-40B4-BE49-F238E27FC236}">
                    <a16:creationId xmlns:a16="http://schemas.microsoft.com/office/drawing/2014/main" id="{D6CDE09D-4489-D24A-E5F9-C346A6818E8C}"/>
                  </a:ext>
                </a:extLst>
              </p:cNvPr>
              <p:cNvSpPr/>
              <p:nvPr/>
            </p:nvSpPr>
            <p:spPr>
              <a:xfrm>
                <a:off x="467597" y="6451289"/>
                <a:ext cx="137774" cy="72713"/>
              </a:xfrm>
              <a:custGeom>
                <a:avLst/>
                <a:gdLst>
                  <a:gd name="connsiteX0" fmla="*/ 126334 w 126333"/>
                  <a:gd name="connsiteY0" fmla="*/ 66675 h 66675"/>
                  <a:gd name="connsiteX1" fmla="*/ 59842 w 126333"/>
                  <a:gd name="connsiteY1" fmla="*/ 0 h 66675"/>
                  <a:gd name="connsiteX2" fmla="*/ 0 w 126333"/>
                  <a:gd name="connsiteY2" fmla="*/ 0 h 66675"/>
                  <a:gd name="connsiteX3" fmla="*/ 66491 w 126333"/>
                  <a:gd name="connsiteY3" fmla="*/ 66675 h 66675"/>
                  <a:gd name="connsiteX4" fmla="*/ 126334 w 126333"/>
                  <a:gd name="connsiteY4" fmla="*/ 66675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33" h="66675">
                    <a:moveTo>
                      <a:pt x="126334" y="66675"/>
                    </a:moveTo>
                    <a:lnTo>
                      <a:pt x="59842" y="0"/>
                    </a:lnTo>
                    <a:lnTo>
                      <a:pt x="0" y="0"/>
                    </a:lnTo>
                    <a:lnTo>
                      <a:pt x="66491" y="66675"/>
                    </a:lnTo>
                    <a:lnTo>
                      <a:pt x="126334" y="66675"/>
                    </a:lnTo>
                    <a:close/>
                  </a:path>
                </a:pathLst>
              </a:custGeom>
              <a:solidFill>
                <a:srgbClr val="FF555F"/>
              </a:solidFill>
              <a:ln w="9486"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B59CF612-14B9-5C5E-D065-6A83254460B3}"/>
                  </a:ext>
                </a:extLst>
              </p:cNvPr>
              <p:cNvSpPr/>
              <p:nvPr/>
            </p:nvSpPr>
            <p:spPr>
              <a:xfrm>
                <a:off x="402335" y="6524003"/>
                <a:ext cx="137774" cy="72713"/>
              </a:xfrm>
              <a:custGeom>
                <a:avLst/>
                <a:gdLst>
                  <a:gd name="connsiteX0" fmla="*/ 0 w 126333"/>
                  <a:gd name="connsiteY0" fmla="*/ 66675 h 66675"/>
                  <a:gd name="connsiteX1" fmla="*/ 37045 w 126333"/>
                  <a:gd name="connsiteY1" fmla="*/ 29527 h 66675"/>
                  <a:gd name="connsiteX2" fmla="*/ 106386 w 126333"/>
                  <a:gd name="connsiteY2" fmla="*/ 0 h 66675"/>
                  <a:gd name="connsiteX3" fmla="*/ 126334 w 126333"/>
                  <a:gd name="connsiteY3" fmla="*/ 0 h 66675"/>
                  <a:gd name="connsiteX4" fmla="*/ 59842 w 126333"/>
                  <a:gd name="connsiteY4" fmla="*/ 66675 h 66675"/>
                  <a:gd name="connsiteX5" fmla="*/ 0 w 126333"/>
                  <a:gd name="connsiteY5" fmla="*/ 66675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333" h="66675">
                    <a:moveTo>
                      <a:pt x="0" y="66675"/>
                    </a:moveTo>
                    <a:lnTo>
                      <a:pt x="37045" y="29527"/>
                    </a:lnTo>
                    <a:cubicBezTo>
                      <a:pt x="55093" y="10477"/>
                      <a:pt x="79790" y="0"/>
                      <a:pt x="106386" y="0"/>
                    </a:cubicBezTo>
                    <a:lnTo>
                      <a:pt x="126334" y="0"/>
                    </a:lnTo>
                    <a:lnTo>
                      <a:pt x="59842" y="66675"/>
                    </a:lnTo>
                    <a:lnTo>
                      <a:pt x="0" y="66675"/>
                    </a:lnTo>
                    <a:close/>
                  </a:path>
                </a:pathLst>
              </a:custGeom>
              <a:solidFill>
                <a:srgbClr val="FF555F"/>
              </a:solidFill>
              <a:ln w="9486" cap="flat">
                <a:noFill/>
                <a:prstDash val="solid"/>
                <a:miter/>
              </a:ln>
            </p:spPr>
            <p:txBody>
              <a:bodyPr rtlCol="0" anchor="ctr"/>
              <a:lstStyle/>
              <a:p>
                <a:endParaRPr lang="en-US"/>
              </a:p>
            </p:txBody>
          </p:sp>
        </p:grpSp>
      </p:grpSp>
      <p:sp>
        <p:nvSpPr>
          <p:cNvPr id="20" name="Title 19">
            <a:extLst>
              <a:ext uri="{FF2B5EF4-FFF2-40B4-BE49-F238E27FC236}">
                <a16:creationId xmlns:a16="http://schemas.microsoft.com/office/drawing/2014/main" id="{09E58588-4EC9-4E6E-49A3-754275F9CF57}"/>
              </a:ext>
            </a:extLst>
          </p:cNvPr>
          <p:cNvSpPr>
            <a:spLocks noGrp="1"/>
          </p:cNvSpPr>
          <p:nvPr>
            <p:ph type="title"/>
          </p:nvPr>
        </p:nvSpPr>
        <p:spPr>
          <a:xfrm>
            <a:off x="402334" y="512064"/>
            <a:ext cx="5448742" cy="594360"/>
          </a:xfrm>
        </p:spPr>
        <p:txBody>
          <a:bodyPr/>
          <a:lstStyle/>
          <a:p>
            <a:r>
              <a:rPr lang="en-US"/>
              <a:t>Click to edit Master title style</a:t>
            </a:r>
          </a:p>
        </p:txBody>
      </p:sp>
    </p:spTree>
    <p:extLst>
      <p:ext uri="{BB962C8B-B14F-4D97-AF65-F5344CB8AC3E}">
        <p14:creationId xmlns:p14="http://schemas.microsoft.com/office/powerpoint/2010/main" val="1189292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7304" y="548640"/>
            <a:ext cx="10363200" cy="1088136"/>
          </a:xfrm>
          <a:prstGeom prst="rect">
            <a:avLst/>
          </a:prstGeom>
        </p:spPr>
        <p:txBody>
          <a:bodyPr lIns="0" anchor="b" anchorCtr="0">
            <a:noAutofit/>
          </a:bodyPr>
          <a:lstStyle>
            <a:lvl1pPr algn="l">
              <a:defRPr sz="3600" i="1">
                <a:solidFill>
                  <a:schemeClr val="tx1"/>
                </a:solidFill>
                <a:latin typeface="Garamond" panose="02020404030301010803" pitchFamily="18" charset="0"/>
              </a:defRPr>
            </a:lvl1pPr>
          </a:lstStyle>
          <a:p>
            <a:r>
              <a:rPr lang="en-US"/>
              <a:t>Click to add slide header</a:t>
            </a:r>
          </a:p>
        </p:txBody>
      </p:sp>
      <p:sp>
        <p:nvSpPr>
          <p:cNvPr id="6" name="Text Placeholder 5">
            <a:extLst>
              <a:ext uri="{FF2B5EF4-FFF2-40B4-BE49-F238E27FC236}">
                <a16:creationId xmlns:a16="http://schemas.microsoft.com/office/drawing/2014/main" id="{40E32895-C324-4E18-9101-9F8BB1184F1E}"/>
              </a:ext>
            </a:extLst>
          </p:cNvPr>
          <p:cNvSpPr>
            <a:spLocks noGrp="1"/>
          </p:cNvSpPr>
          <p:nvPr>
            <p:ph type="body" sz="quarter" idx="10"/>
          </p:nvPr>
        </p:nvSpPr>
        <p:spPr>
          <a:xfrm>
            <a:off x="917304" y="1828800"/>
            <a:ext cx="10363200" cy="4480560"/>
          </a:xfrm>
        </p:spPr>
        <p:txBody>
          <a:bodyPr/>
          <a:lstStyle>
            <a:lvl3pPr marL="658352" indent="-192019">
              <a:defRPr/>
            </a:lvl3pPr>
            <a:lvl5pPr marL="1106396" indent="-192019">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1363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cSld name="1_Cover Option 3">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E9D78D8-52E9-48A9-9572-8C100EC9F0C8}"/>
              </a:ext>
            </a:extLst>
          </p:cNvPr>
          <p:cNvSpPr/>
          <p:nvPr userDrawn="1"/>
        </p:nvSpPr>
        <p:spPr>
          <a:xfrm>
            <a:off x="0" y="1"/>
            <a:ext cx="12192000" cy="6857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597E3DE7-A2C1-41F2-83BE-E45B31255F90}"/>
              </a:ext>
            </a:extLst>
          </p:cNvPr>
          <p:cNvSpPr/>
          <p:nvPr userDrawn="1"/>
        </p:nvSpPr>
        <p:spPr>
          <a:xfrm>
            <a:off x="269495" y="468171"/>
            <a:ext cx="4373488" cy="4746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1" name="Picture 10">
            <a:extLst>
              <a:ext uri="{FF2B5EF4-FFF2-40B4-BE49-F238E27FC236}">
                <a16:creationId xmlns:a16="http://schemas.microsoft.com/office/drawing/2014/main" id="{4F0E9DF5-1EB7-4C90-9AFA-DB45A17AB553}"/>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9542" r="1986" b="16563"/>
          <a:stretch/>
        </p:blipFill>
        <p:spPr>
          <a:xfrm>
            <a:off x="4642984" y="468171"/>
            <a:ext cx="7549017" cy="4746119"/>
          </a:xfrm>
          <a:prstGeom prst="rect">
            <a:avLst/>
          </a:prstGeom>
        </p:spPr>
      </p:pic>
      <p:pic>
        <p:nvPicPr>
          <p:cNvPr id="6" name="Picture 5">
            <a:extLst>
              <a:ext uri="{FF2B5EF4-FFF2-40B4-BE49-F238E27FC236}">
                <a16:creationId xmlns:a16="http://schemas.microsoft.com/office/drawing/2014/main" id="{CABD6DD6-F1CC-43FA-8C44-8D8A1CBA9B9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99755" y="5436432"/>
            <a:ext cx="2003556" cy="1162307"/>
          </a:xfrm>
          <a:prstGeom prst="rect">
            <a:avLst/>
          </a:prstGeom>
        </p:spPr>
      </p:pic>
      <p:sp>
        <p:nvSpPr>
          <p:cNvPr id="5" name="Rectangle 4">
            <a:extLst>
              <a:ext uri="{FF2B5EF4-FFF2-40B4-BE49-F238E27FC236}">
                <a16:creationId xmlns:a16="http://schemas.microsoft.com/office/drawing/2014/main" id="{F3C21056-1ABD-433F-A23D-417F7FCBCA02}"/>
              </a:ext>
            </a:extLst>
          </p:cNvPr>
          <p:cNvSpPr/>
          <p:nvPr userDrawn="1"/>
        </p:nvSpPr>
        <p:spPr>
          <a:xfrm>
            <a:off x="459547" y="985289"/>
            <a:ext cx="5068608" cy="36476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ctrTitle" hasCustomPrompt="1"/>
          </p:nvPr>
        </p:nvSpPr>
        <p:spPr>
          <a:xfrm>
            <a:off x="679486" y="1122363"/>
            <a:ext cx="4678973" cy="2387600"/>
          </a:xfrm>
        </p:spPr>
        <p:txBody>
          <a:bodyPr lIns="0" rIns="0" anchor="b">
            <a:noAutofit/>
          </a:bodyPr>
          <a:lstStyle>
            <a:lvl1pPr algn="l">
              <a:defRPr sz="6000" i="0">
                <a:solidFill>
                  <a:schemeClr val="tx1"/>
                </a:solidFill>
              </a:defRPr>
            </a:lvl1pPr>
          </a:lstStyle>
          <a:p>
            <a:r>
              <a:rPr lang="en-US"/>
              <a:t>Click to add title</a:t>
            </a:r>
          </a:p>
        </p:txBody>
      </p:sp>
      <p:sp>
        <p:nvSpPr>
          <p:cNvPr id="3" name="Subtitle 2"/>
          <p:cNvSpPr>
            <a:spLocks noGrp="1"/>
          </p:cNvSpPr>
          <p:nvPr>
            <p:ph type="subTitle" idx="1"/>
          </p:nvPr>
        </p:nvSpPr>
        <p:spPr>
          <a:xfrm>
            <a:off x="660133" y="3972282"/>
            <a:ext cx="4698069" cy="634229"/>
          </a:xfrm>
          <a:prstGeom prst="rect">
            <a:avLst/>
          </a:prstGeom>
        </p:spPr>
        <p:txBody>
          <a:bodyPr lIns="0" rIns="0"/>
          <a:lstStyle>
            <a:lvl1pPr marL="0" indent="0" algn="l">
              <a:buNone/>
              <a:defRPr sz="24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cxnSp>
        <p:nvCxnSpPr>
          <p:cNvPr id="8" name="Straight Connector 7">
            <a:extLst>
              <a:ext uri="{FF2B5EF4-FFF2-40B4-BE49-F238E27FC236}">
                <a16:creationId xmlns:a16="http://schemas.microsoft.com/office/drawing/2014/main" id="{B1BBA8A6-7A93-4969-A4B0-6860BACFC5DA}"/>
              </a:ext>
            </a:extLst>
          </p:cNvPr>
          <p:cNvCxnSpPr>
            <a:cxnSpLocks/>
          </p:cNvCxnSpPr>
          <p:nvPr userDrawn="1"/>
        </p:nvCxnSpPr>
        <p:spPr>
          <a:xfrm>
            <a:off x="696755" y="3679315"/>
            <a:ext cx="355264"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5417D878-621E-AF8C-954A-CEF94E10123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999779" y="5631169"/>
            <a:ext cx="1592000" cy="728827"/>
          </a:xfrm>
          <a:prstGeom prst="rect">
            <a:avLst/>
          </a:prstGeom>
        </p:spPr>
      </p:pic>
    </p:spTree>
    <p:extLst>
      <p:ext uri="{BB962C8B-B14F-4D97-AF65-F5344CB8AC3E}">
        <p14:creationId xmlns:p14="http://schemas.microsoft.com/office/powerpoint/2010/main" val="1747212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844952"/>
            <a:ext cx="11277600" cy="595243"/>
          </a:xfrm>
          <a:prstGeom prst="rect">
            <a:avLst/>
          </a:prstGeom>
        </p:spPr>
        <p:txBody>
          <a:bodyPr lIns="0" tIns="0" rIns="0" bIns="0">
            <a:noAutofit/>
          </a:bodyPr>
          <a:lstStyle>
            <a:lvl1pPr marL="0" indent="0">
              <a:buNone/>
              <a:defRPr sz="1400" b="0">
                <a:solidFill>
                  <a:schemeClr val="bg1">
                    <a:lumMod val="50000"/>
                  </a:schemeClr>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2"/>
            <a:ext cx="11277600" cy="430887"/>
          </a:xfrm>
          <a:prstGeom prst="rect">
            <a:avLst/>
          </a:prstGeom>
        </p:spPr>
        <p:txBody>
          <a:bodyPr vert="horz" lIns="0" tIns="0" rIns="0" bIns="0" rtlCol="0" anchor="t" anchorCtr="0">
            <a:spAutoFit/>
          </a:bodyPr>
          <a:lstStyle>
            <a:lvl1pPr>
              <a:defRPr sz="2800">
                <a:latin typeface="+mj-lt"/>
              </a:defRPr>
            </a:lvl1pPr>
          </a:lstStyle>
          <a:p>
            <a:r>
              <a:rPr lang="en-US"/>
              <a:t>Click to add title</a:t>
            </a:r>
          </a:p>
        </p:txBody>
      </p:sp>
      <p:sp>
        <p:nvSpPr>
          <p:cNvPr id="2" name="Copyright">
            <a:extLst>
              <a:ext uri="{FF2B5EF4-FFF2-40B4-BE49-F238E27FC236}">
                <a16:creationId xmlns:a16="http://schemas.microsoft.com/office/drawing/2014/main" id="{50C62439-4A6A-9EB2-F855-1604D4632BF8}"/>
              </a:ext>
            </a:extLst>
          </p:cNvPr>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650" b="0" noProof="0">
                <a:solidFill>
                  <a:schemeClr val="tx1"/>
                </a:solidFill>
                <a:latin typeface="+mn-lt"/>
              </a:rPr>
              <a:t>Copyright © 2024 Deloitte Development LLC. All rights reserved.</a:t>
            </a:r>
          </a:p>
        </p:txBody>
      </p:sp>
    </p:spTree>
    <p:extLst>
      <p:ext uri="{BB962C8B-B14F-4D97-AF65-F5344CB8AC3E}">
        <p14:creationId xmlns:p14="http://schemas.microsoft.com/office/powerpoint/2010/main" val="340766715"/>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Title Only_Gray Foot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EC5F0A-6A58-AAE4-3D93-AC5C9053E3E9}"/>
              </a:ext>
            </a:extLst>
          </p:cNvPr>
          <p:cNvSpPr/>
          <p:nvPr userDrawn="1"/>
        </p:nvSpPr>
        <p:spPr>
          <a:xfrm>
            <a:off x="-5006" y="6237287"/>
            <a:ext cx="12197006" cy="646331"/>
          </a:xfrm>
          <a:prstGeom prst="rect">
            <a:avLst/>
          </a:prstGeom>
          <a:solidFill>
            <a:srgbClr val="B9B9B8">
              <a:alpha val="1997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 name="Text Placeholder 8">
            <a:extLst>
              <a:ext uri="{FF2B5EF4-FFF2-40B4-BE49-F238E27FC236}">
                <a16:creationId xmlns:a16="http://schemas.microsoft.com/office/drawing/2014/main" id="{741F1EB1-F8A8-039E-FC6F-42B4B9551594}"/>
              </a:ext>
            </a:extLst>
          </p:cNvPr>
          <p:cNvSpPr txBox="1">
            <a:spLocks/>
          </p:cNvSpPr>
          <p:nvPr userDrawn="1"/>
        </p:nvSpPr>
        <p:spPr>
          <a:xfrm>
            <a:off x="629271" y="6386283"/>
            <a:ext cx="10505733" cy="235898"/>
          </a:xfrm>
          <a:prstGeom prst="rect">
            <a:avLst/>
          </a:prstGeom>
        </p:spPr>
        <p:txBody>
          <a:bodyPr wrap="square" lIns="91440" tIns="45720" rIns="91440" bIns="45720" anchor="b" anchorCtr="0">
            <a:spAutoFit/>
          </a:bodyPr>
          <a:lstStyle>
            <a:lvl1pPr marL="0" marR="0" indent="0" algn="l" defTabSz="914400" rtl="0" eaLnBrk="1" fontAlgn="base" latinLnBrk="0" hangingPunct="1">
              <a:lnSpc>
                <a:spcPct val="100000"/>
              </a:lnSpc>
              <a:spcBef>
                <a:spcPts val="500"/>
              </a:spcBef>
              <a:spcAft>
                <a:spcPts val="300"/>
              </a:spcAft>
              <a:buClr>
                <a:schemeClr val="tx1"/>
              </a:buClr>
              <a:buSzPct val="100000"/>
              <a:buFont typeface="Arial" panose="020B0604020202020204" pitchFamily="34" charset="0"/>
              <a:buNone/>
              <a:tabLst/>
              <a:defRPr lang="en-US" sz="1000" kern="1200" dirty="0" smtClean="0">
                <a:solidFill>
                  <a:schemeClr val="tx1">
                    <a:lumMod val="65000"/>
                    <a:lumOff val="35000"/>
                  </a:schemeClr>
                </a:solidFill>
                <a:latin typeface="+mn-lt"/>
                <a:ea typeface="+mn-ea"/>
                <a:cs typeface="+mn-cs"/>
              </a:defRPr>
            </a:lvl1pPr>
            <a:lvl2pPr marL="231775" marR="0" indent="0"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None/>
              <a:tabLst/>
              <a:defRPr sz="1800" kern="1200">
                <a:solidFill>
                  <a:schemeClr val="tx1"/>
                </a:solidFill>
                <a:latin typeface="+mn-lt"/>
                <a:ea typeface="+mn-ea"/>
                <a:cs typeface="+mn-cs"/>
              </a:defRPr>
            </a:lvl2pPr>
            <a:lvl3pPr marL="687388" marR="0" indent="-225425" algn="l" defTabSz="914400" rtl="0" eaLnBrk="1" fontAlgn="base" latinLnBrk="0" hangingPunct="1">
              <a:lnSpc>
                <a:spcPct val="100000"/>
              </a:lnSpc>
              <a:spcBef>
                <a:spcPts val="500"/>
              </a:spcBef>
              <a:spcAft>
                <a:spcPts val="300"/>
              </a:spcAft>
              <a:buClr>
                <a:schemeClr val="tx1"/>
              </a:buClr>
              <a:buSzPct val="100000"/>
              <a:buFont typeface="Wingdings" panose="05000000000000000000" pitchFamily="2" charset="2"/>
              <a:buChar char=""/>
              <a:tabLst/>
              <a:defRPr sz="1800" kern="1200">
                <a:solidFill>
                  <a:schemeClr val="tx1"/>
                </a:solidFill>
                <a:latin typeface="+mn-lt"/>
                <a:ea typeface="+mn-ea"/>
                <a:cs typeface="+mn-cs"/>
              </a:defRPr>
            </a:lvl3pPr>
            <a:lvl4pPr marL="914400" marR="0" indent="-227013"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Char char="-"/>
              <a:tabLst/>
              <a:defRPr sz="1800" kern="1200">
                <a:solidFill>
                  <a:schemeClr val="tx1"/>
                </a:solidFill>
                <a:latin typeface="+mn-lt"/>
                <a:ea typeface="+mn-ea"/>
                <a:cs typeface="+mn-cs"/>
              </a:defRPr>
            </a:lvl4pPr>
            <a:lvl5pPr marL="1141413" marR="0" indent="-227013" algn="l" defTabSz="914400" rtl="0" eaLnBrk="1" fontAlgn="base" latinLnBrk="0" hangingPunct="1">
              <a:lnSpc>
                <a:spcPct val="100000"/>
              </a:lnSpc>
              <a:spcBef>
                <a:spcPts val="500"/>
              </a:spcBef>
              <a:spcAft>
                <a:spcPts val="300"/>
              </a:spcAft>
              <a:buClr>
                <a:schemeClr val="tx1"/>
              </a:buClr>
              <a:buSzPct val="100000"/>
              <a:buFont typeface="Arial" panose="020B0604020202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1219140" rtl="0" eaLnBrk="1" fontAlgn="base" latinLnBrk="0" hangingPunct="1">
              <a:lnSpc>
                <a:spcPct val="100000"/>
              </a:lnSpc>
              <a:spcBef>
                <a:spcPts val="667"/>
              </a:spcBef>
              <a:spcAft>
                <a:spcPts val="400"/>
              </a:spcAft>
              <a:buClr>
                <a:schemeClr val="tx1"/>
              </a:buClr>
              <a:buSzPct val="100000"/>
              <a:buFont typeface="Arial" panose="020B0604020202020204" pitchFamily="34" charset="0"/>
              <a:buNone/>
              <a:tabLst/>
              <a:defRPr/>
            </a:pPr>
            <a:fld id="{CC445941-74CC-4112-9061-4DB01C9C0019}" type="slidenum">
              <a:rPr lang="en-US" sz="933" smtClean="0">
                <a:solidFill>
                  <a:schemeClr val="tx1"/>
                </a:solidFill>
              </a:rPr>
              <a:pPr marL="0" marR="0" lvl="0" indent="0" algn="l" defTabSz="1219140" rtl="0" eaLnBrk="1" fontAlgn="base" latinLnBrk="0" hangingPunct="1">
                <a:lnSpc>
                  <a:spcPct val="100000"/>
                </a:lnSpc>
                <a:spcBef>
                  <a:spcPts val="667"/>
                </a:spcBef>
                <a:spcAft>
                  <a:spcPts val="400"/>
                </a:spcAft>
                <a:buClr>
                  <a:schemeClr val="tx1"/>
                </a:buClr>
                <a:buSzPct val="100000"/>
                <a:buFont typeface="Arial" panose="020B0604020202020204" pitchFamily="34" charset="0"/>
                <a:buNone/>
                <a:tabLst/>
                <a:defRPr/>
              </a:pPr>
              <a:t>‹#›</a:t>
            </a:fld>
            <a:r>
              <a:rPr lang="en-US" sz="933" spc="13" baseline="0">
                <a:solidFill>
                  <a:schemeClr val="tx1"/>
                </a:solidFill>
              </a:rPr>
              <a:t>  |  LOCKTON</a:t>
            </a:r>
          </a:p>
        </p:txBody>
      </p:sp>
      <p:sp>
        <p:nvSpPr>
          <p:cNvPr id="4" name="Title 3">
            <a:extLst>
              <a:ext uri="{FF2B5EF4-FFF2-40B4-BE49-F238E27FC236}">
                <a16:creationId xmlns:a16="http://schemas.microsoft.com/office/drawing/2014/main" id="{2CADF1DB-A9FD-D8FB-F6BD-7698E3AD9EDA}"/>
              </a:ext>
            </a:extLst>
          </p:cNvPr>
          <p:cNvSpPr>
            <a:spLocks noGrp="1"/>
          </p:cNvSpPr>
          <p:nvPr>
            <p:ph type="title" hasCustomPrompt="1"/>
          </p:nvPr>
        </p:nvSpPr>
        <p:spPr>
          <a:xfrm>
            <a:off x="629271" y="642635"/>
            <a:ext cx="10933459" cy="646331"/>
          </a:xfrm>
        </p:spPr>
        <p:txBody>
          <a:bodyPr/>
          <a:lstStyle>
            <a:lvl1pPr>
              <a:defRPr/>
            </a:lvl1pPr>
          </a:lstStyle>
          <a:p>
            <a:r>
              <a:rPr lang="en-US"/>
              <a:t>Click to edit Master title style </a:t>
            </a:r>
          </a:p>
        </p:txBody>
      </p:sp>
    </p:spTree>
    <p:extLst>
      <p:ext uri="{BB962C8B-B14F-4D97-AF65-F5344CB8AC3E}">
        <p14:creationId xmlns:p14="http://schemas.microsoft.com/office/powerpoint/2010/main" val="1837150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Section Slide - Blac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FB92CD8-49B2-408A-9FF8-76B70E1E83B0}"/>
              </a:ext>
            </a:extLst>
          </p:cNvPr>
          <p:cNvSpPr/>
          <p:nvPr userDrawn="1"/>
        </p:nvSpPr>
        <p:spPr>
          <a:xfrm>
            <a:off x="364067" y="273056"/>
            <a:ext cx="11461752" cy="63182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a:p>
        </p:txBody>
      </p:sp>
      <p:sp>
        <p:nvSpPr>
          <p:cNvPr id="2" name="Title 1"/>
          <p:cNvSpPr>
            <a:spLocks noGrp="1"/>
          </p:cNvSpPr>
          <p:nvPr>
            <p:ph type="title" hasCustomPrompt="1"/>
          </p:nvPr>
        </p:nvSpPr>
        <p:spPr>
          <a:xfrm>
            <a:off x="1219200" y="1828807"/>
            <a:ext cx="9753600" cy="1828789"/>
          </a:xfrm>
          <a:prstGeom prst="rect">
            <a:avLst/>
          </a:prstGeom>
        </p:spPr>
        <p:txBody>
          <a:bodyPr anchor="b" anchorCtr="0">
            <a:noAutofit/>
          </a:bodyPr>
          <a:lstStyle>
            <a:lvl1pPr algn="ctr">
              <a:defRPr sz="4000" b="0" i="0">
                <a:solidFill>
                  <a:schemeClr val="bg1"/>
                </a:solidFill>
                <a:latin typeface="Garamond" panose="02020404030301010803" pitchFamily="18" charset="0"/>
              </a:defRPr>
            </a:lvl1pPr>
          </a:lstStyle>
          <a:p>
            <a:r>
              <a:rPr lang="en-US"/>
              <a:t>Click to add section title</a:t>
            </a:r>
          </a:p>
        </p:txBody>
      </p:sp>
      <p:cxnSp>
        <p:nvCxnSpPr>
          <p:cNvPr id="10" name="Straight Connector 9">
            <a:extLst>
              <a:ext uri="{FF2B5EF4-FFF2-40B4-BE49-F238E27FC236}">
                <a16:creationId xmlns:a16="http://schemas.microsoft.com/office/drawing/2014/main" id="{5B979A09-8DEA-4C1C-94B8-DD2576CB962D}"/>
              </a:ext>
            </a:extLst>
          </p:cNvPr>
          <p:cNvCxnSpPr>
            <a:cxnSpLocks/>
          </p:cNvCxnSpPr>
          <p:nvPr userDrawn="1"/>
        </p:nvCxnSpPr>
        <p:spPr>
          <a:xfrm>
            <a:off x="5918368" y="3830947"/>
            <a:ext cx="355264"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Subtitle 2">
            <a:extLst>
              <a:ext uri="{FF2B5EF4-FFF2-40B4-BE49-F238E27FC236}">
                <a16:creationId xmlns:a16="http://schemas.microsoft.com/office/drawing/2014/main" id="{B58B9B07-B22C-4149-94B8-67AB4B8385E4}"/>
              </a:ext>
            </a:extLst>
          </p:cNvPr>
          <p:cNvSpPr>
            <a:spLocks noGrp="1"/>
          </p:cNvSpPr>
          <p:nvPr>
            <p:ph type="subTitle" idx="1" hasCustomPrompt="1"/>
          </p:nvPr>
        </p:nvSpPr>
        <p:spPr>
          <a:xfrm>
            <a:off x="1219200" y="3995168"/>
            <a:ext cx="9753600" cy="712761"/>
          </a:xfrm>
          <a:prstGeom prst="rect">
            <a:avLst/>
          </a:prstGeom>
        </p:spPr>
        <p:txBody>
          <a:bodyPr>
            <a:noAutofit/>
          </a:bodyPr>
          <a:lstStyle>
            <a:lvl1pPr marL="0" indent="0" algn="ctr">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section subtitle</a:t>
            </a:r>
          </a:p>
        </p:txBody>
      </p:sp>
    </p:spTree>
    <p:custDataLst>
      <p:tags r:id="rId1"/>
    </p:custDataLst>
    <p:extLst>
      <p:ext uri="{BB962C8B-B14F-4D97-AF65-F5344CB8AC3E}">
        <p14:creationId xmlns:p14="http://schemas.microsoft.com/office/powerpoint/2010/main" val="1161345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BFC20E-D17D-854D-9C27-52B0B0CC3A4E}"/>
              </a:ext>
            </a:extLst>
          </p:cNvPr>
          <p:cNvSpPr>
            <a:spLocks noGrp="1"/>
          </p:cNvSpPr>
          <p:nvPr>
            <p:ph type="title"/>
          </p:nvPr>
        </p:nvSpPr>
        <p:spPr/>
        <p:txBody>
          <a:bodyPr/>
          <a:lstStyle/>
          <a:p>
            <a:r>
              <a:rPr lang="en-US"/>
              <a:t>Click to edit Master title style</a:t>
            </a:r>
          </a:p>
        </p:txBody>
      </p:sp>
      <p:sp>
        <p:nvSpPr>
          <p:cNvPr id="9" name="Text Placeholder 8">
            <a:extLst>
              <a:ext uri="{FF2B5EF4-FFF2-40B4-BE49-F238E27FC236}">
                <a16:creationId xmlns:a16="http://schemas.microsoft.com/office/drawing/2014/main" id="{F2288D70-7B55-9645-A1A6-8052C91E2012}"/>
              </a:ext>
            </a:extLst>
          </p:cNvPr>
          <p:cNvSpPr>
            <a:spLocks noGrp="1"/>
          </p:cNvSpPr>
          <p:nvPr>
            <p:ph type="body" sz="quarter" idx="10"/>
          </p:nvPr>
        </p:nvSpPr>
        <p:spPr>
          <a:xfrm>
            <a:off x="634653" y="1989667"/>
            <a:ext cx="10837681" cy="403225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2272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3781" y="548641"/>
            <a:ext cx="10944447" cy="1088136"/>
          </a:xfrm>
          <a:prstGeom prst="rect">
            <a:avLst/>
          </a:prstGeom>
        </p:spPr>
        <p:txBody>
          <a:bodyPr lIns="0" anchor="t" anchorCtr="0">
            <a:noAutofit/>
          </a:bodyPr>
          <a:lstStyle>
            <a:lvl1pPr algn="l">
              <a:defRPr sz="3600" i="1">
                <a:solidFill>
                  <a:schemeClr val="tx1"/>
                </a:solidFill>
                <a:latin typeface="Garamond" panose="02020404030301010803" pitchFamily="18" charset="0"/>
              </a:defRPr>
            </a:lvl1pPr>
          </a:lstStyle>
          <a:p>
            <a:r>
              <a:rPr lang="en-US"/>
              <a:t>Click to add slide header</a:t>
            </a:r>
          </a:p>
        </p:txBody>
      </p:sp>
      <p:sp>
        <p:nvSpPr>
          <p:cNvPr id="6" name="Text Placeholder 5">
            <a:extLst>
              <a:ext uri="{FF2B5EF4-FFF2-40B4-BE49-F238E27FC236}">
                <a16:creationId xmlns:a16="http://schemas.microsoft.com/office/drawing/2014/main" id="{40E32895-C324-4E18-9101-9F8BB1184F1E}"/>
              </a:ext>
            </a:extLst>
          </p:cNvPr>
          <p:cNvSpPr>
            <a:spLocks noGrp="1"/>
          </p:cNvSpPr>
          <p:nvPr>
            <p:ph type="body" sz="quarter" idx="10"/>
          </p:nvPr>
        </p:nvSpPr>
        <p:spPr>
          <a:xfrm>
            <a:off x="637958" y="1839431"/>
            <a:ext cx="10944447" cy="4480560"/>
          </a:xfrm>
        </p:spPr>
        <p:txBody>
          <a:bodyPr/>
          <a:lstStyle>
            <a:lvl3pPr marL="658368" indent="-192024">
              <a:defRPr/>
            </a:lvl3pPr>
            <a:lvl5pPr marL="1106424" indent="-192024">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13108513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Heading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81771-6AF7-D546-8385-518AC361462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6158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786A28BA-F52E-4A52-9DF8-C19397DD7245}"/>
              </a:ext>
            </a:extLst>
          </p:cNvPr>
          <p:cNvSpPr>
            <a:spLocks noGrp="1"/>
          </p:cNvSpPr>
          <p:nvPr>
            <p:ph type="title"/>
          </p:nvPr>
        </p:nvSpPr>
        <p:spPr>
          <a:xfrm>
            <a:off x="372725" y="365127"/>
            <a:ext cx="11402008" cy="430468"/>
          </a:xfrm>
          <a:prstGeom prst="rect">
            <a:avLst/>
          </a:prstGeom>
        </p:spPr>
        <p:txBody>
          <a:bodyPr vert="horz" lIns="91440" tIns="45720" rIns="91440" bIns="45720" rtlCol="0" anchor="b">
            <a:noAutofit/>
          </a:bodyPr>
          <a:lstStyle/>
          <a:p>
            <a:r>
              <a:rPr lang="en-US"/>
              <a:t>Click to edit Master title style</a:t>
            </a:r>
          </a:p>
        </p:txBody>
      </p:sp>
      <p:sp>
        <p:nvSpPr>
          <p:cNvPr id="12" name="Text Placeholder 2">
            <a:extLst>
              <a:ext uri="{FF2B5EF4-FFF2-40B4-BE49-F238E27FC236}">
                <a16:creationId xmlns:a16="http://schemas.microsoft.com/office/drawing/2014/main" id="{755CFAC5-8E2D-4C1D-8582-4069F1760F9F}"/>
              </a:ext>
            </a:extLst>
          </p:cNvPr>
          <p:cNvSpPr>
            <a:spLocks noGrp="1"/>
          </p:cNvSpPr>
          <p:nvPr>
            <p:ph type="body" idx="1"/>
          </p:nvPr>
        </p:nvSpPr>
        <p:spPr>
          <a:xfrm>
            <a:off x="372725" y="871874"/>
            <a:ext cx="11402008" cy="530508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Rectangle 12">
            <a:extLst>
              <a:ext uri="{FF2B5EF4-FFF2-40B4-BE49-F238E27FC236}">
                <a16:creationId xmlns:a16="http://schemas.microsoft.com/office/drawing/2014/main" id="{FE900E4A-1B5D-40BA-8F38-1395E248F1DC}"/>
              </a:ext>
            </a:extLst>
          </p:cNvPr>
          <p:cNvSpPr/>
          <p:nvPr userDrawn="1"/>
        </p:nvSpPr>
        <p:spPr>
          <a:xfrm flipV="1">
            <a:off x="0" y="1"/>
            <a:ext cx="11465325" cy="2709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Footer Placeholder 1">
            <a:extLst>
              <a:ext uri="{FF2B5EF4-FFF2-40B4-BE49-F238E27FC236}">
                <a16:creationId xmlns:a16="http://schemas.microsoft.com/office/drawing/2014/main" id="{3C397E5B-8FFA-4812-8FAD-C57EF210F5C5}"/>
              </a:ext>
            </a:extLst>
          </p:cNvPr>
          <p:cNvSpPr>
            <a:spLocks noGrp="1"/>
          </p:cNvSpPr>
          <p:nvPr>
            <p:ph type="ftr" sz="quarter" idx="3"/>
          </p:nvPr>
        </p:nvSpPr>
        <p:spPr>
          <a:xfrm>
            <a:off x="824941" y="6356351"/>
            <a:ext cx="4114800" cy="365125"/>
          </a:xfrm>
          <a:prstGeom prst="rect">
            <a:avLst/>
          </a:prstGeom>
        </p:spPr>
        <p:txBody>
          <a:bodyPr vert="horz" lIns="91440" tIns="45720" rIns="91440" bIns="45720" rtlCol="0" anchor="ctr"/>
          <a:lstStyle>
            <a:lvl1pPr algn="l">
              <a:defRPr sz="700">
                <a:solidFill>
                  <a:schemeClr val="bg2"/>
                </a:solidFill>
              </a:defRPr>
            </a:lvl1pPr>
          </a:lstStyle>
          <a:p>
            <a:endParaRPr lang="en-US"/>
          </a:p>
        </p:txBody>
      </p:sp>
      <p:cxnSp>
        <p:nvCxnSpPr>
          <p:cNvPr id="9" name="Straight Connector 8">
            <a:extLst>
              <a:ext uri="{FF2B5EF4-FFF2-40B4-BE49-F238E27FC236}">
                <a16:creationId xmlns:a16="http://schemas.microsoft.com/office/drawing/2014/main" id="{DF8C56B1-0D02-4D19-924E-C142C3A08392}"/>
              </a:ext>
            </a:extLst>
          </p:cNvPr>
          <p:cNvCxnSpPr>
            <a:cxnSpLocks/>
          </p:cNvCxnSpPr>
          <p:nvPr userDrawn="1"/>
        </p:nvCxnSpPr>
        <p:spPr>
          <a:xfrm>
            <a:off x="372725" y="795594"/>
            <a:ext cx="266448" cy="0"/>
          </a:xfrm>
          <a:prstGeom prst="line">
            <a:avLst/>
          </a:prstGeom>
          <a:ln w="31750">
            <a:solidFill>
              <a:srgbClr val="46C4F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4D1FB91-4593-400B-8499-97C6302E030C}"/>
              </a:ext>
            </a:extLst>
          </p:cNvPr>
          <p:cNvSpPr txBox="1"/>
          <p:nvPr userDrawn="1"/>
        </p:nvSpPr>
        <p:spPr>
          <a:xfrm>
            <a:off x="11180793" y="6588863"/>
            <a:ext cx="939163" cy="215444"/>
          </a:xfrm>
          <a:prstGeom prst="rect">
            <a:avLst/>
          </a:prstGeom>
          <a:noFill/>
        </p:spPr>
        <p:txBody>
          <a:bodyPr wrap="square" rtlCol="0" anchor="ctr">
            <a:spAutoFit/>
          </a:bodyPr>
          <a:lstStyle/>
          <a:p>
            <a:pPr algn="r"/>
            <a:fld id="{CC445941-74CC-4112-9061-4DB01C9C0019}" type="slidenum">
              <a:rPr lang="en-US" sz="800" smtClean="0"/>
              <a:pPr algn="r"/>
              <a:t>‹#›</a:t>
            </a:fld>
            <a:endParaRPr lang="en-US" sz="800"/>
          </a:p>
        </p:txBody>
      </p:sp>
      <p:sp>
        <p:nvSpPr>
          <p:cNvPr id="14" name="Text Placeholder 8">
            <a:extLst>
              <a:ext uri="{FF2B5EF4-FFF2-40B4-BE49-F238E27FC236}">
                <a16:creationId xmlns:a16="http://schemas.microsoft.com/office/drawing/2014/main" id="{1D285952-2833-4F19-9A8D-DBD0DB0C64A3}"/>
              </a:ext>
            </a:extLst>
          </p:cNvPr>
          <p:cNvSpPr txBox="1">
            <a:spLocks/>
          </p:cNvSpPr>
          <p:nvPr userDrawn="1"/>
        </p:nvSpPr>
        <p:spPr>
          <a:xfrm>
            <a:off x="5765151" y="6585093"/>
            <a:ext cx="6138019" cy="219456"/>
          </a:xfrm>
          <a:prstGeom prst="rect">
            <a:avLst/>
          </a:prstGeom>
        </p:spPr>
        <p:txBody>
          <a:bodyPr lIns="0" anchor="ctr">
            <a:normAutofit/>
          </a:bodyPr>
          <a:lstStyle>
            <a:lvl1pPr marL="0" marR="0" indent="0" algn="l" defTabSz="914400" rtl="0" eaLnBrk="1" fontAlgn="base" latinLnBrk="0" hangingPunct="1">
              <a:lnSpc>
                <a:spcPct val="100000"/>
              </a:lnSpc>
              <a:spcBef>
                <a:spcPts val="500"/>
              </a:spcBef>
              <a:spcAft>
                <a:spcPts val="300"/>
              </a:spcAft>
              <a:buClr>
                <a:schemeClr val="tx1"/>
              </a:buClr>
              <a:buSzPct val="100000"/>
              <a:buFont typeface="Arial" panose="020B0604020202020204" pitchFamily="34" charset="0"/>
              <a:buNone/>
              <a:tabLst/>
              <a:defRPr lang="en-US" sz="1000" kern="1200" dirty="0" smtClean="0">
                <a:solidFill>
                  <a:schemeClr val="tx1">
                    <a:lumMod val="65000"/>
                    <a:lumOff val="35000"/>
                  </a:schemeClr>
                </a:solidFill>
                <a:latin typeface="+mn-lt"/>
                <a:ea typeface="+mn-ea"/>
                <a:cs typeface="+mn-cs"/>
              </a:defRPr>
            </a:lvl1pPr>
            <a:lvl2pPr marL="231775" marR="0" indent="0"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None/>
              <a:tabLst/>
              <a:defRPr sz="1800" kern="1200">
                <a:solidFill>
                  <a:schemeClr val="tx1"/>
                </a:solidFill>
                <a:latin typeface="+mn-lt"/>
                <a:ea typeface="+mn-ea"/>
                <a:cs typeface="+mn-cs"/>
              </a:defRPr>
            </a:lvl2pPr>
            <a:lvl3pPr marL="687388" marR="0" indent="-225425" algn="l" defTabSz="914400" rtl="0" eaLnBrk="1" fontAlgn="base" latinLnBrk="0" hangingPunct="1">
              <a:lnSpc>
                <a:spcPct val="100000"/>
              </a:lnSpc>
              <a:spcBef>
                <a:spcPts val="500"/>
              </a:spcBef>
              <a:spcAft>
                <a:spcPts val="300"/>
              </a:spcAft>
              <a:buClr>
                <a:schemeClr val="tx1"/>
              </a:buClr>
              <a:buSzPct val="100000"/>
              <a:buFont typeface="Wingdings" panose="05000000000000000000" pitchFamily="2" charset="2"/>
              <a:buChar char=""/>
              <a:tabLst/>
              <a:defRPr sz="1800" kern="1200">
                <a:solidFill>
                  <a:schemeClr val="tx1"/>
                </a:solidFill>
                <a:latin typeface="+mn-lt"/>
                <a:ea typeface="+mn-ea"/>
                <a:cs typeface="+mn-cs"/>
              </a:defRPr>
            </a:lvl3pPr>
            <a:lvl4pPr marL="914400" marR="0" indent="-227013"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Char char="-"/>
              <a:tabLst/>
              <a:defRPr sz="1800" kern="1200">
                <a:solidFill>
                  <a:schemeClr val="tx1"/>
                </a:solidFill>
                <a:latin typeface="+mn-lt"/>
                <a:ea typeface="+mn-ea"/>
                <a:cs typeface="+mn-cs"/>
              </a:defRPr>
            </a:lvl4pPr>
            <a:lvl5pPr marL="1141413" marR="0" indent="-227013" algn="l" defTabSz="914400" rtl="0" eaLnBrk="1" fontAlgn="base" latinLnBrk="0" hangingPunct="1">
              <a:lnSpc>
                <a:spcPct val="100000"/>
              </a:lnSpc>
              <a:spcBef>
                <a:spcPts val="500"/>
              </a:spcBef>
              <a:spcAft>
                <a:spcPts val="300"/>
              </a:spcAft>
              <a:buClr>
                <a:schemeClr val="tx1"/>
              </a:buClr>
              <a:buSzPct val="100000"/>
              <a:buFont typeface="Arial" panose="020B0604020202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r"/>
            <a:r>
              <a:rPr lang="en-US" sz="800" spc="10" baseline="0">
                <a:solidFill>
                  <a:schemeClr val="tx1"/>
                </a:solidFill>
              </a:rPr>
              <a:t>LOCKTON COMPANIES  |</a:t>
            </a:r>
          </a:p>
        </p:txBody>
      </p:sp>
    </p:spTree>
    <p:extLst>
      <p:ext uri="{BB962C8B-B14F-4D97-AF65-F5344CB8AC3E}">
        <p14:creationId xmlns:p14="http://schemas.microsoft.com/office/powerpoint/2010/main" val="253172258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7"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hf hdr="0" ftr="0" dt="0"/>
  <p:txStyles>
    <p:titleStyle>
      <a:lvl1pPr algn="l" defTabSz="914400" rtl="0" eaLnBrk="1" latinLnBrk="0" hangingPunct="1">
        <a:spcBef>
          <a:spcPct val="0"/>
        </a:spcBef>
        <a:buNone/>
        <a:defRPr sz="2800" i="1" kern="1200">
          <a:solidFill>
            <a:schemeClr val="tx1"/>
          </a:solidFill>
          <a:latin typeface="Garamond" panose="02020404030301010803" pitchFamily="18" charset="0"/>
          <a:ea typeface="+mj-ea"/>
          <a:cs typeface="+mj-cs"/>
        </a:defRPr>
      </a:lvl1pPr>
    </p:titleStyle>
    <p:bodyStyle>
      <a:lvl1pPr marL="228600" marR="0" indent="-228600" algn="l" defTabSz="914400" rtl="0" eaLnBrk="1" fontAlgn="base" latinLnBrk="0" hangingPunct="1">
        <a:lnSpc>
          <a:spcPct val="100000"/>
        </a:lnSpc>
        <a:spcBef>
          <a:spcPts val="500"/>
        </a:spcBef>
        <a:spcAft>
          <a:spcPts val="300"/>
        </a:spcAft>
        <a:buClr>
          <a:schemeClr val="tx1"/>
        </a:buClr>
        <a:buSzPct val="100000"/>
        <a:buFont typeface="Arial" panose="020B0604020202020204" pitchFamily="34" charset="0"/>
        <a:buChar char="•"/>
        <a:tabLst/>
        <a:defRPr sz="1800" kern="1200">
          <a:solidFill>
            <a:schemeClr val="tx1"/>
          </a:solidFill>
          <a:latin typeface="+mn-lt"/>
          <a:ea typeface="+mn-ea"/>
          <a:cs typeface="+mn-cs"/>
        </a:defRPr>
      </a:lvl1pPr>
      <a:lvl2pPr marL="461963" marR="0" indent="-234950"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Char char="-"/>
        <a:tabLst/>
        <a:defRPr sz="1800" kern="1200">
          <a:solidFill>
            <a:schemeClr val="tx1"/>
          </a:solidFill>
          <a:latin typeface="+mn-lt"/>
          <a:ea typeface="+mn-ea"/>
          <a:cs typeface="+mn-cs"/>
        </a:defRPr>
      </a:lvl2pPr>
      <a:lvl3pPr marL="687388" marR="0" indent="-225425" algn="l" defTabSz="914400" rtl="0" eaLnBrk="1" fontAlgn="base" latinLnBrk="0" hangingPunct="1">
        <a:lnSpc>
          <a:spcPct val="100000"/>
        </a:lnSpc>
        <a:spcBef>
          <a:spcPts val="500"/>
        </a:spcBef>
        <a:spcAft>
          <a:spcPts val="300"/>
        </a:spcAft>
        <a:buClr>
          <a:schemeClr val="tx1"/>
        </a:buClr>
        <a:buSzPct val="100000"/>
        <a:buFont typeface="Wingdings" panose="05000000000000000000" pitchFamily="2" charset="2"/>
        <a:buChar char=""/>
        <a:tabLst/>
        <a:defRPr sz="1800" kern="1200">
          <a:solidFill>
            <a:schemeClr val="tx1"/>
          </a:solidFill>
          <a:latin typeface="+mn-lt"/>
          <a:ea typeface="+mn-ea"/>
          <a:cs typeface="+mn-cs"/>
        </a:defRPr>
      </a:lvl3pPr>
      <a:lvl4pPr marL="914400" marR="0" indent="-227013"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Char char="-"/>
        <a:tabLst/>
        <a:defRPr sz="1800" kern="1200">
          <a:solidFill>
            <a:schemeClr val="tx1"/>
          </a:solidFill>
          <a:latin typeface="+mn-lt"/>
          <a:ea typeface="+mn-ea"/>
          <a:cs typeface="+mn-cs"/>
        </a:defRPr>
      </a:lvl4pPr>
      <a:lvl5pPr marL="1141413" marR="0" indent="-227013" algn="l" defTabSz="914400" rtl="0" eaLnBrk="1" fontAlgn="base" latinLnBrk="0" hangingPunct="1">
        <a:lnSpc>
          <a:spcPct val="100000"/>
        </a:lnSpc>
        <a:spcBef>
          <a:spcPts val="500"/>
        </a:spcBef>
        <a:spcAft>
          <a:spcPts val="300"/>
        </a:spcAft>
        <a:buClr>
          <a:schemeClr val="tx1"/>
        </a:buClr>
        <a:buSzPct val="100000"/>
        <a:buFont typeface="Arial" panose="020B0604020202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hyperlink" Target="https://lockton.sharepoint.com/:p:/r/sites/peopletechnologytransformation-thecenter-DueDiligence/Shared%20Documents/Due%20Diligence/HIVE/HIVE%20Due%20Diligence%20Key%20Design%20Decisions_11-17-25%20Environment%20and%20Latency.pptx?d=w8c904bb9e1a1461c8d25aa7004329610&amp;csf=1&amp;web=1&amp;e=uZcoE2" TargetMode="External"/><Relationship Id="rId13" Type="http://schemas.openxmlformats.org/officeDocument/2006/relationships/hyperlink" Target="https://nam11.safelinks.protection.outlook.com/?url=https%3A%2F%2Fteams.microsoft.com%2Fl%2Fmeetingrecap%3FdriveId%3Db%2521g1Y4XWrwr0mnfIbEPgmt2ojyChOK01pPisX49Or2PnBzR3qihtq2RLEFsYwPncEA%26driveItemId%3D01XGLZT2NUMZPT4FRH25EKAUQJEKKKZKMO%26sitePath%3Dhttps%253A%252F%252Flockton-my.sharepoint.com%252F%253Av%253A%252Fp%252Fkbeatty%252FEbRmXz4WJ9dIoFIJIpSsqY4BoYOR9ACH2b00vHhnT3y_Yg%26fileUrl%3Dhttps%253A%252F%252Flockton-my.sharepoint.com%252F%253Av%253A%252Fp%252Fkbeatty%252FEbRmXz4WJ9dIoFIJIpSsqY4BoYOR9ACH2b00vHhnT3y_Yg%26iCalUid%3D040000008200E00074C5B7101A82E008000000003047EC945D4EDC01000000000000000010000000A071B7AD4FCD1A49B233BAAD29199116%26threadId%3D19%253Ameeting_ODczNDJjYzgtNjQzMS00MzU1LWFiMDQtZTYyNzZiYjc3NDJm%2540thread.v2%26organizerId%3D896c3bcf-09bf-41ef-8ce2-df67304f8544%26tenantId%3Df2066202-08c0-4832-a4b4-7fa0855bb8ed%26callId%3D0e72b4e1-2d7c-4598-94c8-90cff2003373%26threadType%3DMeeting%26meetingType%3DScheduled%26subType%3DRecapSharingLink_RecapChiclet&amp;data=05%7C02%7Cjeshaw%40lockton.com%7C5d250a650cb14aef849408de313181c7%7Cf206620208c04832a4b47fa0855bb8ed%7C0%7C0%7C639002285854605513%7CUnknown%7CTWFpbGZsb3d8eyJFbXB0eU1hcGkiOnRydWUsIlYiOiIwLjAuMDAwMCIsIlAiOiJXaW4zMiIsIkFOIjoiTWFpbCIsIldUIjoyfQ%3D%3D%7C0%7C%7C%7C&amp;sdata=Wb2TPbeuB9H9zAP7B0GL73QSte1kpi%2BSSDV47SRcIDs%3D&amp;reserved=0" TargetMode="External"/><Relationship Id="rId3" Type="http://schemas.openxmlformats.org/officeDocument/2006/relationships/hyperlink" Target="https://lockton.sharepoint.com/:p:/r/sites/peopletechnologytransformation-thecenter-DueDiligence/Shared%20Documents/Due%20Diligence/HIVE/HIVE%20MVP%20Project%20Overview%20for%20Due%20Diligence_November%202025.pptx?d=wccb5af1407844a47a0a0439d4b8712a4&amp;csf=1&amp;web=1&amp;e=fLnwgv" TargetMode="External"/><Relationship Id="rId7" Type="http://schemas.openxmlformats.org/officeDocument/2006/relationships/hyperlink" Target="https://lockton.sharepoint.com/:w:/r/sites/peopletechnologytransformation-thecenter-DueDiligence/Shared%20Documents/Due%20Diligence/HIVE/HIVE%20Technical%20Key%20Decision%20-%20Hosting%20Location%2012-01-25.docx?d=wd8658c075e99489a82678aa7b6f3b413&amp;csf=1&amp;web=1&amp;e=nVN0Vp" TargetMode="External"/><Relationship Id="rId12" Type="http://schemas.openxmlformats.org/officeDocument/2006/relationships/hyperlink" Target="https://lockton.sharepoint.com/:p:/r/sites/peopletechnologytransformation-thecenter-DueDiligence/Shared%20Documents/Due%20Diligence/HIVE/HIVE%20Due%20Diligence%20Key%20Design%20Decisions_11-24-25%20Security%20and%20Governance.pptx?d=w32659007fb054f2e8f31a47efbbd68b5&amp;csf=1&amp;web=1&amp;e=0CJeGb"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https://lockton.sharepoint.com/:w:/r/sites/peopletechnologytransformation-thecenter-DueDiligence/Shared%20Documents/Due%20Diligence/HIVE/HIVE%20Technical%20Key%20Decision%20-%20MVP%20Data%20Fields%20and%20Regulatory%20Allowance%20Rules%2012-1-25.docx?d=w943d049c21d649deafcd76b93542dab2&amp;csf=1&amp;web=1&amp;e=rcRpVR" TargetMode="External"/><Relationship Id="rId11" Type="http://schemas.openxmlformats.org/officeDocument/2006/relationships/hyperlink" Target="https://lockton.sharepoint.com/:w:/r/sites/peopletechnologytransformation-thecenter-DueDiligence/Shared%20Documents/Due%20Diligence/HIVE/HIVE%20Technical%20Key%20Decision%20-%20Latency%20Impact%20Assessment%20for%20MVP%2012-1-25.docx?d=wab06b11b728a44d89458c4b10a00be4e&amp;csf=1&amp;web=1&amp;e=Mmuk4T" TargetMode="External"/><Relationship Id="rId5" Type="http://schemas.openxmlformats.org/officeDocument/2006/relationships/hyperlink" Target="https://teams.microsoft.com/l/meetingrecap?driveId=b%21g1Y4XWrwr0mnfIbEPgmt2ojyChOK01pPisX49Or2PnBzR3qihtq2RLEFsYwPncEA&amp;driveItemId=01XGLZT2NOS7RHHMH46BE3AKYC6H34T75Y&amp;sitePath=https%3A%2F%2Flockton-my.sharepoint.com%2F%3Av%3A%2Fp%2Fkbeatty%2FEa6X4nOw_PBJsCsC8ffJ_7gBv3DsE3Yf7ckoW46Q1uZrkA&amp;fileUrl=https%3A%2F%2Flockton-my.sharepoint.com%2F%3Av%3A%2Fp%2Fkbeatty%2FEa6X4nOw_PBJsCsC8ffJ_7gBv3DsE3Yf7ckoW46Q1uZrkA&amp;iCalUid=040000008200E00074C5B7101A82E008000000009099E10E4F4ADC0100000000000000001000000012ECE21680E1FE418061A3A4755C6EB5&amp;threadId=19%3Ameeting_MDA4NTI3YTYtYzc3YS00MjliLTllMzktODgxMDZhOTEwYmVk%40thread.v2&amp;organizerId=896c3bcf-09bf-41ef-8ce2-df67304f8544&amp;tenantId=f2066202-08c0-4832-a4b4-7fa0855bb8ed&amp;callId=c0fa715b-d9ce-447c-861b-290321eca185&amp;threadType=Meeting&amp;meetingType=Scheduled&amp;subType=RecapSharingLink_RecapChiclet" TargetMode="External"/><Relationship Id="rId15" Type="http://schemas.openxmlformats.org/officeDocument/2006/relationships/hyperlink" Target="https://lockton.sharepoint.com/:w:/r/sites/peopletechnologytransformation-thecenter-DueDiligence/Shared%20Documents/Due%20Diligence/HIVE/HIVE%20Technical%20Key%20Decision%20-%20Governance%20Approach%2012-1-25.docx?d=wed1d092f30e640e0b68da2ac9fcf4399&amp;csf=1&amp;web=1&amp;e=TSsubZ" TargetMode="External"/><Relationship Id="rId10" Type="http://schemas.openxmlformats.org/officeDocument/2006/relationships/hyperlink" Target="https://lockton.sharepoint.com/:w:/r/sites/peopletechnologytransformation-thecenter-DueDiligence/Shared%20Documents/Due%20Diligence/HIVE/HIVE%20Technical%20Key%20Decision%20-%20Environment%20for%20MVP%2012-1-25.docx?d=w75f0eca5a2c643bf9bbb73c3c62554b8&amp;csf=1&amp;web=1&amp;e=3x0Pkr" TargetMode="External"/><Relationship Id="rId4" Type="http://schemas.openxmlformats.org/officeDocument/2006/relationships/hyperlink" Target="https://teams.microsoft.com/l/meetingrecap?driveId=b%21g1Y4XWrwr0mnfIbEPgmt2ojyChOK01pPisX49Or2PnBzR3qihtq2RLEFsYwPncEA&amp;driveItemId=01XGLZT2OYY2PGQXCPAZCKOWOQKO6VINNK&amp;sitePath=https%3A%2F%2Flockton-my.sharepoint.com%2F%3Av%3A%2Fp%2Fkbeatty%2FEdjGnmhcTwZEp1nQU71UNaoBIfEYwlOfzLRUOSJ_c9uT1w&amp;fileUrl=https%3A%2F%2Flockton-my.sharepoint.com%2F%3Av%3A%2Fp%2Fkbeatty%2FEdjGnmhcTwZEp1nQU71UNaoBIfEYwlOfzLRUOSJ_c9uT1w&amp;iCalUid=040000008200E00074C5B7101A82E00800000000D00D31576D3FDC01000000000000000010000000A87D25EE940A314DA754737FCC2120D6&amp;threadId=19%3Ameeting_OTIyYTFjZTUtZmY1OS00ZDI3LWJiMDQtNjFjZGY5YzJmNjkx%40thread.v2&amp;organizerId=896c3bcf-09bf-41ef-8ce2-df67304f8544&amp;tenantId=f2066202-08c0-4832-a4b4-7fa0855bb8ed&amp;callId=2fddfb83-5ea3-44d9-a421-2d687a43459e&amp;threadType=Meeting&amp;meetingType=Scheduled&amp;subType=RecapSharingLink_RecapChiclet" TargetMode="External"/><Relationship Id="rId9" Type="http://schemas.openxmlformats.org/officeDocument/2006/relationships/hyperlink" Target="https://teams.microsoft.com/l/meetingrecap?driveId=b%21g1Y4XWrwr0mnfIbEPgmt2ojyChOK01pPisX49Or2PnBzR3qihtq2RLEFsYwPncEA&amp;driveItemId=01XGLZT2MARFUTDXZPK5A2RCM3EY4VV2WK&amp;sitePath=https%3A%2F%2Flockton-my.sharepoint.com%2F%3Av%3A%2Fp%2Fkbeatty%2FEYCJaTHfL1dBqImbJjla6soBU64Y8IjZ92xhvUUqekO0Xg&amp;fileUrl=https%3A%2F%2Flockton-my.sharepoint.com%2F%3Av%3A%2Fp%2Fkbeatty%2FEYCJaTHfL1dBqImbJjla6soBU64Y8IjZ92xhvUUqekO0Xg&amp;iCalUid=040000008200E00074C5B7101A82E00800000000C002416DC74DDC01000000000000000010000000D8453B3797AA6D4B894F118E2957B7A8&amp;threadId=19%3Ameeting_MWFiZjkzNWYtN2I0Ni00NmQ3LTk4MjktNjczZWNmOWI5ZjE1%40thread.v2&amp;organizerId=896c3bcf-09bf-41ef-8ce2-df67304f8544&amp;tenantId=f2066202-08c0-4832-a4b4-7fa0855bb8ed&amp;callId=a2d0540a-7f27-48f0-bbe5-4c8004371cb4&amp;threadType=Meeting&amp;meetingType=Scheduled&amp;subType=RecapSharingLink_RecapChiclet" TargetMode="External"/><Relationship Id="rId14" Type="http://schemas.openxmlformats.org/officeDocument/2006/relationships/hyperlink" Target="https://lockton.sharepoint.com/:w:/r/sites/peopletechnologytransformation-thecenter-DueDiligence/Shared%20Documents/Due%20Diligence/HIVE/HIVE%20Technical%20Key%20Decision%20-%20Security%20Approach%20-%20Tools,%20Process,%20Owner%2012-1-25.docx?d=w58500f45e0734cfd83fd4db8ff83f1f6&amp;csf=1&amp;web=1&amp;e=ltMN2k"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4.xml"/><Relationship Id="rId16" Type="http://schemas.openxmlformats.org/officeDocument/2006/relationships/image" Target="../media/image18.svg"/><Relationship Id="rId1" Type="http://schemas.openxmlformats.org/officeDocument/2006/relationships/slideLayout" Target="../slideLayouts/slideLayout2.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slides/_rels/slide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lockton.sharepoint.com/:w:/r/sites/peopletechnologytransformation-thecenter-DueDiligence/Shared%20Documents/Due%20Diligence/HIVE/HIVE%20Technical%20Key%20Decision%20-%20MVP%20Data%20Fields%20and%20Regulatory%20Allowance%20Rules%2012-1-25.docx?d=w943d049c21d649deafcd76b93542dab2&amp;csf=1&amp;web=1&amp;e=rcRpVR"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lockton.sharepoint.com/:w:/r/sites/peopletechnologytransformation-thecenter-DueDiligence/Shared%20Documents/Due%20Diligence/HIVE/HIVE%20Technical%20Key%20Decision%20-%20Hosting%20Location%2012-01-25.docx?d=wd8658c075e99489a82678aa7b6f3b413&amp;csf=1&amp;web=1&amp;e=nVN0Vp"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lockton.sharepoint.com/:w:/r/sites/peopletechnologytransformation-thecenter-DueDiligence/Shared%20Documents/Due%20Diligence/HIVE/HIVE%20Technical%20Key%20Decision%20-%20Environment%20for%20MVP%2012-1-25.docx?d=w75f0eca5a2c643bf9bbb73c3c62554b8&amp;csf=1&amp;web=1&amp;e=3x0Pkr"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lockton.sharepoint.com/:w:/r/sites/peopletechnologytransformation-thecenter-DueDiligence/Shared%20Documents/Due%20Diligence/HIVE/HIVE%20Technical%20Key%20Decision%20-%20Security%20Approach%20-%20Tools,%20Process,%20Owner%2012-1-25.docx?d=w58500f45e0734cfd83fd4db8ff83f1f6&amp;csf=1&amp;web=1&amp;e=ltMN2k"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lockton.sharepoint.com/:w:/r/sites/peopletechnologytransformation-thecenter-DueDiligence/Shared%20Documents/Due%20Diligence/HIVE/HIVE%20Technical%20Key%20Decision%20-%20Latency%20Impact%20Assessment%20for%20MVP%2012-1-25.docx?d=wab06b11b728a44d89458c4b10a00be4e&amp;csf=1&amp;web=1&amp;e=Mmuk4T"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lockton.sharepoint.com/:w:/r/sites/peopletechnologytransformation-thecenter-DueDiligence/Shared%20Documents/Due%20Diligence/HIVE/HIVE%20Technical%20Key%20Decision%20-%20Governance%20Approach%2012-1-25.docx?d=wed1d092f30e640e0b68da2ac9fcf4399&amp;csf=1&amp;web=1&amp;e=TSsubZ"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23AB3-9FDD-4DAC-B568-C32875F2BC4A}"/>
              </a:ext>
            </a:extLst>
          </p:cNvPr>
          <p:cNvSpPr>
            <a:spLocks noGrp="1"/>
          </p:cNvSpPr>
          <p:nvPr>
            <p:ph type="ctrTitle"/>
          </p:nvPr>
        </p:nvSpPr>
        <p:spPr>
          <a:xfrm>
            <a:off x="519995" y="1122363"/>
            <a:ext cx="4945137" cy="2387600"/>
          </a:xfrm>
        </p:spPr>
        <p:txBody>
          <a:bodyPr/>
          <a:lstStyle/>
          <a:p>
            <a:r>
              <a:rPr lang="en-US" sz="4250">
                <a:latin typeface="Garamond"/>
              </a:rPr>
              <a:t>Human Insights Value Engine (HIVE) Steering Committee</a:t>
            </a:r>
            <a:endParaRPr lang="en-US" sz="4267"/>
          </a:p>
        </p:txBody>
      </p:sp>
      <p:sp>
        <p:nvSpPr>
          <p:cNvPr id="7" name="Subtitle 6">
            <a:extLst>
              <a:ext uri="{FF2B5EF4-FFF2-40B4-BE49-F238E27FC236}">
                <a16:creationId xmlns:a16="http://schemas.microsoft.com/office/drawing/2014/main" id="{9A8B5BC7-9BAF-4D80-857A-87CB70928977}"/>
              </a:ext>
            </a:extLst>
          </p:cNvPr>
          <p:cNvSpPr>
            <a:spLocks noGrp="1"/>
          </p:cNvSpPr>
          <p:nvPr>
            <p:ph type="subTitle" idx="1"/>
          </p:nvPr>
        </p:nvSpPr>
        <p:spPr/>
        <p:txBody>
          <a:bodyPr vert="horz" lIns="0" tIns="45720" rIns="0" bIns="45720" rtlCol="0" anchor="t">
            <a:normAutofit fontScale="70000" lnSpcReduction="20000"/>
          </a:bodyPr>
          <a:lstStyle/>
          <a:p>
            <a:r>
              <a:rPr lang="en-US">
                <a:cs typeface="Segoe UI"/>
              </a:rPr>
              <a:t>Kick-off meeting</a:t>
            </a:r>
            <a:endParaRPr lang="en-US"/>
          </a:p>
          <a:p>
            <a:r>
              <a:rPr lang="en-US"/>
              <a:t>December 2025</a:t>
            </a:r>
            <a:endParaRPr lang="en-US">
              <a:cs typeface="Segoe UI"/>
            </a:endParaRPr>
          </a:p>
        </p:txBody>
      </p:sp>
    </p:spTree>
    <p:extLst>
      <p:ext uri="{BB962C8B-B14F-4D97-AF65-F5344CB8AC3E}">
        <p14:creationId xmlns:p14="http://schemas.microsoft.com/office/powerpoint/2010/main" val="770516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847AC1-AB04-AAF7-AF5E-F880B95361B5}"/>
              </a:ext>
            </a:extLst>
          </p:cNvPr>
          <p:cNvSpPr>
            <a:spLocks noGrp="1"/>
          </p:cNvSpPr>
          <p:nvPr>
            <p:ph type="title"/>
          </p:nvPr>
        </p:nvSpPr>
        <p:spPr/>
        <p:txBody>
          <a:bodyPr/>
          <a:lstStyle/>
          <a:p>
            <a:r>
              <a:rPr lang="en-US" dirty="0"/>
              <a:t>Objectives and Agenda</a:t>
            </a:r>
          </a:p>
        </p:txBody>
      </p:sp>
      <p:sp>
        <p:nvSpPr>
          <p:cNvPr id="8" name="Rectangle 7">
            <a:extLst>
              <a:ext uri="{FF2B5EF4-FFF2-40B4-BE49-F238E27FC236}">
                <a16:creationId xmlns:a16="http://schemas.microsoft.com/office/drawing/2014/main" id="{3D252DCF-4393-69E3-0E42-64D15B89C12E}"/>
              </a:ext>
            </a:extLst>
          </p:cNvPr>
          <p:cNvSpPr/>
          <p:nvPr/>
        </p:nvSpPr>
        <p:spPr>
          <a:xfrm>
            <a:off x="917304" y="1756881"/>
            <a:ext cx="5043229" cy="453902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6AC78DEE-841D-6971-231F-7A3F82480F61}"/>
              </a:ext>
            </a:extLst>
          </p:cNvPr>
          <p:cNvSpPr/>
          <p:nvPr/>
        </p:nvSpPr>
        <p:spPr>
          <a:xfrm>
            <a:off x="6502226" y="1756881"/>
            <a:ext cx="5043229" cy="453902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TextBox 10">
            <a:extLst>
              <a:ext uri="{FF2B5EF4-FFF2-40B4-BE49-F238E27FC236}">
                <a16:creationId xmlns:a16="http://schemas.microsoft.com/office/drawing/2014/main" id="{9195FC95-5120-D37D-E59F-95C5E21495EE}"/>
              </a:ext>
            </a:extLst>
          </p:cNvPr>
          <p:cNvSpPr txBox="1"/>
          <p:nvPr/>
        </p:nvSpPr>
        <p:spPr>
          <a:xfrm>
            <a:off x="6665200" y="1775316"/>
            <a:ext cx="4717279" cy="4616713"/>
          </a:xfrm>
          <a:prstGeom prst="rect">
            <a:avLst/>
          </a:prstGeom>
          <a:noFill/>
        </p:spPr>
        <p:txBody>
          <a:bodyPr wrap="square" lIns="121920" tIns="60960" rIns="121920" bIns="60960" anchor="t">
            <a:spAutoFit/>
          </a:bodyPr>
          <a:lstStyle/>
          <a:p>
            <a:pPr>
              <a:spcAft>
                <a:spcPts val="1600"/>
              </a:spcAft>
              <a:buSzPts val="1000"/>
              <a:tabLst>
                <a:tab pos="609585" algn="l"/>
              </a:tabLst>
            </a:pPr>
            <a:r>
              <a:rPr lang="en-US" sz="1867" dirty="0"/>
              <a:t>Agenda</a:t>
            </a:r>
            <a:endParaRPr lang="en-US" sz="1467" dirty="0"/>
          </a:p>
          <a:p>
            <a:pPr marL="457189" indent="-457189">
              <a:spcAft>
                <a:spcPts val="1600"/>
              </a:spcAft>
              <a:buSzPct val="100000"/>
              <a:buFont typeface="Wingdings" panose="05000000000000000000" pitchFamily="2" charset="2"/>
              <a:buChar char="ü"/>
              <a:tabLst>
                <a:tab pos="609585" algn="l"/>
              </a:tabLst>
            </a:pPr>
            <a:r>
              <a:rPr lang="en-US" sz="1400" dirty="0"/>
              <a:t>Review meeting objectives </a:t>
            </a:r>
          </a:p>
          <a:p>
            <a:pPr marL="457189" indent="-457189">
              <a:spcAft>
                <a:spcPts val="1600"/>
              </a:spcAft>
              <a:buSzPct val="100000"/>
              <a:buFont typeface="Wingdings" panose="05000000000000000000" pitchFamily="2" charset="2"/>
              <a:buChar char="ü"/>
              <a:tabLst>
                <a:tab pos="609585" algn="l"/>
              </a:tabLst>
            </a:pPr>
            <a:r>
              <a:rPr lang="en-US" sz="1400" dirty="0">
                <a:cs typeface="Segoe UI"/>
              </a:rPr>
              <a:t>Steering Committee Terms of Reference </a:t>
            </a:r>
            <a:r>
              <a:rPr lang="en-US" sz="1400" dirty="0"/>
              <a:t>Review</a:t>
            </a:r>
          </a:p>
          <a:p>
            <a:pPr marL="457189" indent="-457189">
              <a:spcAft>
                <a:spcPts val="1600"/>
              </a:spcAft>
              <a:buSzPct val="100000"/>
              <a:buFont typeface="Wingdings" panose="05000000000000000000" pitchFamily="2" charset="2"/>
              <a:buChar char="ü"/>
              <a:tabLst>
                <a:tab pos="609585" algn="l"/>
              </a:tabLst>
            </a:pPr>
            <a:r>
              <a:rPr lang="en-US" sz="1400" dirty="0"/>
              <a:t>Project status</a:t>
            </a:r>
          </a:p>
          <a:p>
            <a:pPr marL="457189" indent="-457189">
              <a:spcAft>
                <a:spcPts val="1600"/>
              </a:spcAft>
              <a:buSzPct val="100000"/>
              <a:buFont typeface="Wingdings" panose="05000000000000000000" pitchFamily="2" charset="2"/>
              <a:buChar char="ü"/>
              <a:tabLst>
                <a:tab pos="609585" algn="l"/>
              </a:tabLst>
            </a:pPr>
            <a:r>
              <a:rPr lang="en-US" sz="1400" dirty="0"/>
              <a:t>Due diligence and key decisions</a:t>
            </a:r>
          </a:p>
          <a:p>
            <a:pPr marL="457189" indent="-457189">
              <a:spcAft>
                <a:spcPts val="1600"/>
              </a:spcAft>
              <a:buSzPct val="100000"/>
              <a:buFont typeface="Wingdings" panose="05000000000000000000" pitchFamily="2" charset="2"/>
              <a:buChar char="ü"/>
              <a:tabLst>
                <a:tab pos="609585" algn="l"/>
              </a:tabLst>
            </a:pPr>
            <a:r>
              <a:rPr lang="en-US" sz="1400" dirty="0"/>
              <a:t>Delivery structure and technical partner </a:t>
            </a:r>
          </a:p>
          <a:p>
            <a:pPr marL="457189" indent="-457189">
              <a:spcAft>
                <a:spcPts val="1600"/>
              </a:spcAft>
              <a:buSzPct val="100000"/>
              <a:buFont typeface="Wingdings" panose="05000000000000000000" pitchFamily="2" charset="2"/>
              <a:buChar char="ü"/>
              <a:tabLst>
                <a:tab pos="609585" algn="l"/>
              </a:tabLst>
            </a:pPr>
            <a:r>
              <a:rPr lang="en-US" sz="1400" dirty="0"/>
              <a:t>Estimated costs</a:t>
            </a:r>
          </a:p>
          <a:p>
            <a:pPr marL="457189" indent="-457189">
              <a:spcAft>
                <a:spcPts val="1600"/>
              </a:spcAft>
              <a:buSzPct val="100000"/>
              <a:buFont typeface="Wingdings" panose="05000000000000000000" pitchFamily="2" charset="2"/>
              <a:buChar char="ü"/>
              <a:tabLst>
                <a:tab pos="609585" algn="l"/>
              </a:tabLst>
            </a:pPr>
            <a:r>
              <a:rPr lang="en-US" sz="1400" dirty="0"/>
              <a:t>Proposed timeline</a:t>
            </a:r>
          </a:p>
          <a:p>
            <a:pPr marL="457189" indent="-457189">
              <a:spcAft>
                <a:spcPts val="1600"/>
              </a:spcAft>
              <a:buSzPct val="100000"/>
              <a:buFont typeface="Wingdings" panose="05000000000000000000" pitchFamily="2" charset="2"/>
              <a:buChar char="ü"/>
              <a:tabLst>
                <a:tab pos="609585" algn="l"/>
              </a:tabLst>
            </a:pPr>
            <a:r>
              <a:rPr lang="en-US" sz="1400" dirty="0"/>
              <a:t>Global People Data Governance Board</a:t>
            </a:r>
          </a:p>
          <a:p>
            <a:pPr marL="457189" indent="-457189">
              <a:spcAft>
                <a:spcPts val="1600"/>
              </a:spcAft>
              <a:buSzPct val="100000"/>
              <a:buFont typeface="Wingdings" panose="05000000000000000000" pitchFamily="2" charset="2"/>
              <a:buChar char="ü"/>
              <a:tabLst>
                <a:tab pos="609585" algn="l"/>
              </a:tabLst>
            </a:pPr>
            <a:r>
              <a:rPr lang="en-US" sz="1400" dirty="0"/>
              <a:t>Risks and issues</a:t>
            </a:r>
          </a:p>
          <a:p>
            <a:pPr marL="457189" indent="-457189">
              <a:spcAft>
                <a:spcPts val="1600"/>
              </a:spcAft>
              <a:buSzPct val="100000"/>
              <a:buFont typeface="Wingdings" panose="05000000000000000000" pitchFamily="2" charset="2"/>
              <a:buChar char="ü"/>
              <a:tabLst>
                <a:tab pos="609585" algn="l"/>
              </a:tabLst>
            </a:pPr>
            <a:r>
              <a:rPr lang="en-US" sz="1400" dirty="0">
                <a:cs typeface="Segoe UI"/>
              </a:rPr>
              <a:t>Summary recap and next steps</a:t>
            </a:r>
          </a:p>
        </p:txBody>
      </p:sp>
      <p:sp>
        <p:nvSpPr>
          <p:cNvPr id="12" name="TextBox 11">
            <a:extLst>
              <a:ext uri="{FF2B5EF4-FFF2-40B4-BE49-F238E27FC236}">
                <a16:creationId xmlns:a16="http://schemas.microsoft.com/office/drawing/2014/main" id="{4C69EF92-EE96-D16B-7934-D047DD3955C7}"/>
              </a:ext>
            </a:extLst>
          </p:cNvPr>
          <p:cNvSpPr txBox="1"/>
          <p:nvPr/>
        </p:nvSpPr>
        <p:spPr>
          <a:xfrm>
            <a:off x="1184456" y="1800974"/>
            <a:ext cx="4508924" cy="4450834"/>
          </a:xfrm>
          <a:prstGeom prst="rect">
            <a:avLst/>
          </a:prstGeom>
          <a:noFill/>
        </p:spPr>
        <p:txBody>
          <a:bodyPr wrap="square" lIns="121920" tIns="60960" rIns="121920" bIns="60960" anchor="t">
            <a:spAutoFit/>
          </a:bodyPr>
          <a:lstStyle/>
          <a:p>
            <a:pPr>
              <a:spcAft>
                <a:spcPts val="1600"/>
              </a:spcAft>
              <a:tabLst>
                <a:tab pos="609585" algn="l"/>
              </a:tabLst>
            </a:pPr>
            <a:r>
              <a:rPr lang="en-US" sz="1850" dirty="0"/>
              <a:t>Meeting Objectives</a:t>
            </a:r>
          </a:p>
          <a:p>
            <a:pPr marL="285750" indent="-285750">
              <a:lnSpc>
                <a:spcPct val="150000"/>
              </a:lnSpc>
              <a:buFont typeface="Wingdings" panose="05000000000000000000" pitchFamily="2" charset="2"/>
              <a:buChar char="ü"/>
            </a:pPr>
            <a:r>
              <a:rPr lang="en-US" sz="1400" dirty="0">
                <a:cs typeface="Segoe UI"/>
              </a:rPr>
              <a:t>Kick-off meeting for HIVE Steering Committee</a:t>
            </a:r>
          </a:p>
          <a:p>
            <a:pPr marL="285750" indent="-285750">
              <a:lnSpc>
                <a:spcPct val="150000"/>
              </a:lnSpc>
              <a:buFont typeface="Wingdings" panose="05000000000000000000" pitchFamily="2" charset="2"/>
              <a:buChar char="ü"/>
            </a:pPr>
            <a:r>
              <a:rPr lang="en-US" sz="1400" dirty="0">
                <a:cs typeface="Segoe UI"/>
              </a:rPr>
              <a:t>Confirm Steering Committee Terms of Reference</a:t>
            </a:r>
          </a:p>
          <a:p>
            <a:pPr marL="285750" indent="-285750">
              <a:lnSpc>
                <a:spcPct val="150000"/>
              </a:lnSpc>
              <a:buFont typeface="Wingdings" panose="05000000000000000000" pitchFamily="2" charset="2"/>
              <a:buChar char="ü"/>
            </a:pPr>
            <a:r>
              <a:rPr lang="en-US" sz="1400" dirty="0">
                <a:cs typeface="Segoe UI"/>
              </a:rPr>
              <a:t>Review project status</a:t>
            </a:r>
          </a:p>
          <a:p>
            <a:pPr marL="285750" indent="-285750">
              <a:lnSpc>
                <a:spcPct val="150000"/>
              </a:lnSpc>
              <a:buFont typeface="Wingdings" panose="05000000000000000000" pitchFamily="2" charset="2"/>
              <a:buChar char="ü"/>
            </a:pPr>
            <a:r>
              <a:rPr lang="en-US" sz="1400" dirty="0">
                <a:cs typeface="Segoe UI"/>
              </a:rPr>
              <a:t>Review due diligence process and gain confirmation on decisions we are moving forward with into implementation</a:t>
            </a:r>
          </a:p>
          <a:p>
            <a:pPr marL="285750" indent="-285750">
              <a:lnSpc>
                <a:spcPct val="150000"/>
              </a:lnSpc>
              <a:buFont typeface="Wingdings" panose="05000000000000000000" pitchFamily="2" charset="2"/>
              <a:buChar char="ü"/>
            </a:pPr>
            <a:r>
              <a:rPr lang="en-US" sz="1400" dirty="0">
                <a:cs typeface="Segoe UI"/>
              </a:rPr>
              <a:t>Review proposed HIVE MVP Delivery Structure including technical partner, Nuvento</a:t>
            </a:r>
          </a:p>
          <a:p>
            <a:pPr marL="285750" indent="-285750">
              <a:lnSpc>
                <a:spcPct val="150000"/>
              </a:lnSpc>
              <a:buFont typeface="Wingdings" panose="05000000000000000000" pitchFamily="2" charset="2"/>
              <a:buChar char="ü"/>
            </a:pPr>
            <a:r>
              <a:rPr lang="en-US" sz="1400" dirty="0">
                <a:cs typeface="Segoe UI"/>
              </a:rPr>
              <a:t>Review currently estimated project costs</a:t>
            </a:r>
          </a:p>
          <a:p>
            <a:pPr marL="285750" indent="-285750">
              <a:lnSpc>
                <a:spcPct val="150000"/>
              </a:lnSpc>
              <a:buFont typeface="Wingdings" panose="05000000000000000000" pitchFamily="2" charset="2"/>
              <a:buChar char="ü"/>
            </a:pPr>
            <a:r>
              <a:rPr lang="en-US" sz="1400" dirty="0">
                <a:cs typeface="Segoe UI"/>
              </a:rPr>
              <a:t>Review proposed project timeline for MVP</a:t>
            </a:r>
          </a:p>
          <a:p>
            <a:pPr marL="285750" indent="-285750">
              <a:lnSpc>
                <a:spcPct val="150000"/>
              </a:lnSpc>
              <a:buFont typeface="Wingdings" panose="05000000000000000000" pitchFamily="2" charset="2"/>
              <a:buChar char="ü"/>
            </a:pPr>
            <a:r>
              <a:rPr lang="en-US" sz="1400" dirty="0">
                <a:cs typeface="Segoe UI"/>
              </a:rPr>
              <a:t>Global People Data Governance Board</a:t>
            </a:r>
          </a:p>
          <a:p>
            <a:pPr marL="285750" indent="-285750">
              <a:lnSpc>
                <a:spcPct val="150000"/>
              </a:lnSpc>
              <a:buFont typeface="Wingdings" panose="05000000000000000000" pitchFamily="2" charset="2"/>
              <a:buChar char="ü"/>
            </a:pPr>
            <a:r>
              <a:rPr lang="en-US" sz="1400" dirty="0">
                <a:cs typeface="Segoe UI"/>
              </a:rPr>
              <a:t>Review risks and issues</a:t>
            </a:r>
          </a:p>
        </p:txBody>
      </p:sp>
    </p:spTree>
    <p:extLst>
      <p:ext uri="{BB962C8B-B14F-4D97-AF65-F5344CB8AC3E}">
        <p14:creationId xmlns:p14="http://schemas.microsoft.com/office/powerpoint/2010/main" val="493434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31DCF-1E65-7849-B75C-AA3E428E70EE}"/>
              </a:ext>
            </a:extLst>
          </p:cNvPr>
          <p:cNvSpPr>
            <a:spLocks noGrp="1"/>
          </p:cNvSpPr>
          <p:nvPr>
            <p:ph type="title"/>
          </p:nvPr>
        </p:nvSpPr>
        <p:spPr/>
        <p:txBody>
          <a:bodyPr/>
          <a:lstStyle/>
          <a:p>
            <a:r>
              <a:rPr lang="en-US" sz="3600" dirty="0"/>
              <a:t>Steering Committee Terms of Reference</a:t>
            </a:r>
          </a:p>
        </p:txBody>
      </p:sp>
      <p:sp>
        <p:nvSpPr>
          <p:cNvPr id="11" name="Rectangle 10">
            <a:extLst>
              <a:ext uri="{FF2B5EF4-FFF2-40B4-BE49-F238E27FC236}">
                <a16:creationId xmlns:a16="http://schemas.microsoft.com/office/drawing/2014/main" id="{27E69006-382B-374E-6505-BE9FE49046D9}"/>
              </a:ext>
            </a:extLst>
          </p:cNvPr>
          <p:cNvSpPr/>
          <p:nvPr/>
        </p:nvSpPr>
        <p:spPr>
          <a:xfrm>
            <a:off x="372725" y="1145777"/>
            <a:ext cx="5400000" cy="108677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just">
              <a:defRPr/>
            </a:pPr>
            <a:r>
              <a:rPr kumimoji="0" lang="en-US" sz="1000" b="1" i="0" u="none" strike="noStrike" kern="1200" cap="none" spc="0" normalizeH="0" baseline="0" noProof="0" dirty="0">
                <a:ln>
                  <a:noFill/>
                </a:ln>
                <a:solidFill>
                  <a:schemeClr val="tx1"/>
                </a:solidFill>
                <a:effectLst/>
                <a:uLnTx/>
                <a:uFillTx/>
                <a:ea typeface="EB Garamond"/>
                <a:cs typeface="+mn-cs"/>
              </a:rPr>
              <a:t>Purpose: </a:t>
            </a:r>
            <a:r>
              <a:rPr lang="en-US" sz="1000" dirty="0">
                <a:solidFill>
                  <a:schemeClr val="tx1"/>
                </a:solidFill>
                <a:ea typeface="+mn-lt"/>
                <a:cs typeface="+mn-lt"/>
              </a:rPr>
              <a:t>The Steering Committee provides strategic direction, oversight and decision-making support  for the project and ensures the project is in alignment with organization goals, PACE transformation program goals. The Steering Committee is the decision-making authority for the project and ensures effective resource management.</a:t>
            </a:r>
            <a:endParaRPr lang="en-US" sz="1000" dirty="0">
              <a:solidFill>
                <a:schemeClr val="tx1"/>
              </a:solidFill>
              <a:ea typeface="EB Garamond" panose="00000500000000000000" pitchFamily="2" charset="0"/>
            </a:endParaRPr>
          </a:p>
          <a:p>
            <a:pPr algn="just">
              <a:defRPr/>
            </a:pPr>
            <a:endParaRPr lang="en-US" sz="1000" dirty="0">
              <a:solidFill>
                <a:schemeClr val="tx1"/>
              </a:solidFill>
              <a:ea typeface="EB Garamond"/>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tx1"/>
                </a:solidFill>
                <a:effectLst/>
                <a:uLnTx/>
                <a:uFillTx/>
                <a:ea typeface="EB Garamond"/>
                <a:cs typeface="+mn-cs"/>
              </a:rPr>
              <a:t>Frequency:</a:t>
            </a:r>
            <a:r>
              <a:rPr kumimoji="0" lang="en-US" sz="1000" b="0" i="0" u="none" strike="noStrike" kern="1200" cap="none" spc="0" normalizeH="0" baseline="0" noProof="0" dirty="0">
                <a:ln>
                  <a:noFill/>
                </a:ln>
                <a:solidFill>
                  <a:schemeClr val="tx1"/>
                </a:solidFill>
                <a:effectLst/>
                <a:uLnTx/>
                <a:uFillTx/>
                <a:ea typeface="EB Garamond"/>
                <a:cs typeface="+mn-cs"/>
              </a:rPr>
              <a:t> Monthly</a:t>
            </a:r>
            <a:endParaRPr lang="en-US" sz="1000" b="0" i="0" u="none" strike="noStrike" kern="1200" cap="none" spc="0" normalizeH="0" baseline="0" noProof="0" dirty="0">
              <a:ln>
                <a:noFill/>
              </a:ln>
              <a:solidFill>
                <a:schemeClr val="tx1"/>
              </a:solidFill>
              <a:effectLst/>
              <a:uLnTx/>
              <a:uFillTx/>
              <a:ea typeface="EB Garamond"/>
              <a:cs typeface="Segoe UI"/>
            </a:endParaRPr>
          </a:p>
        </p:txBody>
      </p:sp>
      <p:sp>
        <p:nvSpPr>
          <p:cNvPr id="12" name="Rectangle 11">
            <a:extLst>
              <a:ext uri="{FF2B5EF4-FFF2-40B4-BE49-F238E27FC236}">
                <a16:creationId xmlns:a16="http://schemas.microsoft.com/office/drawing/2014/main" id="{C61E34DA-DDED-1957-AF90-CDE3DC40C2AB}"/>
              </a:ext>
            </a:extLst>
          </p:cNvPr>
          <p:cNvSpPr/>
          <p:nvPr/>
        </p:nvSpPr>
        <p:spPr>
          <a:xfrm>
            <a:off x="372725" y="2333001"/>
            <a:ext cx="5400000" cy="260744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just"/>
            <a:r>
              <a:rPr lang="en-US" sz="1000" b="1" dirty="0">
                <a:solidFill>
                  <a:schemeClr val="tx1"/>
                </a:solidFill>
                <a:ea typeface="EB Garamond"/>
              </a:rPr>
              <a:t>Responsibilities:</a:t>
            </a:r>
          </a:p>
          <a:p>
            <a:pPr algn="just"/>
            <a:endParaRPr lang="en-US" sz="1000" b="1" dirty="0">
              <a:solidFill>
                <a:schemeClr val="tx1"/>
              </a:solidFill>
              <a:ea typeface="EB Garamond"/>
            </a:endParaRPr>
          </a:p>
          <a:p>
            <a:pPr marL="171450" indent="-171450" algn="just">
              <a:buFont typeface="Arial" panose="020B0604020202020204" pitchFamily="34" charset="0"/>
              <a:buChar char="•"/>
            </a:pPr>
            <a:r>
              <a:rPr lang="en-GB" sz="1000" dirty="0">
                <a:solidFill>
                  <a:schemeClr val="tx1"/>
                </a:solidFill>
                <a:ea typeface="EB Garamond"/>
              </a:rPr>
              <a:t>The Steering Committee is responsible for creating the environment for business change. </a:t>
            </a:r>
          </a:p>
          <a:p>
            <a:pPr marL="171450" indent="-171450" algn="just">
              <a:buFont typeface="Arial" panose="020B0604020202020204" pitchFamily="34" charset="0"/>
              <a:buChar char="•"/>
            </a:pPr>
            <a:r>
              <a:rPr lang="en-GB" sz="1000" dirty="0">
                <a:solidFill>
                  <a:schemeClr val="tx1"/>
                </a:solidFill>
                <a:ea typeface="EB Garamond"/>
              </a:rPr>
              <a:t>The Steering Committee will review project status and key decisions. </a:t>
            </a:r>
          </a:p>
          <a:p>
            <a:pPr marL="171450" indent="-171450" algn="just">
              <a:buFont typeface="Arial" panose="020B0604020202020204" pitchFamily="34" charset="0"/>
              <a:buChar char="•"/>
            </a:pPr>
            <a:r>
              <a:rPr lang="en-GB" sz="1000" dirty="0">
                <a:solidFill>
                  <a:schemeClr val="tx1"/>
                </a:solidFill>
                <a:ea typeface="EB Garamond"/>
              </a:rPr>
              <a:t>The Steering Committee is responsible for resolving strategic issues/conflicts and escalating issues to other senior stakeholder groups as required.</a:t>
            </a:r>
          </a:p>
          <a:p>
            <a:pPr marL="171450" indent="-171450" algn="just">
              <a:buFont typeface="Arial" panose="020B0604020202020204" pitchFamily="34" charset="0"/>
              <a:buChar char="•"/>
            </a:pPr>
            <a:r>
              <a:rPr lang="en-GB" sz="1000" dirty="0">
                <a:solidFill>
                  <a:schemeClr val="tx1"/>
                </a:solidFill>
                <a:ea typeface="EB Garamond"/>
              </a:rPr>
              <a:t>Steering Committee members will provide input, support and challenge as required, ultimately providing assurance of the delivery to time, cost and quality.</a:t>
            </a:r>
          </a:p>
          <a:p>
            <a:pPr marL="171450" indent="-171450" algn="just">
              <a:buFont typeface="Arial" panose="020B0604020202020204" pitchFamily="34" charset="0"/>
              <a:buChar char="•"/>
            </a:pPr>
            <a:r>
              <a:rPr lang="en-GB" sz="1000" dirty="0">
                <a:solidFill>
                  <a:schemeClr val="tx1"/>
                </a:solidFill>
                <a:ea typeface="EB Garamond"/>
              </a:rPr>
              <a:t>The Steering Group will share their input and support the Sponsor who has the decision-making authority.</a:t>
            </a:r>
          </a:p>
          <a:p>
            <a:pPr marL="171450" indent="-171450" algn="just">
              <a:buFont typeface="Arial" panose="020B0604020202020204" pitchFamily="34" charset="0"/>
              <a:buChar char="•"/>
            </a:pPr>
            <a:r>
              <a:rPr lang="en-GB" sz="1000" dirty="0">
                <a:solidFill>
                  <a:schemeClr val="tx1"/>
                </a:solidFill>
                <a:ea typeface="EB Garamond"/>
              </a:rPr>
              <a:t>The Steering Committee will oversee the allocation of resources including budgeting and managing financial risk and will ensure resources are used effectively to meet project goals.  They will address bottlenecks and resource issues should they arise</a:t>
            </a:r>
          </a:p>
          <a:p>
            <a:pPr algn="just"/>
            <a:endParaRPr lang="en-GB" sz="900" b="1" dirty="0">
              <a:solidFill>
                <a:schemeClr val="tx1"/>
              </a:solidFill>
              <a:ea typeface="EB Garamond"/>
            </a:endParaRPr>
          </a:p>
          <a:p>
            <a:pPr algn="just"/>
            <a:endParaRPr lang="en-GB" sz="900" b="1" dirty="0">
              <a:solidFill>
                <a:schemeClr val="tx1"/>
              </a:solidFill>
              <a:ea typeface="EB Garamond"/>
            </a:endParaRPr>
          </a:p>
        </p:txBody>
      </p:sp>
      <p:sp>
        <p:nvSpPr>
          <p:cNvPr id="13" name="Rectangle 12">
            <a:extLst>
              <a:ext uri="{FF2B5EF4-FFF2-40B4-BE49-F238E27FC236}">
                <a16:creationId xmlns:a16="http://schemas.microsoft.com/office/drawing/2014/main" id="{1920075A-B2BC-69E2-664E-8FF99F2F1FE2}"/>
              </a:ext>
            </a:extLst>
          </p:cNvPr>
          <p:cNvSpPr/>
          <p:nvPr/>
        </p:nvSpPr>
        <p:spPr>
          <a:xfrm>
            <a:off x="373462" y="5040902"/>
            <a:ext cx="2628000" cy="146403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tx1"/>
                </a:solidFill>
                <a:effectLst/>
                <a:uLnTx/>
                <a:uFillTx/>
                <a:ea typeface="EB Garamond" panose="00000500000000000000" pitchFamily="2" charset="0"/>
                <a:cs typeface="+mn-cs"/>
              </a:rPr>
              <a:t>Meeting Inputs </a:t>
            </a:r>
            <a:r>
              <a:rPr kumimoji="0" lang="en-US" sz="1000" b="0" i="0" u="none" strike="noStrike" kern="1200" cap="none" spc="0" normalizeH="0" baseline="0" noProof="0" dirty="0">
                <a:ln>
                  <a:noFill/>
                </a:ln>
                <a:solidFill>
                  <a:schemeClr val="tx1"/>
                </a:solidFill>
                <a:effectLst/>
                <a:uLnTx/>
                <a:uFillTx/>
                <a:ea typeface="EB Garamond" panose="00000500000000000000" pitchFamily="2" charset="0"/>
                <a:cs typeface="+mn-cs"/>
              </a:rPr>
              <a:t>(prepared by PM)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ea typeface="EB Garamond" panose="00000500000000000000" pitchFamily="2" charset="0"/>
                <a:cs typeface="+mn-cs"/>
              </a:rPr>
              <a:t>Status update – outlining progress, key decisions required, escalations &amp; key risks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ea typeface="EB Garamond" panose="00000500000000000000" pitchFamily="2" charset="0"/>
                <a:cs typeface="+mn-cs"/>
              </a:rPr>
              <a:t>Actions from previous meeting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chemeClr val="tx1"/>
              </a:solidFill>
              <a:effectLst/>
              <a:uLnTx/>
              <a:uFillTx/>
              <a:ea typeface="EB Garamond" panose="00000500000000000000" pitchFamily="2"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ea typeface="EB Garamond" panose="00000500000000000000" pitchFamily="2" charset="0"/>
                <a:cs typeface="+mn-cs"/>
              </a:rPr>
              <a:t>To be circulated in advance of each meeting</a:t>
            </a:r>
          </a:p>
        </p:txBody>
      </p:sp>
      <p:sp>
        <p:nvSpPr>
          <p:cNvPr id="14" name="Rectangle 13">
            <a:extLst>
              <a:ext uri="{FF2B5EF4-FFF2-40B4-BE49-F238E27FC236}">
                <a16:creationId xmlns:a16="http://schemas.microsoft.com/office/drawing/2014/main" id="{05F8B268-F22C-F421-EA79-CC280C987435}"/>
              </a:ext>
            </a:extLst>
          </p:cNvPr>
          <p:cNvSpPr/>
          <p:nvPr/>
        </p:nvSpPr>
        <p:spPr>
          <a:xfrm>
            <a:off x="3144725" y="5040903"/>
            <a:ext cx="2628000" cy="145197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indent="0">
              <a:buFontTx/>
              <a:buNone/>
              <a:defRPr/>
            </a:pPr>
            <a:r>
              <a:rPr lang="en-US" sz="1000" b="1" dirty="0">
                <a:solidFill>
                  <a:schemeClr val="tx1"/>
                </a:solidFill>
                <a:ea typeface="EB Garamond" panose="00000500000000000000" pitchFamily="2" charset="0"/>
              </a:rPr>
              <a:t>Meeting Outputs </a:t>
            </a:r>
            <a:r>
              <a:rPr lang="en-US" sz="1000" dirty="0">
                <a:solidFill>
                  <a:schemeClr val="tx1"/>
                </a:solidFill>
                <a:ea typeface="EB Garamond" panose="00000500000000000000" pitchFamily="2" charset="0"/>
              </a:rPr>
              <a:t>(documented by the PM)  </a:t>
            </a:r>
          </a:p>
          <a:p>
            <a:pPr marL="171450" indent="-171450">
              <a:buFont typeface="Arial" panose="020B0604020202020204" pitchFamily="34" charset="0"/>
              <a:buChar char="•"/>
              <a:defRPr/>
            </a:pPr>
            <a:r>
              <a:rPr lang="en-US" sz="1000" dirty="0">
                <a:solidFill>
                  <a:schemeClr val="tx1"/>
                </a:solidFill>
                <a:ea typeface="EB Garamond" panose="00000500000000000000" pitchFamily="2" charset="0"/>
              </a:rPr>
              <a:t>Record of actions and decisions </a:t>
            </a:r>
          </a:p>
          <a:p>
            <a:pPr marL="171450" indent="-171450">
              <a:buFont typeface="Arial" panose="020B0604020202020204" pitchFamily="34" charset="0"/>
              <a:buChar char="•"/>
              <a:defRPr/>
            </a:pPr>
            <a:r>
              <a:rPr lang="en-US" sz="1000" dirty="0">
                <a:solidFill>
                  <a:schemeClr val="tx1"/>
                </a:solidFill>
                <a:ea typeface="EB Garamond" panose="00000500000000000000" pitchFamily="2" charset="0"/>
              </a:rPr>
              <a:t>Agreed escalations (if any)  </a:t>
            </a:r>
          </a:p>
          <a:p>
            <a:pPr marL="0" indent="0">
              <a:buFontTx/>
              <a:buNone/>
              <a:defRPr/>
            </a:pPr>
            <a:endParaRPr lang="en-US" sz="1000" dirty="0">
              <a:solidFill>
                <a:schemeClr val="tx1"/>
              </a:solidFill>
              <a:ea typeface="EB Garamond" panose="00000500000000000000" pitchFamily="2" charset="0"/>
            </a:endParaRPr>
          </a:p>
          <a:p>
            <a:pPr marL="0" indent="0">
              <a:buFontTx/>
              <a:buNone/>
              <a:defRPr/>
            </a:pPr>
            <a:r>
              <a:rPr lang="en-US" sz="1000" dirty="0">
                <a:solidFill>
                  <a:schemeClr val="tx1"/>
                </a:solidFill>
                <a:ea typeface="EB Garamond" panose="00000500000000000000" pitchFamily="2" charset="0"/>
              </a:rPr>
              <a:t>Outputs will be provided promptly after each meeting </a:t>
            </a:r>
          </a:p>
        </p:txBody>
      </p:sp>
      <p:sp>
        <p:nvSpPr>
          <p:cNvPr id="15" name="Rectangle 14">
            <a:extLst>
              <a:ext uri="{FF2B5EF4-FFF2-40B4-BE49-F238E27FC236}">
                <a16:creationId xmlns:a16="http://schemas.microsoft.com/office/drawing/2014/main" id="{59F1ED64-9F4D-1BA1-182D-BB94E3BA887B}"/>
              </a:ext>
            </a:extLst>
          </p:cNvPr>
          <p:cNvSpPr/>
          <p:nvPr/>
        </p:nvSpPr>
        <p:spPr>
          <a:xfrm>
            <a:off x="5845040" y="995772"/>
            <a:ext cx="5450377" cy="394467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ea typeface="EB Garamond" panose="00000500000000000000" pitchFamily="2" charset="0"/>
                <a:cs typeface="+mn-cs"/>
              </a:rPr>
              <a:t>Attendees</a:t>
            </a:r>
            <a:r>
              <a:rPr kumimoji="0" lang="en-US" sz="900" b="1" i="0" u="none" strike="noStrike" kern="1200" cap="none" spc="0" normalizeH="0" baseline="0" noProof="0">
                <a:ln>
                  <a:noFill/>
                </a:ln>
                <a:solidFill>
                  <a:prstClr val="black"/>
                </a:solidFill>
                <a:effectLst/>
                <a:uLnTx/>
                <a:uFillTx/>
                <a:ea typeface="EB Garamond" panose="00000500000000000000" pitchFamily="2" charset="0"/>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EB Garamond" panose="00000500000000000000" pitchFamily="2"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EB Garamond" panose="00000500000000000000" pitchFamily="2" charset="0"/>
              <a:cs typeface="+mn-cs"/>
            </a:endParaRPr>
          </a:p>
        </p:txBody>
      </p:sp>
      <p:graphicFrame>
        <p:nvGraphicFramePr>
          <p:cNvPr id="16" name="Table 15">
            <a:extLst>
              <a:ext uri="{FF2B5EF4-FFF2-40B4-BE49-F238E27FC236}">
                <a16:creationId xmlns:a16="http://schemas.microsoft.com/office/drawing/2014/main" id="{EDD4871C-7A43-D7BF-5623-ECF038388DA8}"/>
              </a:ext>
            </a:extLst>
          </p:cNvPr>
          <p:cNvGraphicFramePr>
            <a:graphicFrameLocks noGrp="1"/>
          </p:cNvGraphicFramePr>
          <p:nvPr>
            <p:extLst>
              <p:ext uri="{D42A27DB-BD31-4B8C-83A1-F6EECF244321}">
                <p14:modId xmlns:p14="http://schemas.microsoft.com/office/powerpoint/2010/main" val="2934597454"/>
              </p:ext>
            </p:extLst>
          </p:nvPr>
        </p:nvGraphicFramePr>
        <p:xfrm>
          <a:off x="5921031" y="1178515"/>
          <a:ext cx="5298393" cy="3735656"/>
        </p:xfrm>
        <a:graphic>
          <a:graphicData uri="http://schemas.openxmlformats.org/drawingml/2006/table">
            <a:tbl>
              <a:tblPr firstRow="1" bandRow="1">
                <a:tableStyleId>{073A0DAA-6AF3-43AB-8588-CEC1D06C72B9}</a:tableStyleId>
              </a:tblPr>
              <a:tblGrid>
                <a:gridCol w="1948440">
                  <a:extLst>
                    <a:ext uri="{9D8B030D-6E8A-4147-A177-3AD203B41FA5}">
                      <a16:colId xmlns:a16="http://schemas.microsoft.com/office/drawing/2014/main" val="45095628"/>
                    </a:ext>
                  </a:extLst>
                </a:gridCol>
                <a:gridCol w="1583822">
                  <a:extLst>
                    <a:ext uri="{9D8B030D-6E8A-4147-A177-3AD203B41FA5}">
                      <a16:colId xmlns:a16="http://schemas.microsoft.com/office/drawing/2014/main" val="764370867"/>
                    </a:ext>
                  </a:extLst>
                </a:gridCol>
                <a:gridCol w="1766131">
                  <a:extLst>
                    <a:ext uri="{9D8B030D-6E8A-4147-A177-3AD203B41FA5}">
                      <a16:colId xmlns:a16="http://schemas.microsoft.com/office/drawing/2014/main" val="1176696171"/>
                    </a:ext>
                  </a:extLst>
                </a:gridCol>
              </a:tblGrid>
              <a:tr h="245945">
                <a:tc>
                  <a:txBody>
                    <a:bodyPr/>
                    <a:lstStyle/>
                    <a:p>
                      <a:pPr algn="ctr"/>
                      <a:r>
                        <a:rPr lang="en-US" sz="1000"/>
                        <a:t>Role</a:t>
                      </a:r>
                      <a:endParaRPr lang="en-GB" sz="1000">
                        <a:latin typeface="+mn-lt"/>
                        <a:ea typeface="EB Garamond"/>
                      </a:endParaRPr>
                    </a:p>
                  </a:txBody>
                  <a:tcPr anchor="ctr"/>
                </a:tc>
                <a:tc>
                  <a:txBody>
                    <a:bodyPr/>
                    <a:lstStyle/>
                    <a:p>
                      <a:pPr algn="ctr"/>
                      <a:r>
                        <a:rPr lang="en-US" sz="1000"/>
                        <a:t>Name</a:t>
                      </a:r>
                      <a:endParaRPr lang="en-GB" sz="1000">
                        <a:latin typeface="+mn-lt"/>
                        <a:ea typeface="EB Garamond"/>
                      </a:endParaRPr>
                    </a:p>
                  </a:txBody>
                  <a:tcPr anchor="ctr"/>
                </a:tc>
                <a:tc>
                  <a:txBody>
                    <a:bodyPr/>
                    <a:lstStyle/>
                    <a:p>
                      <a:pPr algn="ctr"/>
                      <a:r>
                        <a:rPr lang="en-US" sz="1000"/>
                        <a:t>Steering Committee Role</a:t>
                      </a:r>
                      <a:endParaRPr lang="en-GB" sz="1000">
                        <a:latin typeface="+mn-lt"/>
                        <a:ea typeface="EB Garamond"/>
                      </a:endParaRPr>
                    </a:p>
                  </a:txBody>
                  <a:tcPr anchor="ctr"/>
                </a:tc>
                <a:extLst>
                  <a:ext uri="{0D108BD9-81ED-4DB2-BD59-A6C34878D82A}">
                    <a16:rowId xmlns:a16="http://schemas.microsoft.com/office/drawing/2014/main" val="936409680"/>
                  </a:ext>
                </a:extLst>
              </a:tr>
              <a:tr h="255789">
                <a:tc>
                  <a:txBody>
                    <a:bodyPr/>
                    <a:lstStyle/>
                    <a:p>
                      <a:pPr marL="0" marR="0" lvl="0" indent="0" algn="l" rtl="0">
                        <a:lnSpc>
                          <a:spcPct val="100000"/>
                        </a:lnSpc>
                        <a:spcBef>
                          <a:spcPts val="0"/>
                        </a:spcBef>
                        <a:spcAft>
                          <a:spcPts val="0"/>
                        </a:spcAft>
                        <a:buClrTx/>
                        <a:buSzTx/>
                        <a:buFontTx/>
                        <a:buNone/>
                      </a:pPr>
                      <a:r>
                        <a:rPr lang="en-GB" sz="1000" dirty="0"/>
                        <a:t>People &amp; Culture COO</a:t>
                      </a:r>
                      <a:endParaRPr lang="en-US" sz="1000" dirty="0"/>
                    </a:p>
                  </a:txBody>
                  <a:tcPr/>
                </a:tc>
                <a:tc>
                  <a:txBody>
                    <a:bodyPr/>
                    <a:lstStyle/>
                    <a:p>
                      <a:pPr lvl="0">
                        <a:buNone/>
                      </a:pPr>
                      <a:r>
                        <a:rPr lang="en-GB" sz="1000" b="0" u="none" strike="noStrike" noProof="0"/>
                        <a:t>Sarah McCann </a:t>
                      </a:r>
                      <a:endParaRPr lang="en-US" sz="1000"/>
                    </a:p>
                  </a:txBody>
                  <a:tcPr/>
                </a:tc>
                <a:tc>
                  <a:txBody>
                    <a:bodyPr/>
                    <a:lstStyle/>
                    <a:p>
                      <a:pPr lvl="0">
                        <a:buNone/>
                      </a:pPr>
                      <a:r>
                        <a:rPr lang="en-GB" sz="1000" b="0" u="none" strike="noStrike" noProof="0"/>
                        <a:t>Executive Project Sponsor </a:t>
                      </a:r>
                      <a:endParaRPr lang="en-US" sz="1000"/>
                    </a:p>
                  </a:txBody>
                  <a:tcPr/>
                </a:tc>
                <a:extLst>
                  <a:ext uri="{0D108BD9-81ED-4DB2-BD59-A6C34878D82A}">
                    <a16:rowId xmlns:a16="http://schemas.microsoft.com/office/drawing/2014/main" val="2614605553"/>
                  </a:ext>
                </a:extLst>
              </a:tr>
              <a:tr h="245945">
                <a:tc>
                  <a:txBody>
                    <a:bodyPr/>
                    <a:lstStyle/>
                    <a:p>
                      <a:pPr lvl="0">
                        <a:buNone/>
                      </a:pPr>
                      <a:r>
                        <a:rPr lang="en-US" sz="1000"/>
                        <a:t>SVP Arch. &amp; App. Delivery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Karthik Ramadoss</a:t>
                      </a:r>
                    </a:p>
                  </a:txBody>
                  <a:tcPr/>
                </a:tc>
                <a:tc>
                  <a:txBody>
                    <a:bodyPr/>
                    <a:lstStyle/>
                    <a:p>
                      <a:pPr lvl="0">
                        <a:buNone/>
                      </a:pPr>
                      <a:r>
                        <a:rPr lang="en-US" sz="1000"/>
                        <a:t>Executive Project Sponsor</a:t>
                      </a:r>
                    </a:p>
                  </a:txBody>
                  <a:tcPr/>
                </a:tc>
                <a:extLst>
                  <a:ext uri="{0D108BD9-81ED-4DB2-BD59-A6C34878D82A}">
                    <a16:rowId xmlns:a16="http://schemas.microsoft.com/office/drawing/2014/main" val="1905283113"/>
                  </a:ext>
                </a:extLst>
              </a:tr>
              <a:tr h="257912">
                <a:tc>
                  <a:txBody>
                    <a:bodyPr/>
                    <a:lstStyle/>
                    <a:p>
                      <a:pPr lvl="0" algn="l">
                        <a:lnSpc>
                          <a:spcPct val="100000"/>
                        </a:lnSpc>
                        <a:spcBef>
                          <a:spcPts val="0"/>
                        </a:spcBef>
                        <a:spcAft>
                          <a:spcPts val="0"/>
                        </a:spcAft>
                        <a:buNone/>
                      </a:pPr>
                      <a:r>
                        <a:rPr lang="en-US" sz="1000"/>
                        <a:t>International CIO</a:t>
                      </a:r>
                    </a:p>
                  </a:txBody>
                  <a:tcPr/>
                </a:tc>
                <a:tc>
                  <a:txBody>
                    <a:bodyPr/>
                    <a:lstStyle/>
                    <a:p>
                      <a:pPr lvl="0">
                        <a:buNone/>
                      </a:pPr>
                      <a:r>
                        <a:rPr lang="en-US" sz="1000" dirty="0"/>
                        <a:t>Glenn Feldman</a:t>
                      </a:r>
                    </a:p>
                  </a:txBody>
                  <a:tcPr/>
                </a:tc>
                <a:tc>
                  <a:txBody>
                    <a:bodyPr/>
                    <a:lstStyle/>
                    <a:p>
                      <a:pPr lvl="0">
                        <a:buNone/>
                      </a:pPr>
                      <a:r>
                        <a:rPr lang="en-GB" sz="1000">
                          <a:latin typeface="+mn-lt"/>
                          <a:ea typeface="EB Garamond"/>
                        </a:rPr>
                        <a:t>International IT Leadership</a:t>
                      </a:r>
                    </a:p>
                  </a:txBody>
                  <a:tcPr/>
                </a:tc>
                <a:extLst>
                  <a:ext uri="{0D108BD9-81ED-4DB2-BD59-A6C34878D82A}">
                    <a16:rowId xmlns:a16="http://schemas.microsoft.com/office/drawing/2014/main" val="1623924282"/>
                  </a:ext>
                </a:extLst>
              </a:tr>
              <a:tr h="399661">
                <a:tc>
                  <a:txBody>
                    <a:bodyPr/>
                    <a:lstStyle/>
                    <a:p>
                      <a:pPr lvl="0">
                        <a:buNone/>
                      </a:pPr>
                      <a:r>
                        <a:rPr lang="en-GB" sz="1000" b="0" u="none" strike="noStrike" noProof="0" dirty="0"/>
                        <a:t>People Analytics &amp; Technology Director </a:t>
                      </a:r>
                      <a:endParaRPr lang="en-US" sz="1000" dirty="0"/>
                    </a:p>
                  </a:txBody>
                  <a:tcPr/>
                </a:tc>
                <a:tc>
                  <a:txBody>
                    <a:bodyPr/>
                    <a:lstStyle/>
                    <a:p>
                      <a:pPr lvl="0">
                        <a:buNone/>
                      </a:pPr>
                      <a:r>
                        <a:rPr lang="en-GB" sz="1000" b="0" u="none" strike="noStrike" noProof="0" dirty="0"/>
                        <a:t>Michael Scaduto </a:t>
                      </a:r>
                      <a:endParaRPr lang="en-US" sz="1000" dirty="0"/>
                    </a:p>
                  </a:txBody>
                  <a:tcPr/>
                </a:tc>
                <a:tc>
                  <a:txBody>
                    <a:bodyPr/>
                    <a:lstStyle/>
                    <a:p>
                      <a:pPr lvl="0">
                        <a:buNone/>
                      </a:pPr>
                      <a:r>
                        <a:rPr lang="en-GB" sz="1000" b="0" u="none" strike="noStrike" noProof="0" dirty="0"/>
                        <a:t>Product Owner People &amp; Culture)</a:t>
                      </a:r>
                      <a:endParaRPr lang="en-US" sz="1000" dirty="0"/>
                    </a:p>
                  </a:txBody>
                  <a:tcPr/>
                </a:tc>
                <a:extLst>
                  <a:ext uri="{0D108BD9-81ED-4DB2-BD59-A6C34878D82A}">
                    <a16:rowId xmlns:a16="http://schemas.microsoft.com/office/drawing/2014/main" val="4117670921"/>
                  </a:ext>
                </a:extLst>
              </a:tr>
              <a:tr h="399661">
                <a:tc>
                  <a:txBody>
                    <a:bodyPr/>
                    <a:lstStyle/>
                    <a:p>
                      <a:pPr lvl="0">
                        <a:buNone/>
                      </a:pPr>
                      <a:r>
                        <a:rPr lang="en-US" sz="1000"/>
                        <a:t>Data Services Manager</a:t>
                      </a:r>
                    </a:p>
                  </a:txBody>
                  <a:tcPr/>
                </a:tc>
                <a:tc>
                  <a:txBody>
                    <a:bodyPr/>
                    <a:lstStyle/>
                    <a:p>
                      <a:pPr lvl="0">
                        <a:buNone/>
                      </a:pPr>
                      <a:r>
                        <a:rPr lang="en-US" sz="1000" dirty="0"/>
                        <a:t>Rajesh Paul</a:t>
                      </a:r>
                    </a:p>
                  </a:txBody>
                  <a:tcPr/>
                </a:tc>
                <a:tc>
                  <a:txBody>
                    <a:bodyPr/>
                    <a:lstStyle/>
                    <a:p>
                      <a:pPr lvl="0">
                        <a:buNone/>
                      </a:pPr>
                      <a:r>
                        <a:rPr lang="en-US" sz="1000"/>
                        <a:t>Product Leadership Data Architecture</a:t>
                      </a:r>
                    </a:p>
                  </a:txBody>
                  <a:tcPr/>
                </a:tc>
                <a:extLst>
                  <a:ext uri="{0D108BD9-81ED-4DB2-BD59-A6C34878D82A}">
                    <a16:rowId xmlns:a16="http://schemas.microsoft.com/office/drawing/2014/main" val="513990732"/>
                  </a:ext>
                </a:extLst>
              </a:tr>
              <a:tr h="399661">
                <a:tc>
                  <a:txBody>
                    <a:bodyPr/>
                    <a:lstStyle/>
                    <a:p>
                      <a:pPr lvl="0">
                        <a:buNone/>
                      </a:pPr>
                      <a:r>
                        <a:rPr lang="en-US" sz="1000"/>
                        <a:t>Enterprise Architect</a:t>
                      </a:r>
                    </a:p>
                  </a:txBody>
                  <a:tcPr/>
                </a:tc>
                <a:tc>
                  <a:txBody>
                    <a:bodyPr/>
                    <a:lstStyle/>
                    <a:p>
                      <a:pPr lvl="0">
                        <a:buNone/>
                      </a:pPr>
                      <a:r>
                        <a:rPr lang="en-US" sz="1000" dirty="0"/>
                        <a:t>Shanna Sommers</a:t>
                      </a:r>
                    </a:p>
                  </a:txBody>
                  <a:tcPr/>
                </a:tc>
                <a:tc>
                  <a:txBody>
                    <a:bodyPr/>
                    <a:lstStyle/>
                    <a:p>
                      <a:pPr lvl="0">
                        <a:buNone/>
                      </a:pPr>
                      <a:r>
                        <a:rPr lang="en-US" sz="1000"/>
                        <a:t>Product Leadership Data Architecture</a:t>
                      </a:r>
                    </a:p>
                  </a:txBody>
                  <a:tcPr/>
                </a:tc>
                <a:extLst>
                  <a:ext uri="{0D108BD9-81ED-4DB2-BD59-A6C34878D82A}">
                    <a16:rowId xmlns:a16="http://schemas.microsoft.com/office/drawing/2014/main" val="3084925961"/>
                  </a:ext>
                </a:extLst>
              </a:tr>
              <a:tr h="399661">
                <a:tc>
                  <a:txBody>
                    <a:bodyPr/>
                    <a:lstStyle/>
                    <a:p>
                      <a:pPr lvl="0">
                        <a:buNone/>
                      </a:pPr>
                      <a:r>
                        <a:rPr lang="en-US" sz="1000"/>
                        <a:t>Global People Systems Integrations &amp; Experience Lead</a:t>
                      </a:r>
                    </a:p>
                  </a:txBody>
                  <a:tcPr/>
                </a:tc>
                <a:tc>
                  <a:txBody>
                    <a:bodyPr/>
                    <a:lstStyle/>
                    <a:p>
                      <a:pPr lvl="0" algn="l">
                        <a:lnSpc>
                          <a:spcPct val="100000"/>
                        </a:lnSpc>
                        <a:spcBef>
                          <a:spcPts val="0"/>
                        </a:spcBef>
                        <a:spcAft>
                          <a:spcPts val="0"/>
                        </a:spcAft>
                        <a:buNone/>
                      </a:pPr>
                      <a:r>
                        <a:rPr lang="en-US" sz="1000" dirty="0"/>
                        <a:t>Jamie Shaw</a:t>
                      </a:r>
                    </a:p>
                  </a:txBody>
                  <a:tcPr/>
                </a:tc>
                <a:tc>
                  <a:txBody>
                    <a:bodyPr/>
                    <a:lstStyle/>
                    <a:p>
                      <a:pPr lvl="0" algn="l">
                        <a:lnSpc>
                          <a:spcPct val="100000"/>
                        </a:lnSpc>
                        <a:spcBef>
                          <a:spcPts val="0"/>
                        </a:spcBef>
                        <a:spcAft>
                          <a:spcPts val="0"/>
                        </a:spcAft>
                        <a:buNone/>
                      </a:pPr>
                      <a:r>
                        <a:rPr lang="en-US" sz="1000" dirty="0"/>
                        <a:t>PACE Transformation Leadership – Business Arch</a:t>
                      </a:r>
                    </a:p>
                  </a:txBody>
                  <a:tcPr/>
                </a:tc>
                <a:extLst>
                  <a:ext uri="{0D108BD9-81ED-4DB2-BD59-A6C34878D82A}">
                    <a16:rowId xmlns:a16="http://schemas.microsoft.com/office/drawing/2014/main" val="3105560949"/>
                  </a:ext>
                </a:extLst>
              </a:tr>
              <a:tr h="399661">
                <a:tc>
                  <a:txBody>
                    <a:bodyPr/>
                    <a:lstStyle/>
                    <a:p>
                      <a:pPr lvl="0">
                        <a:buNone/>
                      </a:pPr>
                      <a:r>
                        <a:rPr lang="en-US" sz="1000"/>
                        <a:t>Global People Transformation Lead</a:t>
                      </a:r>
                    </a:p>
                  </a:txBody>
                  <a:tcPr/>
                </a:tc>
                <a:tc>
                  <a:txBody>
                    <a:bodyPr/>
                    <a:lstStyle/>
                    <a:p>
                      <a:pPr lvl="0" algn="l">
                        <a:lnSpc>
                          <a:spcPct val="100000"/>
                        </a:lnSpc>
                        <a:spcBef>
                          <a:spcPts val="0"/>
                        </a:spcBef>
                        <a:spcAft>
                          <a:spcPts val="0"/>
                        </a:spcAft>
                        <a:buNone/>
                      </a:pPr>
                      <a:r>
                        <a:rPr lang="en-US" sz="1000" dirty="0"/>
                        <a:t>Darren Issacs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PACE Transformation Leadership – PMO</a:t>
                      </a:r>
                    </a:p>
                  </a:txBody>
                  <a:tcPr/>
                </a:tc>
                <a:extLst>
                  <a:ext uri="{0D108BD9-81ED-4DB2-BD59-A6C34878D82A}">
                    <a16:rowId xmlns:a16="http://schemas.microsoft.com/office/drawing/2014/main" val="2961914397"/>
                  </a:ext>
                </a:extLst>
              </a:tr>
              <a:tr h="399661">
                <a:tc>
                  <a:txBody>
                    <a:bodyPr/>
                    <a:lstStyle/>
                    <a:p>
                      <a:pPr lvl="0">
                        <a:buNone/>
                      </a:pPr>
                      <a:r>
                        <a:rPr lang="en-US" sz="1000" dirty="0"/>
                        <a:t>Global Change Management Transformation Lead</a:t>
                      </a:r>
                    </a:p>
                  </a:txBody>
                  <a:tcPr/>
                </a:tc>
                <a:tc>
                  <a:txBody>
                    <a:bodyPr/>
                    <a:lstStyle/>
                    <a:p>
                      <a:pPr lvl="0" algn="l">
                        <a:lnSpc>
                          <a:spcPct val="100000"/>
                        </a:lnSpc>
                        <a:spcBef>
                          <a:spcPts val="0"/>
                        </a:spcBef>
                        <a:spcAft>
                          <a:spcPts val="0"/>
                        </a:spcAft>
                        <a:buNone/>
                      </a:pPr>
                      <a:r>
                        <a:rPr lang="en-US" sz="1000" dirty="0"/>
                        <a:t>Beth Truax</a:t>
                      </a:r>
                    </a:p>
                  </a:txBody>
                  <a:tcPr/>
                </a:tc>
                <a:tc>
                  <a:txBody>
                    <a:bodyPr/>
                    <a:lstStyle/>
                    <a:p>
                      <a:pPr lvl="0" algn="l">
                        <a:lnSpc>
                          <a:spcPct val="100000"/>
                        </a:lnSpc>
                        <a:spcBef>
                          <a:spcPts val="0"/>
                        </a:spcBef>
                        <a:spcAft>
                          <a:spcPts val="0"/>
                        </a:spcAft>
                        <a:buNone/>
                      </a:pPr>
                      <a:r>
                        <a:rPr lang="en-US" sz="1000" dirty="0"/>
                        <a:t>Change Management</a:t>
                      </a:r>
                    </a:p>
                  </a:txBody>
                  <a:tcPr/>
                </a:tc>
                <a:extLst>
                  <a:ext uri="{0D108BD9-81ED-4DB2-BD59-A6C34878D82A}">
                    <a16:rowId xmlns:a16="http://schemas.microsoft.com/office/drawing/2014/main" val="2098541070"/>
                  </a:ext>
                </a:extLst>
              </a:tr>
              <a:tr h="332099">
                <a:tc>
                  <a:txBody>
                    <a:bodyPr/>
                    <a:lstStyle/>
                    <a:p>
                      <a:pPr lvl="0">
                        <a:buNone/>
                      </a:pPr>
                      <a:r>
                        <a:rPr lang="en-GB" sz="1000" b="0" u="none" strike="noStrike" noProof="0" dirty="0"/>
                        <a:t>Project Manager </a:t>
                      </a:r>
                      <a:endParaRPr lang="en-US" sz="1000" dirty="0"/>
                    </a:p>
                  </a:txBody>
                  <a:tcPr/>
                </a:tc>
                <a:tc>
                  <a:txBody>
                    <a:bodyPr/>
                    <a:lstStyle/>
                    <a:p>
                      <a:pPr lvl="0" algn="l">
                        <a:lnSpc>
                          <a:spcPct val="100000"/>
                        </a:lnSpc>
                        <a:spcBef>
                          <a:spcPts val="0"/>
                        </a:spcBef>
                        <a:spcAft>
                          <a:spcPts val="0"/>
                        </a:spcAft>
                        <a:buNone/>
                      </a:pPr>
                      <a:r>
                        <a:rPr lang="en-GB" sz="1000" b="0" u="none" strike="noStrike" noProof="0" dirty="0"/>
                        <a:t>Kristen Beatty </a:t>
                      </a:r>
                      <a:endParaRPr lang="en-US" sz="1000" dirty="0"/>
                    </a:p>
                  </a:txBody>
                  <a:tcPr/>
                </a:tc>
                <a:tc>
                  <a:txBody>
                    <a:bodyPr/>
                    <a:lstStyle/>
                    <a:p>
                      <a:pPr lvl="0" algn="l">
                        <a:lnSpc>
                          <a:spcPct val="100000"/>
                        </a:lnSpc>
                        <a:spcBef>
                          <a:spcPts val="0"/>
                        </a:spcBef>
                        <a:spcAft>
                          <a:spcPts val="0"/>
                        </a:spcAft>
                        <a:buNone/>
                      </a:pPr>
                      <a:r>
                        <a:rPr lang="en-GB" sz="1000" b="0" u="none" strike="noStrike" noProof="0" dirty="0"/>
                        <a:t>IT Project Management </a:t>
                      </a:r>
                      <a:endParaRPr lang="en-US" sz="1000" dirty="0"/>
                    </a:p>
                  </a:txBody>
                  <a:tcPr/>
                </a:tc>
                <a:extLst>
                  <a:ext uri="{0D108BD9-81ED-4DB2-BD59-A6C34878D82A}">
                    <a16:rowId xmlns:a16="http://schemas.microsoft.com/office/drawing/2014/main" val="3974785746"/>
                  </a:ext>
                </a:extLst>
              </a:tr>
            </a:tbl>
          </a:graphicData>
        </a:graphic>
      </p:graphicFrame>
      <p:sp>
        <p:nvSpPr>
          <p:cNvPr id="17" name="Rectangle 16">
            <a:extLst>
              <a:ext uri="{FF2B5EF4-FFF2-40B4-BE49-F238E27FC236}">
                <a16:creationId xmlns:a16="http://schemas.microsoft.com/office/drawing/2014/main" id="{BB4F0F19-72FD-62C1-B106-586B370050C6}"/>
              </a:ext>
            </a:extLst>
          </p:cNvPr>
          <p:cNvSpPr/>
          <p:nvPr/>
        </p:nvSpPr>
        <p:spPr>
          <a:xfrm>
            <a:off x="5845041" y="5040902"/>
            <a:ext cx="5450377" cy="145197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tx1"/>
                </a:solidFill>
                <a:effectLst/>
                <a:uLnTx/>
                <a:uFillTx/>
                <a:ea typeface="EB Garamond"/>
                <a:cs typeface="+mn-cs"/>
              </a:rPr>
              <a:t>Quorum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ea typeface="EB Garamond"/>
                <a:cs typeface="+mn-cs"/>
              </a:rPr>
              <a:t>For the meeting to proceed at least three of the following stakeholders must be present:</a:t>
            </a:r>
            <a:endParaRPr lang="en-US" sz="1000" b="0" i="0" u="none" strike="noStrike" kern="1200" cap="none" spc="0" normalizeH="0" baseline="0" noProof="0" dirty="0">
              <a:ln>
                <a:noFill/>
              </a:ln>
              <a:solidFill>
                <a:schemeClr val="tx1"/>
              </a:solidFill>
              <a:effectLst/>
              <a:uLnTx/>
              <a:uFillTx/>
              <a:ea typeface="EB Garamond"/>
              <a:cs typeface="Segoe UI"/>
            </a:endParaRPr>
          </a:p>
          <a:p>
            <a:pPr marL="171450" indent="-171450">
              <a:buFont typeface="Arial" panose="020B0604020202020204" pitchFamily="34" charset="0"/>
              <a:buChar char="•"/>
              <a:defRPr/>
            </a:pPr>
            <a:r>
              <a:rPr lang="en-GB" sz="1000" dirty="0">
                <a:solidFill>
                  <a:schemeClr val="tx1"/>
                </a:solidFill>
                <a:ea typeface="EB Garamond"/>
              </a:rPr>
              <a:t>Sarah McCann</a:t>
            </a:r>
            <a:endParaRPr lang="en-GB" sz="1000" b="0" i="0" u="none" strike="noStrike" kern="1200" cap="none" spc="0" normalizeH="0" baseline="0" noProof="0" dirty="0">
              <a:ln>
                <a:noFill/>
              </a:ln>
              <a:solidFill>
                <a:schemeClr val="tx1"/>
              </a:solidFill>
              <a:effectLst/>
              <a:uLnTx/>
              <a:uFillTx/>
              <a:ea typeface="EB Garamond" panose="00000500000000000000" pitchFamily="2" charset="0"/>
              <a:cs typeface="Segoe UI"/>
            </a:endParaRPr>
          </a:p>
          <a:p>
            <a:pPr marL="171450" indent="-171450">
              <a:buFont typeface="Arial" panose="020B0604020202020204" pitchFamily="34" charset="0"/>
              <a:buChar char="•"/>
              <a:defRPr/>
            </a:pPr>
            <a:r>
              <a:rPr lang="en-GB" sz="1000" dirty="0">
                <a:solidFill>
                  <a:schemeClr val="tx1"/>
                </a:solidFill>
                <a:ea typeface="EB Garamond"/>
                <a:cs typeface="Segoe UI"/>
              </a:rPr>
              <a:t>Karthik Ramadoss</a:t>
            </a:r>
            <a:endParaRPr lang="en-GB" sz="1000" dirty="0">
              <a:solidFill>
                <a:schemeClr val="tx1"/>
              </a:solidFill>
              <a:ea typeface="EB Garamond" panose="00000500000000000000" pitchFamily="2" charset="0"/>
              <a:cs typeface="Segoe UI"/>
            </a:endParaRPr>
          </a:p>
          <a:p>
            <a:pPr marL="171450" indent="-171450">
              <a:buFont typeface="Arial" panose="020B0604020202020204" pitchFamily="34" charset="0"/>
              <a:buChar char="•"/>
              <a:defRPr/>
            </a:pPr>
            <a:r>
              <a:rPr lang="en-GB" sz="1000" dirty="0">
                <a:solidFill>
                  <a:schemeClr val="tx1"/>
                </a:solidFill>
                <a:ea typeface="EB Garamond"/>
                <a:cs typeface="Segoe UI"/>
              </a:rPr>
              <a:t>Michael Scaduto</a:t>
            </a:r>
          </a:p>
          <a:p>
            <a:pPr marL="171450" indent="-171450">
              <a:buFont typeface="Arial" panose="020B0604020202020204" pitchFamily="34" charset="0"/>
              <a:buChar char="•"/>
              <a:defRPr/>
            </a:pPr>
            <a:r>
              <a:rPr lang="en-GB" sz="1000" dirty="0">
                <a:solidFill>
                  <a:schemeClr val="tx1"/>
                </a:solidFill>
                <a:ea typeface="EB Garamond"/>
                <a:cs typeface="Segoe UI"/>
              </a:rPr>
              <a:t>Rajesh Paul</a:t>
            </a:r>
          </a:p>
          <a:p>
            <a:pPr marL="171450" indent="-171450">
              <a:buFont typeface="Arial" panose="020B0604020202020204" pitchFamily="34" charset="0"/>
              <a:buChar char="•"/>
              <a:defRPr/>
            </a:pPr>
            <a:r>
              <a:rPr lang="en-GB" sz="1000" dirty="0">
                <a:solidFill>
                  <a:schemeClr val="tx1"/>
                </a:solidFill>
                <a:ea typeface="EB Garamond"/>
                <a:cs typeface="Segoe UI"/>
              </a:rPr>
              <a:t>Shanna Sommers</a:t>
            </a:r>
          </a:p>
          <a:p>
            <a:pPr marL="171450" indent="-171450">
              <a:buFont typeface="Arial" panose="020B0604020202020204" pitchFamily="34" charset="0"/>
              <a:buChar char="•"/>
              <a:defRPr/>
            </a:pPr>
            <a:r>
              <a:rPr lang="en-GB" sz="1000" dirty="0">
                <a:solidFill>
                  <a:schemeClr val="tx1"/>
                </a:solidFill>
                <a:ea typeface="EB Garamond"/>
                <a:cs typeface="Segoe UI"/>
              </a:rPr>
              <a:t>Darren Issacs</a:t>
            </a:r>
          </a:p>
          <a:p>
            <a:pPr marL="171450" indent="-171450">
              <a:buFont typeface="Arial" panose="020B0604020202020204" pitchFamily="34" charset="0"/>
              <a:buChar char="•"/>
              <a:defRPr/>
            </a:pPr>
            <a:r>
              <a:rPr lang="en-GB" sz="1000" dirty="0">
                <a:solidFill>
                  <a:schemeClr val="tx1"/>
                </a:solidFill>
                <a:ea typeface="EB Garamond"/>
                <a:cs typeface="Segoe UI"/>
              </a:rPr>
              <a:t>Jamie Shaw</a:t>
            </a:r>
          </a:p>
        </p:txBody>
      </p:sp>
    </p:spTree>
    <p:extLst>
      <p:ext uri="{BB962C8B-B14F-4D97-AF65-F5344CB8AC3E}">
        <p14:creationId xmlns:p14="http://schemas.microsoft.com/office/powerpoint/2010/main" val="3094605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CCDC6-EA77-CD77-2884-2295AB3E6A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0429E-B5A6-FE5B-CE36-13BCB0BCC202}"/>
              </a:ext>
            </a:extLst>
          </p:cNvPr>
          <p:cNvSpPr>
            <a:spLocks noGrp="1"/>
          </p:cNvSpPr>
          <p:nvPr>
            <p:ph type="title"/>
          </p:nvPr>
        </p:nvSpPr>
        <p:spPr>
          <a:xfrm>
            <a:off x="277091" y="401071"/>
            <a:ext cx="11195243" cy="956674"/>
          </a:xfrm>
        </p:spPr>
        <p:txBody>
          <a:bodyPr/>
          <a:lstStyle/>
          <a:p>
            <a:r>
              <a:rPr lang="en-GB" sz="3600" dirty="0"/>
              <a:t>Status Update: HIVE Data Hub</a:t>
            </a:r>
            <a:br>
              <a:rPr lang="en-GB" sz="4000" dirty="0"/>
            </a:br>
            <a:r>
              <a:rPr lang="en-GB" sz="1600" dirty="0">
                <a:latin typeface="Garamond"/>
              </a:rPr>
              <a:t>Prepared by: Kristen Beatty</a:t>
            </a:r>
            <a:br>
              <a:rPr lang="en-GB" sz="1600" dirty="0">
                <a:latin typeface="Garamond"/>
              </a:rPr>
            </a:br>
            <a:r>
              <a:rPr lang="en-GB" sz="1600" dirty="0">
                <a:latin typeface="Garamond"/>
              </a:rPr>
              <a:t>Date: December 17, 2025				</a:t>
            </a:r>
            <a:endParaRPr lang="en-GB" dirty="0">
              <a:latin typeface="Garamond"/>
            </a:endParaRPr>
          </a:p>
        </p:txBody>
      </p:sp>
      <p:sp>
        <p:nvSpPr>
          <p:cNvPr id="3" name="Rectangle 2">
            <a:extLst>
              <a:ext uri="{FF2B5EF4-FFF2-40B4-BE49-F238E27FC236}">
                <a16:creationId xmlns:a16="http://schemas.microsoft.com/office/drawing/2014/main" id="{6A25364B-41DB-CF7B-BB9F-A8AB0B7BA373}"/>
              </a:ext>
            </a:extLst>
          </p:cNvPr>
          <p:cNvSpPr/>
          <p:nvPr/>
        </p:nvSpPr>
        <p:spPr>
          <a:xfrm>
            <a:off x="8752597" y="804144"/>
            <a:ext cx="1904236" cy="252000"/>
          </a:xfrm>
          <a:prstGeom prst="rect">
            <a:avLst/>
          </a:prstGeom>
          <a:solidFill>
            <a:schemeClr val="tx1"/>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900" b="1" i="0" u="none" strike="noStrike" kern="0" cap="none" spc="0" normalizeH="0" baseline="0" noProof="0">
                <a:ln>
                  <a:noFill/>
                </a:ln>
                <a:solidFill>
                  <a:prstClr val="white"/>
                </a:solidFill>
                <a:effectLst/>
                <a:uLnTx/>
                <a:uFillTx/>
                <a:ea typeface="EB Garamond" panose="00000500000000000000" pitchFamily="2" charset="0"/>
                <a:cs typeface="+mn-cs"/>
              </a:rPr>
              <a:t>Current Overall Status</a:t>
            </a:r>
          </a:p>
        </p:txBody>
      </p:sp>
      <p:sp>
        <p:nvSpPr>
          <p:cNvPr id="6" name="Rectangle 5">
            <a:extLst>
              <a:ext uri="{FF2B5EF4-FFF2-40B4-BE49-F238E27FC236}">
                <a16:creationId xmlns:a16="http://schemas.microsoft.com/office/drawing/2014/main" id="{A7E337FC-1423-740D-2332-785306728B03}"/>
              </a:ext>
            </a:extLst>
          </p:cNvPr>
          <p:cNvSpPr/>
          <p:nvPr/>
        </p:nvSpPr>
        <p:spPr>
          <a:xfrm>
            <a:off x="8752597" y="513240"/>
            <a:ext cx="1904236" cy="252000"/>
          </a:xfrm>
          <a:prstGeom prst="rect">
            <a:avLst/>
          </a:prstGeom>
          <a:solidFill>
            <a:schemeClr val="tx1"/>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900" b="1" i="0" u="none" strike="noStrike" kern="0" cap="none" spc="0" normalizeH="0" baseline="0" noProof="0">
                <a:ln>
                  <a:noFill/>
                </a:ln>
                <a:solidFill>
                  <a:prstClr val="white"/>
                </a:solidFill>
                <a:effectLst/>
                <a:uLnTx/>
                <a:uFillTx/>
                <a:ea typeface="EB Garamond" panose="00000500000000000000" pitchFamily="2" charset="0"/>
                <a:cs typeface="+mn-cs"/>
              </a:rPr>
              <a:t>Previous Overall Status</a:t>
            </a:r>
          </a:p>
        </p:txBody>
      </p:sp>
      <p:sp>
        <p:nvSpPr>
          <p:cNvPr id="7" name="Oval 429">
            <a:extLst>
              <a:ext uri="{FF2B5EF4-FFF2-40B4-BE49-F238E27FC236}">
                <a16:creationId xmlns:a16="http://schemas.microsoft.com/office/drawing/2014/main" id="{565CB6E7-2D57-C7E3-D85D-AC7C9F02E4C0}"/>
              </a:ext>
            </a:extLst>
          </p:cNvPr>
          <p:cNvSpPr>
            <a:spLocks noChangeArrowheads="1"/>
          </p:cNvSpPr>
          <p:nvPr/>
        </p:nvSpPr>
        <p:spPr bwMode="auto">
          <a:xfrm>
            <a:off x="10332072" y="831748"/>
            <a:ext cx="194058" cy="181641"/>
          </a:xfrm>
          <a:prstGeom prst="ellipse">
            <a:avLst/>
          </a:prstGeom>
          <a:solidFill>
            <a:srgbClr val="92D050"/>
          </a:solidFill>
          <a:ln>
            <a:solidFill>
              <a:sysClr val="windowText" lastClr="000000"/>
            </a:solidFill>
          </a:ln>
        </p:spPr>
        <p:txBody>
          <a:bodyPr wrap="none" lIns="0" tIns="0" rIns="0" bIns="0" anchor="ctr"/>
          <a:lstStyle>
            <a:lvl1pPr>
              <a:spcAft>
                <a:spcPts val="350"/>
              </a:spcAft>
              <a:defRPr sz="1400" b="1">
                <a:solidFill>
                  <a:schemeClr val="tx1"/>
                </a:solidFill>
                <a:latin typeface="Arial" charset="0"/>
              </a:defRPr>
            </a:lvl1pPr>
            <a:lvl2pPr marL="742950" indent="-285750">
              <a:spcAft>
                <a:spcPts val="350"/>
              </a:spcAft>
              <a:defRPr sz="1400">
                <a:solidFill>
                  <a:schemeClr val="tx1"/>
                </a:solidFill>
                <a:latin typeface="Arial" charset="0"/>
              </a:defRPr>
            </a:lvl2pPr>
            <a:lvl3pPr marL="1143000" indent="-228600">
              <a:spcAft>
                <a:spcPts val="350"/>
              </a:spcAft>
              <a:buClr>
                <a:srgbClr val="702082"/>
              </a:buClr>
              <a:buFont typeface="Wingdings" pitchFamily="2" charset="2"/>
              <a:buChar char="§"/>
              <a:defRPr sz="1400">
                <a:solidFill>
                  <a:schemeClr val="tx1"/>
                </a:solidFill>
                <a:latin typeface="Arial" charset="0"/>
              </a:defRPr>
            </a:lvl3pPr>
            <a:lvl4pPr marL="1600200" indent="-228600">
              <a:spcAft>
                <a:spcPts val="275"/>
              </a:spcAft>
              <a:buClr>
                <a:srgbClr val="63666A"/>
              </a:buClr>
              <a:buFont typeface="Wingdings" pitchFamily="2" charset="2"/>
              <a:buChar char="§"/>
              <a:defRPr sz="1200">
                <a:solidFill>
                  <a:schemeClr val="tx1"/>
                </a:solidFill>
                <a:latin typeface="Arial" charset="0"/>
              </a:defRPr>
            </a:lvl4pPr>
            <a:lvl5pPr marL="2057400" indent="-228600">
              <a:spcAft>
                <a:spcPts val="275"/>
              </a:spcAft>
              <a:buClr>
                <a:srgbClr val="000000"/>
              </a:buClr>
              <a:buFont typeface="Arial" charset="0"/>
              <a:buChar char="̵"/>
              <a:defRPr sz="1200">
                <a:solidFill>
                  <a:schemeClr val="tx1"/>
                </a:solidFill>
                <a:latin typeface="Arial" charset="0"/>
              </a:defRPr>
            </a:lvl5pPr>
            <a:lvl6pPr marL="2514600" indent="-228600" eaLnBrk="0" fontAlgn="base" hangingPunct="0">
              <a:spcBef>
                <a:spcPct val="0"/>
              </a:spcBef>
              <a:spcAft>
                <a:spcPts val="275"/>
              </a:spcAft>
              <a:buClr>
                <a:srgbClr val="000000"/>
              </a:buClr>
              <a:buFont typeface="Arial" charset="0"/>
              <a:buChar char="̵"/>
              <a:defRPr sz="1200">
                <a:solidFill>
                  <a:schemeClr val="tx1"/>
                </a:solidFill>
                <a:latin typeface="Arial" charset="0"/>
              </a:defRPr>
            </a:lvl6pPr>
            <a:lvl7pPr marL="2971800" indent="-228600" eaLnBrk="0" fontAlgn="base" hangingPunct="0">
              <a:spcBef>
                <a:spcPct val="0"/>
              </a:spcBef>
              <a:spcAft>
                <a:spcPts val="275"/>
              </a:spcAft>
              <a:buClr>
                <a:srgbClr val="000000"/>
              </a:buClr>
              <a:buFont typeface="Arial" charset="0"/>
              <a:buChar char="̵"/>
              <a:defRPr sz="1200">
                <a:solidFill>
                  <a:schemeClr val="tx1"/>
                </a:solidFill>
                <a:latin typeface="Arial" charset="0"/>
              </a:defRPr>
            </a:lvl7pPr>
            <a:lvl8pPr marL="3429000" indent="-228600" eaLnBrk="0" fontAlgn="base" hangingPunct="0">
              <a:spcBef>
                <a:spcPct val="0"/>
              </a:spcBef>
              <a:spcAft>
                <a:spcPts val="275"/>
              </a:spcAft>
              <a:buClr>
                <a:srgbClr val="000000"/>
              </a:buClr>
              <a:buFont typeface="Arial" charset="0"/>
              <a:buChar char="̵"/>
              <a:defRPr sz="1200">
                <a:solidFill>
                  <a:schemeClr val="tx1"/>
                </a:solidFill>
                <a:latin typeface="Arial" charset="0"/>
              </a:defRPr>
            </a:lvl8pPr>
            <a:lvl9pPr marL="3886200" indent="-228600" eaLnBrk="0" fontAlgn="base" hangingPunct="0">
              <a:spcBef>
                <a:spcPct val="0"/>
              </a:spcBef>
              <a:spcAft>
                <a:spcPts val="275"/>
              </a:spcAft>
              <a:buClr>
                <a:srgbClr val="000000"/>
              </a:buClr>
              <a:buFont typeface="Arial" charset="0"/>
              <a:buChar char="̵"/>
              <a:defRPr sz="1200">
                <a:solidFill>
                  <a:schemeClr val="tx1"/>
                </a:solidFill>
                <a:latin typeface="Arial" charset="0"/>
              </a:defRPr>
            </a:lvl9pPr>
          </a:lstStyle>
          <a:p>
            <a:pPr marL="0" marR="0" lvl="0" indent="0" algn="ctr" defTabSz="1280160" eaLnBrk="1" fontAlgn="base" latinLnBrk="0" hangingPunct="1">
              <a:lnSpc>
                <a:spcPct val="100000"/>
              </a:lnSpc>
              <a:spcBef>
                <a:spcPct val="0"/>
              </a:spcBef>
              <a:spcAft>
                <a:spcPct val="0"/>
              </a:spcAft>
              <a:buClrTx/>
              <a:buSzTx/>
              <a:buFontTx/>
              <a:buNone/>
              <a:tabLst/>
              <a:defRPr/>
            </a:pPr>
            <a:r>
              <a:rPr kumimoji="0" lang="en-GB" altLang="en-US" sz="1000" b="1" i="0" u="none" strike="noStrike" kern="0" cap="none" spc="0" normalizeH="0" baseline="0" noProof="0" dirty="0">
                <a:ln>
                  <a:noFill/>
                </a:ln>
                <a:effectLst/>
                <a:uLnTx/>
                <a:uFillTx/>
                <a:latin typeface="Arial" charset="0"/>
                <a:cs typeface="Arial" charset="0"/>
              </a:rPr>
              <a:t>G</a:t>
            </a:r>
          </a:p>
        </p:txBody>
      </p:sp>
      <p:graphicFrame>
        <p:nvGraphicFramePr>
          <p:cNvPr id="8" name="Table 7">
            <a:extLst>
              <a:ext uri="{FF2B5EF4-FFF2-40B4-BE49-F238E27FC236}">
                <a16:creationId xmlns:a16="http://schemas.microsoft.com/office/drawing/2014/main" id="{C5D5EB3A-9D1B-0845-B524-D0CE4E1D961B}"/>
              </a:ext>
            </a:extLst>
          </p:cNvPr>
          <p:cNvGraphicFramePr>
            <a:graphicFrameLocks noGrp="1"/>
          </p:cNvGraphicFramePr>
          <p:nvPr>
            <p:extLst>
              <p:ext uri="{D42A27DB-BD31-4B8C-83A1-F6EECF244321}">
                <p14:modId xmlns:p14="http://schemas.microsoft.com/office/powerpoint/2010/main" val="2508984177"/>
              </p:ext>
            </p:extLst>
          </p:nvPr>
        </p:nvGraphicFramePr>
        <p:xfrm>
          <a:off x="156000" y="1416852"/>
          <a:ext cx="11880000" cy="1580194"/>
        </p:xfrm>
        <a:graphic>
          <a:graphicData uri="http://schemas.openxmlformats.org/drawingml/2006/table">
            <a:tbl>
              <a:tblPr firstRow="1" bandRow="1"/>
              <a:tblGrid>
                <a:gridCol w="5940000">
                  <a:extLst>
                    <a:ext uri="{9D8B030D-6E8A-4147-A177-3AD203B41FA5}">
                      <a16:colId xmlns:a16="http://schemas.microsoft.com/office/drawing/2014/main" val="3474417782"/>
                    </a:ext>
                  </a:extLst>
                </a:gridCol>
                <a:gridCol w="5940000">
                  <a:extLst>
                    <a:ext uri="{9D8B030D-6E8A-4147-A177-3AD203B41FA5}">
                      <a16:colId xmlns:a16="http://schemas.microsoft.com/office/drawing/2014/main" val="2518035124"/>
                    </a:ext>
                  </a:extLst>
                </a:gridCol>
              </a:tblGrid>
              <a:tr h="261175">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algn="ctr" defTabSz="914400" rtl="0" eaLnBrk="1" latinLnBrk="0" hangingPunct="1"/>
                      <a:r>
                        <a:rPr lang="en-US" sz="1200" b="1" kern="1200" dirty="0">
                          <a:solidFill>
                            <a:schemeClr val="lt1"/>
                          </a:solidFill>
                          <a:latin typeface="+mn-lt"/>
                          <a:ea typeface="EB Garamond"/>
                          <a:cs typeface="+mn-cs"/>
                        </a:rPr>
                        <a:t>Executive Summary </a:t>
                      </a:r>
                      <a:endParaRPr lang="en-GB" sz="1200" b="1" kern="1200" dirty="0">
                        <a:solidFill>
                          <a:schemeClr val="lt1"/>
                        </a:solidFill>
                        <a:latin typeface="+mn-lt"/>
                        <a:ea typeface="EB Garamond"/>
                        <a:cs typeface="+mn-cs"/>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algn="ctr" defTabSz="914400" rtl="0" eaLnBrk="1" latinLnBrk="0" hangingPunct="1"/>
                      <a:r>
                        <a:rPr lang="en-GB" sz="1200" b="1" kern="1200" dirty="0">
                          <a:solidFill>
                            <a:schemeClr val="lt1"/>
                          </a:solidFill>
                          <a:latin typeface="+mn-lt"/>
                          <a:ea typeface="EB Garamond"/>
                          <a:cs typeface="+mn-cs"/>
                        </a:rPr>
                        <a:t>Key Decisions Required by Steering Committee </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16143963"/>
                  </a:ext>
                </a:extLst>
              </a:tr>
              <a:tr h="1305874">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GB" sz="1200" b="0" i="0" u="none" strike="noStrike" kern="1200" baseline="0" dirty="0">
                          <a:solidFill>
                            <a:schemeClr val="dk1"/>
                          </a:solidFill>
                          <a:latin typeface="Segoe UI"/>
                          <a:ea typeface="+mn-ea"/>
                          <a:cs typeface="+mn-cs"/>
                        </a:rPr>
                        <a:t>The project is currently in a </a:t>
                      </a:r>
                      <a:r>
                        <a:rPr lang="en-GB" sz="1200" b="1" i="0" u="none" strike="noStrike" kern="1200" baseline="0" dirty="0">
                          <a:solidFill>
                            <a:schemeClr val="accent3"/>
                          </a:solidFill>
                          <a:latin typeface="Segoe UI"/>
                          <a:ea typeface="+mn-ea"/>
                          <a:cs typeface="+mn-cs"/>
                        </a:rPr>
                        <a:t>green</a:t>
                      </a:r>
                      <a:r>
                        <a:rPr lang="en-GB" sz="1200" b="0" i="0" u="none" strike="noStrike" kern="1200" baseline="0" dirty="0">
                          <a:solidFill>
                            <a:schemeClr val="dk1"/>
                          </a:solidFill>
                          <a:latin typeface="Segoe UI"/>
                          <a:ea typeface="+mn-ea"/>
                          <a:cs typeface="+mn-cs"/>
                        </a:rPr>
                        <a:t> status.  Key milestones are being met and there are no major risks or issues. Due diligence for HIVE has been completed with Enterprise Architecture, Info Sec, Data Privacy and Compliance.  The team is actively engaged with Nuvento, the selected development partner, and reviewing their proposal. Vendor assessment process has been initiated and the MSA review is in progress. The team is targeting to begin implementation in January.</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71450" lvl="0" indent="-171450" algn="l" defTabSz="914400" rtl="0" eaLnBrk="1" latinLnBrk="0" hangingPunct="1">
                        <a:buFont typeface="Arial" panose="020B0604020202020204" pitchFamily="34" charset="0"/>
                        <a:buChar char="•"/>
                      </a:pPr>
                      <a:r>
                        <a:rPr lang="en-US" sz="1200" b="0" i="0" u="none" strike="noStrike" kern="1200" baseline="0" dirty="0">
                          <a:solidFill>
                            <a:schemeClr val="dk1"/>
                          </a:solidFill>
                          <a:latin typeface="Segoe UI"/>
                          <a:ea typeface="+mn-ea"/>
                          <a:cs typeface="+mn-cs"/>
                        </a:rPr>
                        <a:t>Confirm key decisions made during due diligence (see slide 5 &amp; appendix)</a:t>
                      </a:r>
                    </a:p>
                    <a:p>
                      <a:pPr marL="171450" lvl="0" indent="-171450" algn="l" defTabSz="914400" rtl="0" eaLnBrk="1" latinLnBrk="0" hangingPunct="1">
                        <a:buFont typeface="Arial" panose="020B0604020202020204" pitchFamily="34" charset="0"/>
                        <a:buChar char="•"/>
                      </a:pPr>
                      <a:r>
                        <a:rPr lang="en-US" sz="1200" b="0" i="0" u="none" strike="noStrike" kern="1200" baseline="0" dirty="0">
                          <a:solidFill>
                            <a:schemeClr val="dk1"/>
                          </a:solidFill>
                          <a:latin typeface="Segoe UI"/>
                          <a:ea typeface="+mn-ea"/>
                          <a:cs typeface="+mn-cs"/>
                        </a:rPr>
                        <a:t>Program level Global People Data Governance Board</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1403267062"/>
                  </a:ext>
                </a:extLst>
              </a:tr>
            </a:tbl>
          </a:graphicData>
        </a:graphic>
      </p:graphicFrame>
      <p:graphicFrame>
        <p:nvGraphicFramePr>
          <p:cNvPr id="9" name="Table 8">
            <a:extLst>
              <a:ext uri="{FF2B5EF4-FFF2-40B4-BE49-F238E27FC236}">
                <a16:creationId xmlns:a16="http://schemas.microsoft.com/office/drawing/2014/main" id="{86BABB43-E0C1-1F5E-18C5-0F50C96A5776}"/>
              </a:ext>
            </a:extLst>
          </p:cNvPr>
          <p:cNvGraphicFramePr>
            <a:graphicFrameLocks noGrp="1"/>
          </p:cNvGraphicFramePr>
          <p:nvPr>
            <p:extLst>
              <p:ext uri="{D42A27DB-BD31-4B8C-83A1-F6EECF244321}">
                <p14:modId xmlns:p14="http://schemas.microsoft.com/office/powerpoint/2010/main" val="4028195819"/>
              </p:ext>
            </p:extLst>
          </p:nvPr>
        </p:nvGraphicFramePr>
        <p:xfrm>
          <a:off x="156000" y="3041651"/>
          <a:ext cx="11880000" cy="3677862"/>
        </p:xfrm>
        <a:graphic>
          <a:graphicData uri="http://schemas.openxmlformats.org/drawingml/2006/table">
            <a:tbl>
              <a:tblPr firstRow="1" bandRow="1"/>
              <a:tblGrid>
                <a:gridCol w="5940000">
                  <a:extLst>
                    <a:ext uri="{9D8B030D-6E8A-4147-A177-3AD203B41FA5}">
                      <a16:colId xmlns:a16="http://schemas.microsoft.com/office/drawing/2014/main" val="3474417782"/>
                    </a:ext>
                  </a:extLst>
                </a:gridCol>
                <a:gridCol w="5940000">
                  <a:extLst>
                    <a:ext uri="{9D8B030D-6E8A-4147-A177-3AD203B41FA5}">
                      <a16:colId xmlns:a16="http://schemas.microsoft.com/office/drawing/2014/main" val="2518035124"/>
                    </a:ext>
                  </a:extLst>
                </a:gridCol>
              </a:tblGrid>
              <a:tr h="294582">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200" dirty="0">
                          <a:latin typeface="+mn-lt"/>
                          <a:ea typeface="EB Garamond"/>
                        </a:rPr>
                        <a:t>Activity Complete (October/November/December)</a:t>
                      </a:r>
                      <a:endParaRPr lang="en-GB" sz="1200" dirty="0">
                        <a:latin typeface="+mn-lt"/>
                        <a:ea typeface="EB Garamond"/>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200">
                          <a:latin typeface="+mn-lt"/>
                          <a:ea typeface="EB Garamond"/>
                        </a:rPr>
                        <a:t>Planned Activity (for next reporting period)</a:t>
                      </a:r>
                      <a:endParaRPr lang="en-GB" sz="1200">
                        <a:latin typeface="+mn-lt"/>
                        <a:ea typeface="EB Garamond"/>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16143963"/>
                  </a:ext>
                </a:extLst>
              </a:tr>
              <a:tr h="310960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71450" lvl="0" indent="-171450" algn="l">
                        <a:lnSpc>
                          <a:spcPct val="100000"/>
                        </a:lnSpc>
                        <a:spcBef>
                          <a:spcPts val="0"/>
                        </a:spcBef>
                        <a:spcAft>
                          <a:spcPts val="0"/>
                        </a:spcAft>
                        <a:buFont typeface="Arial"/>
                        <a:buChar char="•"/>
                      </a:pPr>
                      <a:r>
                        <a:rPr lang="en-US" sz="1200" baseline="0" dirty="0">
                          <a:latin typeface="Segoe UI"/>
                          <a:ea typeface="EB Garamond"/>
                        </a:rPr>
                        <a:t>Due diligence kick off meeting held with Enterprise Architecture, Info Sec, Data Privacy and Compliance on November 3</a:t>
                      </a:r>
                    </a:p>
                    <a:p>
                      <a:pPr marL="171450" lvl="0" indent="-171450" algn="l">
                        <a:lnSpc>
                          <a:spcPct val="100000"/>
                        </a:lnSpc>
                        <a:spcBef>
                          <a:spcPts val="0"/>
                        </a:spcBef>
                        <a:spcAft>
                          <a:spcPts val="0"/>
                        </a:spcAft>
                        <a:buFont typeface="Arial"/>
                        <a:buChar char="•"/>
                      </a:pPr>
                      <a:r>
                        <a:rPr lang="en-US" sz="1200" baseline="0" dirty="0">
                          <a:latin typeface="Segoe UI"/>
                          <a:ea typeface="EB Garamond"/>
                        </a:rPr>
                        <a:t>Weekly due diligence meetings held November 10 through December 1 to review and key decisions</a:t>
                      </a:r>
                    </a:p>
                    <a:p>
                      <a:pPr marL="171450" lvl="0" indent="-171450" algn="l">
                        <a:lnSpc>
                          <a:spcPct val="100000"/>
                        </a:lnSpc>
                        <a:spcBef>
                          <a:spcPts val="0"/>
                        </a:spcBef>
                        <a:spcAft>
                          <a:spcPts val="0"/>
                        </a:spcAft>
                        <a:buFont typeface="Arial"/>
                        <a:buChar char="•"/>
                      </a:pPr>
                      <a:r>
                        <a:rPr lang="en-US" sz="1200" baseline="0" dirty="0">
                          <a:latin typeface="Segoe UI"/>
                          <a:ea typeface="EB Garamond"/>
                        </a:rPr>
                        <a:t>Finalize key decisions meeting conducted December 8.  Key decisions made for MVP data elements, Hosting, Environments, Latency, Security and Governance</a:t>
                      </a:r>
                    </a:p>
                    <a:p>
                      <a:pPr marL="171450" lvl="0" indent="-171450" algn="l">
                        <a:lnSpc>
                          <a:spcPct val="100000"/>
                        </a:lnSpc>
                        <a:spcBef>
                          <a:spcPts val="0"/>
                        </a:spcBef>
                        <a:spcAft>
                          <a:spcPts val="0"/>
                        </a:spcAft>
                        <a:buFont typeface="Arial"/>
                        <a:buChar char="•"/>
                      </a:pPr>
                      <a:r>
                        <a:rPr lang="en-US" sz="1200" baseline="0" dirty="0">
                          <a:latin typeface="Segoe UI"/>
                          <a:ea typeface="EB Garamond"/>
                        </a:rPr>
                        <a:t>Team selected Nuvento as the development partner</a:t>
                      </a:r>
                    </a:p>
                    <a:p>
                      <a:pPr marL="171450" lvl="0" indent="-171450" algn="l">
                        <a:lnSpc>
                          <a:spcPct val="100000"/>
                        </a:lnSpc>
                        <a:spcBef>
                          <a:spcPts val="0"/>
                        </a:spcBef>
                        <a:spcAft>
                          <a:spcPts val="0"/>
                        </a:spcAft>
                        <a:buFont typeface="Arial"/>
                        <a:buChar char="•"/>
                      </a:pPr>
                      <a:r>
                        <a:rPr lang="en-US" sz="1200" baseline="0" dirty="0">
                          <a:latin typeface="Segoe UI"/>
                          <a:ea typeface="EB Garamond"/>
                        </a:rPr>
                        <a:t>Conducted current state assessment </a:t>
                      </a:r>
                    </a:p>
                    <a:p>
                      <a:pPr marL="171450" lvl="0" indent="-171450" algn="l">
                        <a:lnSpc>
                          <a:spcPct val="100000"/>
                        </a:lnSpc>
                        <a:spcBef>
                          <a:spcPts val="0"/>
                        </a:spcBef>
                        <a:spcAft>
                          <a:spcPts val="0"/>
                        </a:spcAft>
                        <a:buFont typeface="Arial"/>
                        <a:buChar char="•"/>
                      </a:pPr>
                      <a:r>
                        <a:rPr lang="en-US" sz="1200" baseline="0" dirty="0">
                          <a:latin typeface="Segoe UI"/>
                          <a:ea typeface="EB Garamond"/>
                        </a:rPr>
                        <a:t>Team testing Fabric functionality in sandbox</a:t>
                      </a:r>
                    </a:p>
                    <a:p>
                      <a:pPr marL="171450" lvl="0" indent="-171450" algn="l">
                        <a:lnSpc>
                          <a:spcPct val="100000"/>
                        </a:lnSpc>
                        <a:spcBef>
                          <a:spcPts val="0"/>
                        </a:spcBef>
                        <a:spcAft>
                          <a:spcPts val="0"/>
                        </a:spcAft>
                        <a:buFont typeface="Arial"/>
                        <a:buChar char="•"/>
                      </a:pPr>
                      <a:r>
                        <a:rPr lang="en-US" sz="1200" baseline="0" dirty="0">
                          <a:latin typeface="Segoe UI"/>
                          <a:ea typeface="EB Garamond"/>
                        </a:rPr>
                        <a:t>High-level initial delivery plan developed</a:t>
                      </a:r>
                    </a:p>
                    <a:p>
                      <a:pPr marL="171450" lvl="0" indent="-171450" algn="l">
                        <a:lnSpc>
                          <a:spcPct val="100000"/>
                        </a:lnSpc>
                        <a:spcBef>
                          <a:spcPts val="0"/>
                        </a:spcBef>
                        <a:spcAft>
                          <a:spcPts val="0"/>
                        </a:spcAft>
                        <a:buFont typeface="Arial"/>
                        <a:buChar char="•"/>
                      </a:pPr>
                      <a:r>
                        <a:rPr lang="en-US" sz="1200" baseline="0" dirty="0">
                          <a:latin typeface="Segoe UI"/>
                          <a:ea typeface="EB Garamond"/>
                        </a:rPr>
                        <a:t>Team received and reviewed initial proposal. Meeting held on December 11 to review </a:t>
                      </a:r>
                      <a:r>
                        <a:rPr lang="en-US" sz="1200" baseline="0" dirty="0" err="1">
                          <a:latin typeface="Segoe UI"/>
                          <a:ea typeface="EB Garamond"/>
                        </a:rPr>
                        <a:t>Nuvento’s</a:t>
                      </a:r>
                      <a:r>
                        <a:rPr lang="en-US" sz="1200" baseline="0" dirty="0">
                          <a:latin typeface="Segoe UI"/>
                          <a:ea typeface="EB Garamond"/>
                        </a:rPr>
                        <a:t> proposal against refined scope and key decisions. Nuvento will provide updated proposal</a:t>
                      </a:r>
                    </a:p>
                    <a:p>
                      <a:pPr marL="171450" lvl="0" indent="-171450" algn="l">
                        <a:lnSpc>
                          <a:spcPct val="100000"/>
                        </a:lnSpc>
                        <a:spcBef>
                          <a:spcPts val="0"/>
                        </a:spcBef>
                        <a:spcAft>
                          <a:spcPts val="0"/>
                        </a:spcAft>
                        <a:buFont typeface="Arial"/>
                        <a:buChar char="•"/>
                      </a:pPr>
                      <a:r>
                        <a:rPr lang="en-US" sz="1200" baseline="0" dirty="0">
                          <a:latin typeface="Segoe UI"/>
                          <a:ea typeface="EB Garamond"/>
                        </a:rPr>
                        <a:t>Vendor assessment process initiated for Nuvento</a:t>
                      </a:r>
                    </a:p>
                    <a:p>
                      <a:pPr marL="171450" lvl="0" indent="-171450" algn="l">
                        <a:lnSpc>
                          <a:spcPct val="100000"/>
                        </a:lnSpc>
                        <a:spcBef>
                          <a:spcPts val="0"/>
                        </a:spcBef>
                        <a:spcAft>
                          <a:spcPts val="0"/>
                        </a:spcAft>
                        <a:buFont typeface="Arial"/>
                        <a:buChar char="•"/>
                      </a:pPr>
                      <a:r>
                        <a:rPr lang="en-US" sz="1200" baseline="0" dirty="0">
                          <a:latin typeface="Segoe UI"/>
                          <a:ea typeface="EB Garamond"/>
                        </a:rPr>
                        <a:t>Info sec questionnaires provided to Nuvento.  Target completion December 16</a:t>
                      </a:r>
                    </a:p>
                    <a:p>
                      <a:pPr marL="171450" lvl="0" indent="-171450" algn="l">
                        <a:lnSpc>
                          <a:spcPct val="100000"/>
                        </a:lnSpc>
                        <a:spcBef>
                          <a:spcPts val="0"/>
                        </a:spcBef>
                        <a:spcAft>
                          <a:spcPts val="0"/>
                        </a:spcAft>
                        <a:buFont typeface="Arial"/>
                        <a:buChar char="•"/>
                      </a:pPr>
                      <a:r>
                        <a:rPr lang="en-US" sz="1200" baseline="0" dirty="0">
                          <a:latin typeface="Segoe UI"/>
                          <a:ea typeface="EB Garamond"/>
                        </a:rPr>
                        <a:t>MSA review is in progress. Nuvento is reviewing Lockton’s MSA and will provide feedback on December 16</a:t>
                      </a:r>
                    </a:p>
                    <a:p>
                      <a:pPr marL="171450" lvl="0" indent="-171450" algn="l">
                        <a:lnSpc>
                          <a:spcPct val="100000"/>
                        </a:lnSpc>
                        <a:spcBef>
                          <a:spcPts val="0"/>
                        </a:spcBef>
                        <a:spcAft>
                          <a:spcPts val="0"/>
                        </a:spcAft>
                        <a:buFont typeface="Arial"/>
                        <a:buChar char="•"/>
                      </a:pPr>
                      <a:r>
                        <a:rPr lang="en-US" sz="1200" baseline="0" dirty="0" err="1">
                          <a:latin typeface="Segoe UI"/>
                          <a:ea typeface="EB Garamond"/>
                        </a:rPr>
                        <a:t>SteerCo</a:t>
                      </a:r>
                      <a:r>
                        <a:rPr lang="en-US" sz="1200" baseline="0" dirty="0">
                          <a:latin typeface="Segoe UI"/>
                          <a:ea typeface="EB Garamond"/>
                        </a:rPr>
                        <a:t> kick-off meeting scheduled</a:t>
                      </a:r>
                      <a:endParaRPr lang="en-GB" sz="1200" baseline="0" dirty="0">
                        <a:latin typeface="Segoe UI"/>
                        <a:ea typeface="EB Garamond"/>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200" baseline="0" dirty="0">
                          <a:latin typeface="Segoe UI"/>
                          <a:ea typeface="EB Garamond"/>
                        </a:rPr>
                        <a:t>Conduct </a:t>
                      </a:r>
                      <a:r>
                        <a:rPr lang="en-US" sz="1200" baseline="0" dirty="0" err="1">
                          <a:latin typeface="Segoe UI"/>
                          <a:ea typeface="EB Garamond"/>
                        </a:rPr>
                        <a:t>SteerCo</a:t>
                      </a:r>
                      <a:r>
                        <a:rPr lang="en-US" sz="1200" baseline="0" dirty="0">
                          <a:latin typeface="Segoe UI"/>
                          <a:ea typeface="EB Garamond"/>
                        </a:rPr>
                        <a:t> kick-off meeting – December 17</a:t>
                      </a:r>
                    </a:p>
                    <a:p>
                      <a:pPr marL="171450" lvl="0" indent="-171450">
                        <a:spcAft>
                          <a:spcPts val="200"/>
                        </a:spcAft>
                        <a:buFont typeface="Arial" panose="020B0604020202020204" pitchFamily="34" charset="0"/>
                        <a:buChar char="•"/>
                      </a:pPr>
                      <a:r>
                        <a:rPr lang="en-US" sz="1200" baseline="0" dirty="0">
                          <a:latin typeface="Segoe UI"/>
                          <a:ea typeface="EB Garamond"/>
                        </a:rPr>
                        <a:t>Review and confirm key decisions with </a:t>
                      </a:r>
                      <a:r>
                        <a:rPr lang="en-US" sz="1200" baseline="0" dirty="0" err="1">
                          <a:latin typeface="Segoe UI"/>
                          <a:ea typeface="EB Garamond"/>
                        </a:rPr>
                        <a:t>SteerCo</a:t>
                      </a:r>
                      <a:r>
                        <a:rPr lang="en-US" sz="1200" baseline="0" dirty="0">
                          <a:latin typeface="Segoe UI"/>
                          <a:ea typeface="EB Garamond"/>
                        </a:rPr>
                        <a:t> – December 17</a:t>
                      </a:r>
                    </a:p>
                    <a:p>
                      <a:pPr marL="171450" lvl="0" indent="-171450">
                        <a:spcAft>
                          <a:spcPts val="200"/>
                        </a:spcAft>
                        <a:buFont typeface="Arial" panose="020B0604020202020204" pitchFamily="34" charset="0"/>
                        <a:buChar char="•"/>
                      </a:pPr>
                      <a:r>
                        <a:rPr lang="en-US" sz="1200" baseline="0" dirty="0">
                          <a:latin typeface="Segoe UI"/>
                          <a:ea typeface="EB Garamond"/>
                        </a:rPr>
                        <a:t>Complete vendor assessment/due diligence for Nuvento</a:t>
                      </a:r>
                    </a:p>
                    <a:p>
                      <a:pPr marL="171450" lvl="0" indent="-171450">
                        <a:spcAft>
                          <a:spcPts val="200"/>
                        </a:spcAft>
                        <a:buFont typeface="Arial" panose="020B0604020202020204" pitchFamily="34" charset="0"/>
                        <a:buChar char="•"/>
                      </a:pPr>
                      <a:r>
                        <a:rPr lang="en-US" sz="1200" baseline="0" dirty="0">
                          <a:latin typeface="Segoe UI"/>
                          <a:ea typeface="EB Garamond"/>
                        </a:rPr>
                        <a:t>Finalize MSA &amp; SOW</a:t>
                      </a:r>
                    </a:p>
                    <a:p>
                      <a:pPr marL="171450" lvl="0" indent="-171450">
                        <a:spcAft>
                          <a:spcPts val="200"/>
                        </a:spcAft>
                        <a:buFont typeface="Arial" panose="020B0604020202020204" pitchFamily="34" charset="0"/>
                        <a:buChar char="•"/>
                      </a:pPr>
                      <a:r>
                        <a:rPr lang="en-US" sz="1200" baseline="0" dirty="0">
                          <a:latin typeface="Segoe UI"/>
                          <a:ea typeface="EB Garamond"/>
                        </a:rPr>
                        <a:t>Develop onboarding plan for Nuvento and initiate onboarding </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200" baseline="0" dirty="0">
                          <a:latin typeface="Segoe UI"/>
                          <a:ea typeface="EB Garamond"/>
                        </a:rPr>
                        <a:t>Finalize MVP delivery plan and resources needed</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200" baseline="0" dirty="0">
                          <a:latin typeface="Segoe UI"/>
                          <a:ea typeface="EB Garamond"/>
                        </a:rPr>
                        <a:t>Review MVP resource requirements with Resource Managers and put into capacity planner</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200" baseline="0" dirty="0">
                          <a:latin typeface="Segoe UI"/>
                          <a:ea typeface="EB Garamond"/>
                        </a:rPr>
                        <a:t>Develop proposed MVP implementation plan</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200" baseline="0" dirty="0">
                          <a:latin typeface="Segoe UI"/>
                          <a:ea typeface="EB Garamond"/>
                        </a:rPr>
                        <a:t>Engage Beth to begin conversations on changes required to data gathering process</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200" baseline="0" dirty="0">
                          <a:latin typeface="Segoe UI"/>
                          <a:ea typeface="EB Garamond"/>
                        </a:rPr>
                        <a:t>Continue work on infrastructure for dev and test environment </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200" baseline="0" dirty="0">
                          <a:latin typeface="Segoe UI"/>
                          <a:ea typeface="EB Garamond"/>
                        </a:rPr>
                        <a:t>Begin planning discussions on backlog, HCM integrations and Phenom integrations</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lang="en-US" sz="1200" baseline="0" dirty="0">
                        <a:latin typeface="Segoe UI"/>
                        <a:ea typeface="EB Garamond"/>
                      </a:endParaRP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endParaRPr lang="en-US" sz="1200" baseline="0" dirty="0">
                        <a:latin typeface="Segoe UI"/>
                        <a:ea typeface="EB Garamond"/>
                      </a:endParaRPr>
                    </a:p>
                    <a:p>
                      <a:pPr marL="171450" lvl="0" indent="-171450">
                        <a:spcAft>
                          <a:spcPts val="200"/>
                        </a:spcAft>
                        <a:buFont typeface="Arial" panose="020B0604020202020204" pitchFamily="34" charset="0"/>
                        <a:buChar char="•"/>
                      </a:pPr>
                      <a:endParaRPr lang="en-US" sz="1200" baseline="0" dirty="0">
                        <a:latin typeface="Segoe UI"/>
                        <a:ea typeface="EB Garamond"/>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1403267062"/>
                  </a:ext>
                </a:extLst>
              </a:tr>
            </a:tbl>
          </a:graphicData>
        </a:graphic>
      </p:graphicFrame>
      <p:pic>
        <p:nvPicPr>
          <p:cNvPr id="11" name="Picture 10">
            <a:extLst>
              <a:ext uri="{FF2B5EF4-FFF2-40B4-BE49-F238E27FC236}">
                <a16:creationId xmlns:a16="http://schemas.microsoft.com/office/drawing/2014/main" id="{611AA8EC-BF53-7310-821A-D69D77E7CDE8}"/>
              </a:ext>
            </a:extLst>
          </p:cNvPr>
          <p:cNvPicPr>
            <a:picLocks noChangeAspect="1"/>
          </p:cNvPicPr>
          <p:nvPr/>
        </p:nvPicPr>
        <p:blipFill>
          <a:blip r:embed="rId2"/>
          <a:stretch>
            <a:fillRect/>
          </a:stretch>
        </p:blipFill>
        <p:spPr>
          <a:xfrm>
            <a:off x="10749557" y="292893"/>
            <a:ext cx="1615580" cy="865707"/>
          </a:xfrm>
          <a:prstGeom prst="rect">
            <a:avLst/>
          </a:prstGeom>
        </p:spPr>
      </p:pic>
    </p:spTree>
    <p:extLst>
      <p:ext uri="{BB962C8B-B14F-4D97-AF65-F5344CB8AC3E}">
        <p14:creationId xmlns:p14="http://schemas.microsoft.com/office/powerpoint/2010/main" val="105857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45D5CA2-682D-5DE0-28A3-B99537C61E39}"/>
              </a:ext>
            </a:extLst>
          </p:cNvPr>
          <p:cNvGraphicFramePr>
            <a:graphicFrameLocks noGrp="1"/>
          </p:cNvGraphicFramePr>
          <p:nvPr>
            <p:extLst>
              <p:ext uri="{D42A27DB-BD31-4B8C-83A1-F6EECF244321}">
                <p14:modId xmlns:p14="http://schemas.microsoft.com/office/powerpoint/2010/main" val="391627606"/>
              </p:ext>
            </p:extLst>
          </p:nvPr>
        </p:nvGraphicFramePr>
        <p:xfrm>
          <a:off x="397674" y="1275260"/>
          <a:ext cx="11660441" cy="5337229"/>
        </p:xfrm>
        <a:graphic>
          <a:graphicData uri="http://schemas.openxmlformats.org/drawingml/2006/table">
            <a:tbl>
              <a:tblPr firstRow="1" bandRow="1">
                <a:tableStyleId>{5C22544A-7EE6-4342-B048-85BDC9FD1C3A}</a:tableStyleId>
              </a:tblPr>
              <a:tblGrid>
                <a:gridCol w="1716169">
                  <a:extLst>
                    <a:ext uri="{9D8B030D-6E8A-4147-A177-3AD203B41FA5}">
                      <a16:colId xmlns:a16="http://schemas.microsoft.com/office/drawing/2014/main" val="2114292466"/>
                    </a:ext>
                  </a:extLst>
                </a:gridCol>
                <a:gridCol w="1400846">
                  <a:extLst>
                    <a:ext uri="{9D8B030D-6E8A-4147-A177-3AD203B41FA5}">
                      <a16:colId xmlns:a16="http://schemas.microsoft.com/office/drawing/2014/main" val="1653690142"/>
                    </a:ext>
                  </a:extLst>
                </a:gridCol>
                <a:gridCol w="2767101">
                  <a:extLst>
                    <a:ext uri="{9D8B030D-6E8A-4147-A177-3AD203B41FA5}">
                      <a16:colId xmlns:a16="http://schemas.microsoft.com/office/drawing/2014/main" val="419969772"/>
                    </a:ext>
                  </a:extLst>
                </a:gridCol>
                <a:gridCol w="3017870">
                  <a:extLst>
                    <a:ext uri="{9D8B030D-6E8A-4147-A177-3AD203B41FA5}">
                      <a16:colId xmlns:a16="http://schemas.microsoft.com/office/drawing/2014/main" val="4079378643"/>
                    </a:ext>
                  </a:extLst>
                </a:gridCol>
                <a:gridCol w="2758455">
                  <a:extLst>
                    <a:ext uri="{9D8B030D-6E8A-4147-A177-3AD203B41FA5}">
                      <a16:colId xmlns:a16="http://schemas.microsoft.com/office/drawing/2014/main" val="4205184985"/>
                    </a:ext>
                  </a:extLst>
                </a:gridCol>
              </a:tblGrid>
              <a:tr h="494488">
                <a:tc>
                  <a:txBody>
                    <a:bodyPr/>
                    <a:lstStyle/>
                    <a:p>
                      <a:pPr algn="ctr"/>
                      <a:r>
                        <a:rPr lang="en-US" sz="1400" b="1" i="0" u="none" strike="noStrike" kern="1200" baseline="0">
                          <a:solidFill>
                            <a:schemeClr val="tx1"/>
                          </a:solidFill>
                          <a:latin typeface="+mn-lt"/>
                          <a:ea typeface="+mn-ea"/>
                          <a:cs typeface="+mn-cs"/>
                        </a:rPr>
                        <a:t>Workshop/KDD</a:t>
                      </a:r>
                      <a:endParaRPr lang="en-US" sz="14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i="0" u="none" strike="noStrike" kern="1200" baseline="0">
                          <a:solidFill>
                            <a:schemeClr val="tx1"/>
                          </a:solidFill>
                          <a:latin typeface="+mn-lt"/>
                          <a:ea typeface="+mn-ea"/>
                          <a:cs typeface="+mn-cs"/>
                        </a:rPr>
                        <a:t>Date/Time</a:t>
                      </a:r>
                      <a:endParaRPr lang="en-US" sz="14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i="0" u="none" strike="noStrike" kern="1200" baseline="0">
                          <a:solidFill>
                            <a:schemeClr val="tx1"/>
                          </a:solidFill>
                          <a:latin typeface="+mn-lt"/>
                          <a:ea typeface="+mn-ea"/>
                          <a:cs typeface="+mn-cs"/>
                        </a:rPr>
                        <a:t>Agenda</a:t>
                      </a:r>
                      <a:endParaRPr lang="en-US" sz="14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i="0" u="none" strike="noStrike" kern="1200" baseline="0">
                          <a:solidFill>
                            <a:schemeClr val="tx1"/>
                          </a:solidFill>
                          <a:latin typeface="+mn-lt"/>
                          <a:ea typeface="+mn-ea"/>
                          <a:cs typeface="+mn-cs"/>
                        </a:rPr>
                        <a:t>Outcome</a:t>
                      </a:r>
                      <a:endParaRPr lang="en-US" sz="14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i="0" u="none" strike="noStrike" kern="1200" baseline="0">
                          <a:solidFill>
                            <a:schemeClr val="tx1"/>
                          </a:solidFill>
                          <a:latin typeface="+mn-lt"/>
                          <a:ea typeface="+mn-ea"/>
                          <a:cs typeface="+mn-cs"/>
                        </a:rPr>
                        <a:t>Lockton Attendees</a:t>
                      </a:r>
                      <a:endParaRPr lang="en-US" sz="14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4897352"/>
                  </a:ext>
                </a:extLst>
              </a:tr>
              <a:tr h="1134413">
                <a:tc>
                  <a:txBody>
                    <a:bodyPr/>
                    <a:lstStyle/>
                    <a:p>
                      <a:r>
                        <a:rPr lang="en-US" sz="1200">
                          <a:hlinkClick r:id="rId3"/>
                        </a:rPr>
                        <a:t>Due Diligence Kick-Off Meeting</a:t>
                      </a:r>
                      <a:endParaRPr lang="en-US" sz="12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indent="0" algn="ctr">
                        <a:buFont typeface="Arial" panose="020B0604020202020204" pitchFamily="34" charset="0"/>
                        <a:buNone/>
                      </a:pPr>
                      <a:r>
                        <a:rPr lang="en-US" sz="1200">
                          <a:hlinkClick r:id="rId4"/>
                        </a:rPr>
                        <a:t>Monday, 11/3</a:t>
                      </a:r>
                    </a:p>
                    <a:p>
                      <a:pPr marL="0" indent="0" algn="ctr">
                        <a:buFont typeface="Arial" panose="020B0604020202020204" pitchFamily="34" charset="0"/>
                        <a:buNone/>
                      </a:pPr>
                      <a:r>
                        <a:rPr lang="en-US" sz="1200">
                          <a:hlinkClick r:id="rId4"/>
                        </a:rPr>
                        <a:t>Recording: Link</a:t>
                      </a:r>
                      <a:endParaRPr lang="en-US" sz="1200">
                        <a:hlinkClick r:id="rId5"/>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200"/>
                        <a:t>Overview of HIVE</a:t>
                      </a:r>
                    </a:p>
                    <a:p>
                      <a:pPr marL="171450" indent="-171450">
                        <a:buFont typeface="Arial" panose="020B0604020202020204" pitchFamily="34" charset="0"/>
                        <a:buChar char="•"/>
                      </a:pPr>
                      <a:r>
                        <a:rPr lang="en-US" sz="1200"/>
                        <a:t>Review scope and design</a:t>
                      </a:r>
                    </a:p>
                    <a:p>
                      <a:pPr marL="171450" indent="-171450">
                        <a:buFont typeface="Arial" panose="020B0604020202020204" pitchFamily="34" charset="0"/>
                        <a:buChar char="•"/>
                      </a:pPr>
                      <a:r>
                        <a:rPr lang="en-US" sz="1200"/>
                        <a:t>Key Decisions</a:t>
                      </a:r>
                    </a:p>
                    <a:p>
                      <a:pPr marL="171450" indent="-171450">
                        <a:buFont typeface="Arial" panose="020B0604020202020204" pitchFamily="34" charset="0"/>
                        <a:buChar char="•"/>
                      </a:pPr>
                      <a:r>
                        <a:rPr lang="en-US" sz="1200"/>
                        <a:t>Due Diligence Process and Resources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Clr>
                          <a:srgbClr val="00B050"/>
                        </a:buClr>
                        <a:buFont typeface="Wingdings" panose="05000000000000000000" pitchFamily="2" charset="2"/>
                        <a:buChar char="ü"/>
                      </a:pPr>
                      <a:r>
                        <a:rPr lang="en-US" sz="1200"/>
                        <a:t>Team is aligned on plan</a:t>
                      </a:r>
                    </a:p>
                    <a:p>
                      <a:pPr marL="171450" indent="-171450">
                        <a:buClr>
                          <a:srgbClr val="00B050"/>
                        </a:buClr>
                        <a:buFont typeface="Wingdings" panose="05000000000000000000" pitchFamily="2" charset="2"/>
                        <a:buChar char="ü"/>
                      </a:pPr>
                      <a:r>
                        <a:rPr lang="en-US" sz="1200"/>
                        <a:t>Feedback on KDD’s and resources</a:t>
                      </a:r>
                    </a:p>
                    <a:p>
                      <a:pPr marL="171450" indent="-171450">
                        <a:buClr>
                          <a:schemeClr val="accent3"/>
                        </a:buClr>
                        <a:buFont typeface="Wingdings" panose="05000000000000000000" pitchFamily="2" charset="2"/>
                        <a:buChar char="ü"/>
                      </a:pPr>
                      <a:r>
                        <a:rPr lang="en-US" sz="1200" b="1"/>
                        <a:t>DECISION 1: </a:t>
                      </a:r>
                      <a:r>
                        <a:rPr lang="en-US" sz="1200" b="1">
                          <a:hlinkClick r:id="rId6"/>
                        </a:rPr>
                        <a:t>Create rules table to allow data field by country to adhere to regulations in MVP</a:t>
                      </a:r>
                      <a:endParaRPr lang="en-US" sz="1200" b="1"/>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a:solidFill>
                            <a:schemeClr val="tx1"/>
                          </a:solidFill>
                        </a:rPr>
                        <a:t>Aaron All, Kristen Beatty, Craig Bexon, Travis Harder, Darren Isaacs, Collette Hope, Claudia Greim, Rosie Mitchell, Rajesh Paul, Michael Scaduto, Jamie Shaw, Sandrya Moore, Shanna Sommers, Lizzy Thomas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860464"/>
                  </a:ext>
                </a:extLst>
              </a:tr>
              <a:tr h="1134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cs typeface="Segoe UI"/>
                        </a:rPr>
                        <a:t>HIVE Hosting Plan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indent="0" algn="ctr">
                        <a:buFont typeface="Arial" panose="020B0604020202020204" pitchFamily="34" charset="0"/>
                        <a:buNone/>
                      </a:pPr>
                      <a:r>
                        <a:rPr lang="en-US" sz="1200">
                          <a:hlinkClick r:id="rId5"/>
                        </a:rPr>
                        <a:t>Monday, 11/10</a:t>
                      </a:r>
                    </a:p>
                    <a:p>
                      <a:pPr marL="0" indent="0" algn="ctr">
                        <a:buFont typeface="Arial" panose="020B0604020202020204" pitchFamily="34" charset="0"/>
                        <a:buNone/>
                      </a:pPr>
                      <a:r>
                        <a:rPr lang="en-US" sz="1200">
                          <a:hlinkClick r:id="rId5"/>
                        </a:rPr>
                        <a:t>Recording: Link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200"/>
                        <a:t>Status on Networking work for Global tenant</a:t>
                      </a:r>
                    </a:p>
                    <a:p>
                      <a:pPr marL="171450" indent="-171450">
                        <a:buFont typeface="Arial" panose="020B0604020202020204" pitchFamily="34" charset="0"/>
                        <a:buChar char="•"/>
                      </a:pPr>
                      <a:r>
                        <a:rPr lang="en-US" sz="1200"/>
                        <a:t>Review data plans and requirements</a:t>
                      </a:r>
                    </a:p>
                    <a:p>
                      <a:pPr marL="171450" indent="-171450">
                        <a:buFont typeface="Arial" panose="020B0604020202020204" pitchFamily="34" charset="0"/>
                        <a:buChar char="•"/>
                      </a:pPr>
                      <a:r>
                        <a:rPr lang="en-US" sz="1200"/>
                        <a:t>Discuss Regulatory Rules </a:t>
                      </a:r>
                    </a:p>
                    <a:p>
                      <a:pPr marL="171450" indent="-171450">
                        <a:buFont typeface="Arial" panose="020B0604020202020204" pitchFamily="34" charset="0"/>
                        <a:buChar char="•"/>
                      </a:pPr>
                      <a:r>
                        <a:rPr lang="en-US" sz="1200"/>
                        <a:t>Hosting options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Clr>
                          <a:schemeClr val="accent3"/>
                        </a:buClr>
                        <a:buFont typeface="Wingdings" panose="05000000000000000000" pitchFamily="2" charset="2"/>
                        <a:buChar char="ü"/>
                      </a:pPr>
                      <a:r>
                        <a:rPr lang="en-US" sz="1200" b="1"/>
                        <a:t>DECISION 2: </a:t>
                      </a:r>
                      <a:r>
                        <a:rPr lang="en-US" sz="1200" b="1">
                          <a:hlinkClick r:id="rId7"/>
                        </a:rPr>
                        <a:t>Hosting location - US</a:t>
                      </a: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a:t>Damien Blue, Jessica Burche, David Collins, Travis Harder, Collette Hope, Claudia Greim, Rajesh Paul, Michael Scaduto, Jamie Shaw, Sandrya Moore, Karthik Ramadoss, Shanna Sommers, Lizzy Thomas, Beth Whitehand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613137"/>
                  </a:ext>
                </a:extLst>
              </a:tr>
              <a:tr h="1134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cs typeface="Segoe UI"/>
                          <a:hlinkClick r:id="rId8"/>
                        </a:rPr>
                        <a:t>Environment requirements &amp; latency</a:t>
                      </a:r>
                      <a:endParaRPr lang="en-US" sz="12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en-US" sz="1200">
                          <a:hlinkClick r:id="rId9"/>
                        </a:rPr>
                        <a:t>Monday, 11/17</a:t>
                      </a:r>
                      <a:endParaRPr lang="en-US" sz="1200"/>
                    </a:p>
                    <a:p>
                      <a:pPr algn="ctr"/>
                      <a:r>
                        <a:rPr lang="en-US" sz="1200">
                          <a:hlinkClick r:id="rId9"/>
                        </a:rPr>
                        <a:t>Recording: Link</a:t>
                      </a:r>
                      <a:endParaRPr lang="en-US" sz="12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200"/>
                        <a:t>Confirm environments – DEV, TST, PRD</a:t>
                      </a:r>
                    </a:p>
                    <a:p>
                      <a:pPr marL="171450" indent="-171450">
                        <a:buFont typeface="Arial" panose="020B0604020202020204" pitchFamily="34" charset="0"/>
                        <a:buChar char="•"/>
                      </a:pPr>
                      <a:r>
                        <a:rPr lang="en-US" sz="1200"/>
                        <a:t>HIVE Users and needs</a:t>
                      </a:r>
                    </a:p>
                    <a:p>
                      <a:pPr marL="171450" indent="-171450">
                        <a:buFont typeface="Arial" panose="020B0604020202020204" pitchFamily="34" charset="0"/>
                        <a:buChar char="•"/>
                      </a:pPr>
                      <a:r>
                        <a:rPr lang="en-US" sz="1200"/>
                        <a:t>Hosting location, users, usage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Clr>
                          <a:srgbClr val="00B050"/>
                        </a:buClr>
                        <a:buFont typeface="Wingdings" panose="05000000000000000000" pitchFamily="2" charset="2"/>
                        <a:buChar char="ü"/>
                      </a:pPr>
                      <a:r>
                        <a:rPr lang="en-US" sz="1200" b="1"/>
                        <a:t>DECISION 3: </a:t>
                      </a:r>
                      <a:r>
                        <a:rPr lang="en-US" sz="1200" b="1">
                          <a:hlinkClick r:id="rId10"/>
                        </a:rPr>
                        <a:t>Environment needs for MVP DEV. TST, PRD</a:t>
                      </a:r>
                      <a:endParaRPr lang="en-US" sz="1200" b="1"/>
                    </a:p>
                    <a:p>
                      <a:pPr marL="171450" indent="-171450">
                        <a:buClr>
                          <a:srgbClr val="00B050"/>
                        </a:buClr>
                        <a:buFont typeface="Wingdings" panose="05000000000000000000" pitchFamily="2" charset="2"/>
                        <a:buChar char="ü"/>
                      </a:pPr>
                      <a:r>
                        <a:rPr lang="en-US" sz="1200" b="1"/>
                        <a:t>DECISION 4: </a:t>
                      </a:r>
                      <a:r>
                        <a:rPr lang="en-US" sz="1200" b="1">
                          <a:hlinkClick r:id="rId11"/>
                        </a:rPr>
                        <a:t>Address Latency adhoc if needed </a:t>
                      </a:r>
                      <a:endParaRPr lang="en-US" sz="1200" b="1"/>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a:t>Aaron All, Kristen Beatty, Damien Blue, Jessica Burche, David Collins, Travis Harder, Raoul Hira, Claudia Greim, Rosie Mitchell, Rajesh Paul, Karthik Ramadoss, Michael Scaduto, Jamie Shaw, Shanna Sommers, Lizzy Thomas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6513990"/>
                  </a:ext>
                </a:extLst>
              </a:tr>
              <a:tr h="1276581">
                <a:tc>
                  <a:txBody>
                    <a:bodyPr/>
                    <a:lstStyle/>
                    <a:p>
                      <a:r>
                        <a:rPr lang="en-US" sz="1200">
                          <a:hlinkClick r:id="rId12"/>
                        </a:rPr>
                        <a:t>Security – Process and technical requirements and ongoing governance</a:t>
                      </a:r>
                      <a:endParaRPr lang="en-US" sz="12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en-US" sz="1200">
                          <a:hlinkClick r:id="rId13"/>
                        </a:rPr>
                        <a:t>Monday, 12/1</a:t>
                      </a:r>
                    </a:p>
                    <a:p>
                      <a:pPr algn="ctr"/>
                      <a:r>
                        <a:rPr lang="en-US" sz="1200">
                          <a:hlinkClick r:id="rId13"/>
                        </a:rPr>
                        <a:t>Recording: Link</a:t>
                      </a:r>
                      <a:endParaRPr lang="en-US" sz="12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200"/>
                        <a:t>Review access expectations</a:t>
                      </a:r>
                    </a:p>
                    <a:p>
                      <a:pPr marL="171450" indent="-171450">
                        <a:buFont typeface="Arial" panose="020B0604020202020204" pitchFamily="34" charset="0"/>
                        <a:buChar char="•"/>
                      </a:pPr>
                      <a:r>
                        <a:rPr lang="en-US" sz="1200"/>
                        <a:t>Discuss options to solve process or system</a:t>
                      </a:r>
                    </a:p>
                    <a:p>
                      <a:pPr marL="171450" indent="-171450">
                        <a:buFont typeface="Arial" panose="020B0604020202020204" pitchFamily="34" charset="0"/>
                        <a:buChar char="•"/>
                      </a:pPr>
                      <a:r>
                        <a:rPr lang="en-US" sz="1200"/>
                        <a:t>Ongoing governance – who and how</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Clr>
                          <a:schemeClr val="accent3"/>
                        </a:buClr>
                        <a:buFont typeface="Wingdings" panose="05000000000000000000" pitchFamily="2" charset="2"/>
                        <a:buChar char="ü"/>
                      </a:pPr>
                      <a:r>
                        <a:rPr lang="en-US" sz="1200" b="1"/>
                        <a:t>DECISION 5: </a:t>
                      </a:r>
                      <a:r>
                        <a:rPr lang="en-US" sz="1200" b="1">
                          <a:hlinkClick r:id="rId14"/>
                        </a:rPr>
                        <a:t>High level Security requirements cover the needs and will refine during implementation</a:t>
                      </a:r>
                      <a:endParaRPr lang="en-US" sz="1200" b="1"/>
                    </a:p>
                    <a:p>
                      <a:pPr marL="171450" indent="-171450">
                        <a:buClr>
                          <a:schemeClr val="accent3"/>
                        </a:buClr>
                        <a:buFont typeface="Wingdings" panose="05000000000000000000" pitchFamily="2" charset="2"/>
                        <a:buChar char="ü"/>
                      </a:pPr>
                      <a:r>
                        <a:rPr lang="en-US" sz="1200" b="1"/>
                        <a:t>DECISION 6: </a:t>
                      </a:r>
                      <a:r>
                        <a:rPr lang="en-US" sz="1200" b="1">
                          <a:hlinkClick r:id="rId15"/>
                        </a:rPr>
                        <a:t>Ongoing governance board for People data will be created</a:t>
                      </a:r>
                      <a:endParaRPr lang="en-US" sz="1200" b="1"/>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Kristen Beatty, Damien Blue, David Collins, Rosie Mitchell, Sandrya Moore, Rajesh Paul, Karthik Ramadoss, Michael Scaduto, Jamie Shaw, Shanna Sommers, Lizzy Thomas, Beth Whitehand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8454621"/>
                  </a:ext>
                </a:extLst>
              </a:tr>
            </a:tbl>
          </a:graphicData>
        </a:graphic>
      </p:graphicFrame>
      <p:sp>
        <p:nvSpPr>
          <p:cNvPr id="5" name="Rectangle 4">
            <a:extLst>
              <a:ext uri="{FF2B5EF4-FFF2-40B4-BE49-F238E27FC236}">
                <a16:creationId xmlns:a16="http://schemas.microsoft.com/office/drawing/2014/main" id="{6DFE8C7C-FCE5-0C64-289D-A9654982AF28}"/>
              </a:ext>
            </a:extLst>
          </p:cNvPr>
          <p:cNvSpPr>
            <a:spLocks/>
          </p:cNvSpPr>
          <p:nvPr/>
        </p:nvSpPr>
        <p:spPr>
          <a:xfrm>
            <a:off x="393192" y="6382512"/>
            <a:ext cx="2459736" cy="2154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C1E7740-3E61-D263-5644-AD1D1361DAE5}"/>
              </a:ext>
            </a:extLst>
          </p:cNvPr>
          <p:cNvSpPr>
            <a:spLocks noGrp="1" noRot="1" noMove="1" noResize="1" noEditPoints="1" noAdjustHandles="1" noChangeArrowheads="1" noChangeShapeType="1"/>
          </p:cNvSpPr>
          <p:nvPr/>
        </p:nvSpPr>
        <p:spPr>
          <a:xfrm>
            <a:off x="205483" y="678094"/>
            <a:ext cx="523982" cy="2363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B2B90C84-4106-D0FE-873E-DEC1B7C6A086}"/>
              </a:ext>
            </a:extLst>
          </p:cNvPr>
          <p:cNvSpPr>
            <a:spLocks noGrp="1"/>
          </p:cNvSpPr>
          <p:nvPr>
            <p:ph type="title"/>
          </p:nvPr>
        </p:nvSpPr>
        <p:spPr>
          <a:xfrm>
            <a:off x="487680" y="427458"/>
            <a:ext cx="11277600" cy="553998"/>
          </a:xfrm>
        </p:spPr>
        <p:txBody>
          <a:bodyPr/>
          <a:lstStyle/>
          <a:p>
            <a:r>
              <a:rPr lang="en-US" sz="3600" dirty="0">
                <a:latin typeface="Garamond" panose="02020404030301010803" pitchFamily="18" charset="0"/>
              </a:rPr>
              <a:t>Due Diligence Process We Followed</a:t>
            </a:r>
          </a:p>
        </p:txBody>
      </p:sp>
      <p:cxnSp>
        <p:nvCxnSpPr>
          <p:cNvPr id="8" name="Straight Connector 7">
            <a:extLst>
              <a:ext uri="{FF2B5EF4-FFF2-40B4-BE49-F238E27FC236}">
                <a16:creationId xmlns:a16="http://schemas.microsoft.com/office/drawing/2014/main" id="{1485B017-911A-FADD-5AA6-26830DA2FDF3}"/>
              </a:ext>
            </a:extLst>
          </p:cNvPr>
          <p:cNvCxnSpPr/>
          <p:nvPr/>
        </p:nvCxnSpPr>
        <p:spPr>
          <a:xfrm>
            <a:off x="414766" y="1212351"/>
            <a:ext cx="6229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F99B147-8F7C-64CF-7DEB-D4557E5E4054}"/>
              </a:ext>
            </a:extLst>
          </p:cNvPr>
          <p:cNvSpPr txBox="1"/>
          <p:nvPr/>
        </p:nvSpPr>
        <p:spPr>
          <a:xfrm>
            <a:off x="646567" y="6389726"/>
            <a:ext cx="1304979" cy="215444"/>
          </a:xfrm>
          <a:prstGeom prst="rect">
            <a:avLst/>
          </a:prstGeom>
          <a:noFill/>
        </p:spPr>
        <p:txBody>
          <a:bodyPr wrap="square" rtlCol="0">
            <a:spAutoFit/>
          </a:bodyPr>
          <a:lstStyle/>
          <a:p>
            <a:r>
              <a:rPr lang="en-US" sz="800"/>
              <a:t>*Links to meeting decks</a:t>
            </a:r>
          </a:p>
        </p:txBody>
      </p:sp>
      <p:sp>
        <p:nvSpPr>
          <p:cNvPr id="7" name="TextBox 6">
            <a:extLst>
              <a:ext uri="{FF2B5EF4-FFF2-40B4-BE49-F238E27FC236}">
                <a16:creationId xmlns:a16="http://schemas.microsoft.com/office/drawing/2014/main" id="{431A65E1-3877-997F-7194-3178A6E3DA21}"/>
              </a:ext>
            </a:extLst>
          </p:cNvPr>
          <p:cNvSpPr txBox="1"/>
          <p:nvPr/>
        </p:nvSpPr>
        <p:spPr>
          <a:xfrm>
            <a:off x="2200438" y="6396940"/>
            <a:ext cx="1500705" cy="215444"/>
          </a:xfrm>
          <a:prstGeom prst="rect">
            <a:avLst/>
          </a:prstGeom>
          <a:noFill/>
        </p:spPr>
        <p:txBody>
          <a:bodyPr wrap="square" rtlCol="0">
            <a:spAutoFit/>
          </a:bodyPr>
          <a:lstStyle/>
          <a:p>
            <a:r>
              <a:rPr lang="en-US" sz="800"/>
              <a:t>*Links to meeting recordings</a:t>
            </a:r>
          </a:p>
        </p:txBody>
      </p:sp>
      <p:sp>
        <p:nvSpPr>
          <p:cNvPr id="9" name="TextBox 8">
            <a:extLst>
              <a:ext uri="{FF2B5EF4-FFF2-40B4-BE49-F238E27FC236}">
                <a16:creationId xmlns:a16="http://schemas.microsoft.com/office/drawing/2014/main" id="{EAA23C22-075F-1C3B-D6AA-366796C99D04}"/>
              </a:ext>
            </a:extLst>
          </p:cNvPr>
          <p:cNvSpPr txBox="1"/>
          <p:nvPr/>
        </p:nvSpPr>
        <p:spPr>
          <a:xfrm>
            <a:off x="6835362" y="6409491"/>
            <a:ext cx="2088534" cy="215444"/>
          </a:xfrm>
          <a:prstGeom prst="rect">
            <a:avLst/>
          </a:prstGeom>
          <a:noFill/>
        </p:spPr>
        <p:txBody>
          <a:bodyPr wrap="square" rtlCol="0">
            <a:spAutoFit/>
          </a:bodyPr>
          <a:lstStyle/>
          <a:p>
            <a:r>
              <a:rPr lang="en-US" sz="800"/>
              <a:t>*Links to detailed Decision Documents</a:t>
            </a:r>
          </a:p>
        </p:txBody>
      </p:sp>
    </p:spTree>
    <p:extLst>
      <p:ext uri="{BB962C8B-B14F-4D97-AF65-F5344CB8AC3E}">
        <p14:creationId xmlns:p14="http://schemas.microsoft.com/office/powerpoint/2010/main" val="54936385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EE059F4-16FD-4854-8D05-6C9A1AE32315}"/>
              </a:ext>
            </a:extLst>
          </p:cNvPr>
          <p:cNvSpPr txBox="1">
            <a:spLocks/>
          </p:cNvSpPr>
          <p:nvPr/>
        </p:nvSpPr>
        <p:spPr>
          <a:xfrm>
            <a:off x="382555" y="348716"/>
            <a:ext cx="11402008" cy="506747"/>
          </a:xfrm>
          <a:prstGeom prst="rect">
            <a:avLst/>
          </a:prstGeom>
        </p:spPr>
        <p:txBody>
          <a:bodyPr vert="horz" lIns="0" tIns="0" rIns="0" bIns="0" rtlCol="0" anchor="ctr" anchorCtr="0">
            <a:noAutofit/>
          </a:bodyPr>
          <a:lstStyle>
            <a:lvl1pPr algn="l" defTabSz="914400" rtl="0" eaLnBrk="1" latinLnBrk="0" hangingPunct="1">
              <a:lnSpc>
                <a:spcPct val="90000"/>
              </a:lnSpc>
              <a:spcBef>
                <a:spcPct val="0"/>
              </a:spcBef>
              <a:buNone/>
              <a:defRPr sz="4000" i="1" kern="1200">
                <a:solidFill>
                  <a:schemeClr val="tx1"/>
                </a:solidFill>
                <a:latin typeface="Garamond" panose="02020404030301010803" pitchFamily="18" charset="0"/>
                <a:ea typeface="Open Sans" panose="020B0606030504020204" pitchFamily="34" charset="0"/>
                <a:cs typeface="Open Sans" panose="020B0606030504020204" pitchFamily="34" charset="0"/>
              </a:defRPr>
            </a:lvl1pPr>
          </a:lstStyle>
          <a:p>
            <a:pPr marL="0" marR="0" lvl="0" indent="0" fontAlgn="auto">
              <a:lnSpc>
                <a:spcPct val="90000"/>
              </a:lnSpc>
              <a:spcAft>
                <a:spcPts val="0"/>
              </a:spcAft>
              <a:buClrTx/>
              <a:buSzTx/>
              <a:tabLst/>
              <a:defRPr/>
            </a:pPr>
            <a:r>
              <a:rPr lang="en-US" sz="3600" dirty="0">
                <a:ea typeface="+mj-ea"/>
                <a:cs typeface="+mj-cs"/>
              </a:rPr>
              <a:t>Proposed HIVE MVP Delivery Structure</a:t>
            </a:r>
          </a:p>
        </p:txBody>
      </p:sp>
      <p:sp>
        <p:nvSpPr>
          <p:cNvPr id="131" name="Rectangle 130">
            <a:extLst>
              <a:ext uri="{FF2B5EF4-FFF2-40B4-BE49-F238E27FC236}">
                <a16:creationId xmlns:a16="http://schemas.microsoft.com/office/drawing/2014/main" id="{950F288E-7BAF-4870-B728-4F1B7C60263A}"/>
              </a:ext>
            </a:extLst>
          </p:cNvPr>
          <p:cNvSpPr/>
          <p:nvPr/>
        </p:nvSpPr>
        <p:spPr bwMode="gray">
          <a:xfrm>
            <a:off x="126244" y="1051389"/>
            <a:ext cx="9993442" cy="483369"/>
          </a:xfrm>
          <a:prstGeom prst="rect">
            <a:avLst/>
          </a:prstGeom>
          <a:noFill/>
          <a:ln w="9525" algn="ctr">
            <a:solidFill>
              <a:schemeClr val="tx1"/>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US" sz="1000" b="0" i="0" u="none" strike="noStrike" kern="0" cap="none" spc="0" normalizeH="0" baseline="0" noProof="0">
              <a:ln>
                <a:noFill/>
              </a:ln>
              <a:solidFill>
                <a:srgbClr val="041E42"/>
              </a:solidFill>
              <a:effectLst/>
              <a:uLnTx/>
              <a:uFillTx/>
              <a:latin typeface="Segoe UI" panose="020B0502040204020203" pitchFamily="34" charset="0"/>
              <a:cs typeface="Segoe UI" panose="020B0502040204020203" pitchFamily="34" charset="0"/>
            </a:endParaRPr>
          </a:p>
        </p:txBody>
      </p:sp>
      <p:sp>
        <p:nvSpPr>
          <p:cNvPr id="132" name="Rectangle 131">
            <a:extLst>
              <a:ext uri="{FF2B5EF4-FFF2-40B4-BE49-F238E27FC236}">
                <a16:creationId xmlns:a16="http://schemas.microsoft.com/office/drawing/2014/main" id="{D4BE0E3A-09CF-4424-82D5-CDDDAD9A3940}"/>
              </a:ext>
            </a:extLst>
          </p:cNvPr>
          <p:cNvSpPr/>
          <p:nvPr/>
        </p:nvSpPr>
        <p:spPr bwMode="gray">
          <a:xfrm>
            <a:off x="126244" y="848346"/>
            <a:ext cx="9993443" cy="199982"/>
          </a:xfrm>
          <a:prstGeom prst="rect">
            <a:avLst/>
          </a:prstGeom>
          <a:solidFill>
            <a:srgbClr val="000000"/>
          </a:solidFill>
          <a:ln w="9525" algn="ctr">
            <a:solidFill>
              <a:schemeClr val="tx1"/>
            </a:solid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Executive Committee</a:t>
            </a:r>
          </a:p>
        </p:txBody>
      </p:sp>
      <p:sp>
        <p:nvSpPr>
          <p:cNvPr id="141" name="Rectangle 140">
            <a:extLst>
              <a:ext uri="{FF2B5EF4-FFF2-40B4-BE49-F238E27FC236}">
                <a16:creationId xmlns:a16="http://schemas.microsoft.com/office/drawing/2014/main" id="{7BDE5CDB-3821-40C2-B9ED-835B140B1F73}"/>
              </a:ext>
            </a:extLst>
          </p:cNvPr>
          <p:cNvSpPr/>
          <p:nvPr/>
        </p:nvSpPr>
        <p:spPr bwMode="gray">
          <a:xfrm>
            <a:off x="4441817" y="1126881"/>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rPr>
              <a:t>Karthik Ramadoss</a:t>
            </a:r>
          </a:p>
        </p:txBody>
      </p:sp>
      <p:pic>
        <p:nvPicPr>
          <p:cNvPr id="142" name="Graphic 141" descr="User">
            <a:extLst>
              <a:ext uri="{FF2B5EF4-FFF2-40B4-BE49-F238E27FC236}">
                <a16:creationId xmlns:a16="http://schemas.microsoft.com/office/drawing/2014/main" id="{B61201C0-0238-4BBB-BA04-6651877112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40243" y="1164326"/>
            <a:ext cx="274072" cy="274072"/>
          </a:xfrm>
          <a:prstGeom prst="rect">
            <a:avLst/>
          </a:prstGeom>
        </p:spPr>
      </p:pic>
      <p:sp>
        <p:nvSpPr>
          <p:cNvPr id="143" name="Rectangle 142">
            <a:extLst>
              <a:ext uri="{FF2B5EF4-FFF2-40B4-BE49-F238E27FC236}">
                <a16:creationId xmlns:a16="http://schemas.microsoft.com/office/drawing/2014/main" id="{1DD0DBA8-0B7E-48B8-9B4B-5FC8B3CDF846}"/>
              </a:ext>
            </a:extLst>
          </p:cNvPr>
          <p:cNvSpPr/>
          <p:nvPr/>
        </p:nvSpPr>
        <p:spPr bwMode="gray">
          <a:xfrm>
            <a:off x="126243" y="1859132"/>
            <a:ext cx="9993443" cy="506322"/>
          </a:xfrm>
          <a:prstGeom prst="rect">
            <a:avLst/>
          </a:prstGeom>
          <a:noFill/>
          <a:ln w="9525" algn="ctr">
            <a:solidFill>
              <a:schemeClr val="tx1"/>
            </a:solid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US" sz="1000" b="0"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44" name="Rectangle 143">
            <a:extLst>
              <a:ext uri="{FF2B5EF4-FFF2-40B4-BE49-F238E27FC236}">
                <a16:creationId xmlns:a16="http://schemas.microsoft.com/office/drawing/2014/main" id="{3C3C43C9-87C1-4B82-886E-C3864CA0263F}"/>
              </a:ext>
            </a:extLst>
          </p:cNvPr>
          <p:cNvSpPr/>
          <p:nvPr/>
        </p:nvSpPr>
        <p:spPr bwMode="gray">
          <a:xfrm>
            <a:off x="126243" y="1665453"/>
            <a:ext cx="9993443" cy="193680"/>
          </a:xfrm>
          <a:prstGeom prst="rect">
            <a:avLst/>
          </a:prstGeom>
          <a:solidFill>
            <a:srgbClr val="000000"/>
          </a:solidFill>
          <a:ln w="9525" algn="ctr">
            <a:solidFill>
              <a:srgbClr val="003065"/>
            </a:solid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Product Leadership</a:t>
            </a:r>
          </a:p>
        </p:txBody>
      </p:sp>
      <p:grpSp>
        <p:nvGrpSpPr>
          <p:cNvPr id="145" name="Group 144">
            <a:extLst>
              <a:ext uri="{FF2B5EF4-FFF2-40B4-BE49-F238E27FC236}">
                <a16:creationId xmlns:a16="http://schemas.microsoft.com/office/drawing/2014/main" id="{005B431A-EC3D-4359-ABC0-34E839A24F57}"/>
              </a:ext>
            </a:extLst>
          </p:cNvPr>
          <p:cNvGrpSpPr/>
          <p:nvPr/>
        </p:nvGrpSpPr>
        <p:grpSpPr>
          <a:xfrm>
            <a:off x="6021008" y="1135782"/>
            <a:ext cx="1444869" cy="370985"/>
            <a:chOff x="7621051" y="2222399"/>
            <a:chExt cx="1444869" cy="370985"/>
          </a:xfrm>
        </p:grpSpPr>
        <p:sp>
          <p:nvSpPr>
            <p:cNvPr id="146" name="Rectangle 145">
              <a:extLst>
                <a:ext uri="{FF2B5EF4-FFF2-40B4-BE49-F238E27FC236}">
                  <a16:creationId xmlns:a16="http://schemas.microsoft.com/office/drawing/2014/main" id="{6745BCBD-455D-40A9-9301-F494BB57AA31}"/>
                </a:ext>
              </a:extLst>
            </p:cNvPr>
            <p:cNvSpPr/>
            <p:nvPr/>
          </p:nvSpPr>
          <p:spPr bwMode="gray">
            <a:xfrm>
              <a:off x="7621051" y="2222399"/>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rPr>
                <a:t>Shanna Sommers</a:t>
              </a:r>
            </a:p>
          </p:txBody>
        </p:sp>
        <p:pic>
          <p:nvPicPr>
            <p:cNvPr id="148" name="Graphic 147" descr="User">
              <a:extLst>
                <a:ext uri="{FF2B5EF4-FFF2-40B4-BE49-F238E27FC236}">
                  <a16:creationId xmlns:a16="http://schemas.microsoft.com/office/drawing/2014/main" id="{A2AE085C-EDEF-414B-9551-69176B70FBA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9657" y="2294215"/>
              <a:ext cx="274072" cy="274072"/>
            </a:xfrm>
            <a:prstGeom prst="rect">
              <a:avLst/>
            </a:prstGeom>
          </p:spPr>
        </p:pic>
      </p:grpSp>
      <p:grpSp>
        <p:nvGrpSpPr>
          <p:cNvPr id="153" name="Group 152">
            <a:extLst>
              <a:ext uri="{FF2B5EF4-FFF2-40B4-BE49-F238E27FC236}">
                <a16:creationId xmlns:a16="http://schemas.microsoft.com/office/drawing/2014/main" id="{325B5BDE-BA4B-4ED6-B628-B41CB8721C8F}"/>
              </a:ext>
            </a:extLst>
          </p:cNvPr>
          <p:cNvGrpSpPr/>
          <p:nvPr/>
        </p:nvGrpSpPr>
        <p:grpSpPr>
          <a:xfrm>
            <a:off x="2818734" y="1126430"/>
            <a:ext cx="1461053" cy="370985"/>
            <a:chOff x="4463882" y="2222399"/>
            <a:chExt cx="1461053" cy="370985"/>
          </a:xfrm>
        </p:grpSpPr>
        <p:sp>
          <p:nvSpPr>
            <p:cNvPr id="154" name="Rectangle 153">
              <a:extLst>
                <a:ext uri="{FF2B5EF4-FFF2-40B4-BE49-F238E27FC236}">
                  <a16:creationId xmlns:a16="http://schemas.microsoft.com/office/drawing/2014/main" id="{58F71501-E450-4C25-B472-8DC6544D5D9B}"/>
                </a:ext>
              </a:extLst>
            </p:cNvPr>
            <p:cNvSpPr/>
            <p:nvPr/>
          </p:nvSpPr>
          <p:spPr bwMode="gray">
            <a:xfrm>
              <a:off x="4463882" y="2222399"/>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rPr>
                <a:t>Jamie Shaw</a:t>
              </a:r>
              <a:endParaRPr lang="en-US" sz="1000" kern="0">
                <a:solidFill>
                  <a:prstClr val="black"/>
                </a:solidFill>
                <a:latin typeface="Segoe UI" panose="020B0502040204020203" pitchFamily="34" charset="0"/>
                <a:cs typeface="Segoe UI" panose="020B0502040204020203" pitchFamily="34" charset="0"/>
              </a:endParaRPr>
            </a:p>
          </p:txBody>
        </p:sp>
        <p:pic>
          <p:nvPicPr>
            <p:cNvPr id="155" name="Graphic 154" descr="User">
              <a:extLst>
                <a:ext uri="{FF2B5EF4-FFF2-40B4-BE49-F238E27FC236}">
                  <a16:creationId xmlns:a16="http://schemas.microsoft.com/office/drawing/2014/main" id="{A1EFE15D-4F20-4640-A8B4-62A6E54C8C9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50863" y="2286330"/>
              <a:ext cx="274072" cy="274072"/>
            </a:xfrm>
            <a:prstGeom prst="rect">
              <a:avLst/>
            </a:prstGeom>
          </p:spPr>
        </p:pic>
      </p:grpSp>
      <p:grpSp>
        <p:nvGrpSpPr>
          <p:cNvPr id="157" name="Group 156">
            <a:extLst>
              <a:ext uri="{FF2B5EF4-FFF2-40B4-BE49-F238E27FC236}">
                <a16:creationId xmlns:a16="http://schemas.microsoft.com/office/drawing/2014/main" id="{BD539DBB-C865-4AAC-B03C-CE518E165AB2}"/>
              </a:ext>
            </a:extLst>
          </p:cNvPr>
          <p:cNvGrpSpPr/>
          <p:nvPr/>
        </p:nvGrpSpPr>
        <p:grpSpPr>
          <a:xfrm>
            <a:off x="3747718" y="1966390"/>
            <a:ext cx="1444869" cy="370985"/>
            <a:chOff x="2885298" y="2222399"/>
            <a:chExt cx="1444869" cy="370985"/>
          </a:xfrm>
        </p:grpSpPr>
        <p:sp>
          <p:nvSpPr>
            <p:cNvPr id="158" name="Rectangle 157">
              <a:extLst>
                <a:ext uri="{FF2B5EF4-FFF2-40B4-BE49-F238E27FC236}">
                  <a16:creationId xmlns:a16="http://schemas.microsoft.com/office/drawing/2014/main" id="{35260BD7-3FD0-4901-84FC-3CF0B40373EC}"/>
                </a:ext>
              </a:extLst>
            </p:cNvPr>
            <p:cNvSpPr/>
            <p:nvPr/>
          </p:nvSpPr>
          <p:spPr bwMode="gray">
            <a:xfrm>
              <a:off x="2885298" y="2222399"/>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rPr>
                <a:t>Michael Scaduto</a:t>
              </a:r>
            </a:p>
          </p:txBody>
        </p:sp>
        <p:pic>
          <p:nvPicPr>
            <p:cNvPr id="159" name="Graphic 158" descr="User">
              <a:extLst>
                <a:ext uri="{FF2B5EF4-FFF2-40B4-BE49-F238E27FC236}">
                  <a16:creationId xmlns:a16="http://schemas.microsoft.com/office/drawing/2014/main" id="{750FD1A4-6E6B-4939-B1FB-3630A635BBA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24152" y="2281779"/>
              <a:ext cx="274072" cy="274072"/>
            </a:xfrm>
            <a:prstGeom prst="rect">
              <a:avLst/>
            </a:prstGeom>
          </p:spPr>
        </p:pic>
      </p:grpSp>
      <p:sp>
        <p:nvSpPr>
          <p:cNvPr id="161" name="Rectangle 160">
            <a:extLst>
              <a:ext uri="{FF2B5EF4-FFF2-40B4-BE49-F238E27FC236}">
                <a16:creationId xmlns:a16="http://schemas.microsoft.com/office/drawing/2014/main" id="{23600ABA-D679-4C01-A13B-D53536DC5943}"/>
              </a:ext>
            </a:extLst>
          </p:cNvPr>
          <p:cNvSpPr/>
          <p:nvPr/>
        </p:nvSpPr>
        <p:spPr bwMode="gray">
          <a:xfrm>
            <a:off x="10219410" y="856304"/>
            <a:ext cx="1690963" cy="192024"/>
          </a:xfrm>
          <a:prstGeom prst="rect">
            <a:avLst/>
          </a:prstGeom>
          <a:solidFill>
            <a:schemeClr val="tx1"/>
          </a:solidFill>
          <a:ln w="9525" algn="ctr">
            <a:solidFill>
              <a:srgbClr val="003065"/>
            </a:solidFill>
            <a:miter lim="800000"/>
            <a:headEnd/>
            <a:tailEnd/>
          </a:ln>
        </p:spPr>
        <p:txBody>
          <a:bodyPr wrap="square" lIns="88900" tIns="88900" rIns="88900" bIns="88900" rtlCol="0" anchor="ctr"/>
          <a:lstStyle/>
          <a:p>
            <a:pPr algn="ctr" defTabSz="1219170">
              <a:lnSpc>
                <a:spcPct val="106000"/>
              </a:lnSpc>
            </a:pPr>
            <a:r>
              <a:rPr lang="en-US" sz="1000" b="1" kern="0">
                <a:solidFill>
                  <a:prstClr val="white"/>
                </a:solidFill>
                <a:latin typeface="Segoe UI" panose="020B0502040204020203" pitchFamily="34" charset="0"/>
                <a:cs typeface="Segoe UI" panose="020B0502040204020203" pitchFamily="34" charset="0"/>
              </a:rPr>
              <a:t>Project Manager</a:t>
            </a:r>
          </a:p>
        </p:txBody>
      </p:sp>
      <p:sp>
        <p:nvSpPr>
          <p:cNvPr id="162" name="Rectangle 161">
            <a:extLst>
              <a:ext uri="{FF2B5EF4-FFF2-40B4-BE49-F238E27FC236}">
                <a16:creationId xmlns:a16="http://schemas.microsoft.com/office/drawing/2014/main" id="{B53701EF-604D-48B6-8FB8-F913ECC107F4}"/>
              </a:ext>
            </a:extLst>
          </p:cNvPr>
          <p:cNvSpPr/>
          <p:nvPr/>
        </p:nvSpPr>
        <p:spPr bwMode="gray">
          <a:xfrm>
            <a:off x="10219293" y="1040553"/>
            <a:ext cx="1691080" cy="1317126"/>
          </a:xfrm>
          <a:prstGeom prst="rect">
            <a:avLst/>
          </a:prstGeom>
          <a:noFill/>
          <a:ln w="9525" algn="ctr">
            <a:solidFill>
              <a:srgbClr val="53565A"/>
            </a:solidFill>
            <a:miter lim="800000"/>
            <a:headEnd/>
            <a:tailEnd/>
          </a:ln>
        </p:spPr>
        <p:txBody>
          <a:bodyPr wrap="square" lIns="88900" tIns="88900" rIns="88900" bIns="88900" rtlCol="0" anchor="ctr"/>
          <a:lstStyle/>
          <a:p>
            <a:pPr defTabSz="1219170">
              <a:lnSpc>
                <a:spcPct val="106000"/>
              </a:lnSpc>
            </a:pPr>
            <a:r>
              <a:rPr lang="en-US" sz="1000" kern="0">
                <a:solidFill>
                  <a:prstClr val="black"/>
                </a:solidFill>
                <a:latin typeface="Segoe UI" panose="020B0502040204020203" pitchFamily="34" charset="0"/>
                <a:cs typeface="Segoe UI" panose="020B0502040204020203" pitchFamily="34" charset="0"/>
              </a:rPr>
              <a:t>Kristen Beatty</a:t>
            </a:r>
          </a:p>
        </p:txBody>
      </p:sp>
      <p:pic>
        <p:nvPicPr>
          <p:cNvPr id="164" name="Graphic 163" descr="User">
            <a:extLst>
              <a:ext uri="{FF2B5EF4-FFF2-40B4-BE49-F238E27FC236}">
                <a16:creationId xmlns:a16="http://schemas.microsoft.com/office/drawing/2014/main" id="{68FD40FC-EAD9-41E8-8820-DD197A3877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58529" y="1553419"/>
            <a:ext cx="274072" cy="274072"/>
          </a:xfrm>
          <a:prstGeom prst="rect">
            <a:avLst/>
          </a:prstGeom>
        </p:spPr>
      </p:pic>
      <p:sp>
        <p:nvSpPr>
          <p:cNvPr id="165" name="Rectangle 164">
            <a:extLst>
              <a:ext uri="{FF2B5EF4-FFF2-40B4-BE49-F238E27FC236}">
                <a16:creationId xmlns:a16="http://schemas.microsoft.com/office/drawing/2014/main" id="{E21ACA40-3797-464C-8D3C-E2F1F4295C78}"/>
              </a:ext>
            </a:extLst>
          </p:cNvPr>
          <p:cNvSpPr/>
          <p:nvPr/>
        </p:nvSpPr>
        <p:spPr bwMode="gray">
          <a:xfrm>
            <a:off x="126245" y="2456719"/>
            <a:ext cx="4974084" cy="187693"/>
          </a:xfrm>
          <a:prstGeom prst="rect">
            <a:avLst/>
          </a:prstGeom>
          <a:solidFill>
            <a:schemeClr val="tx1"/>
          </a:solidFill>
          <a:ln w="9525" algn="ctr">
            <a:solidFill>
              <a:srgbClr val="003065"/>
            </a:solid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Tx/>
              <a:buNone/>
              <a:tabLst/>
              <a:defRPr/>
            </a:pPr>
            <a:r>
              <a:rPr kumimoji="0" lang="en-US" sz="10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Process Workstream</a:t>
            </a:r>
          </a:p>
        </p:txBody>
      </p:sp>
      <p:grpSp>
        <p:nvGrpSpPr>
          <p:cNvPr id="166" name="Group 165">
            <a:extLst>
              <a:ext uri="{FF2B5EF4-FFF2-40B4-BE49-F238E27FC236}">
                <a16:creationId xmlns:a16="http://schemas.microsoft.com/office/drawing/2014/main" id="{85787F77-7859-4E39-B442-02BF7277CFE7}"/>
              </a:ext>
            </a:extLst>
          </p:cNvPr>
          <p:cNvGrpSpPr/>
          <p:nvPr/>
        </p:nvGrpSpPr>
        <p:grpSpPr>
          <a:xfrm>
            <a:off x="419648" y="3287301"/>
            <a:ext cx="1445745" cy="370985"/>
            <a:chOff x="2802857" y="3355603"/>
            <a:chExt cx="1445745" cy="370985"/>
          </a:xfrm>
        </p:grpSpPr>
        <p:sp>
          <p:nvSpPr>
            <p:cNvPr id="167" name="Rectangle 166">
              <a:extLst>
                <a:ext uri="{FF2B5EF4-FFF2-40B4-BE49-F238E27FC236}">
                  <a16:creationId xmlns:a16="http://schemas.microsoft.com/office/drawing/2014/main" id="{E34B1C29-DD68-470D-948D-4C90A2A80458}"/>
                </a:ext>
              </a:extLst>
            </p:cNvPr>
            <p:cNvSpPr/>
            <p:nvPr/>
          </p:nvSpPr>
          <p:spPr bwMode="gray">
            <a:xfrm>
              <a:off x="2802857" y="3355603"/>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Beth Whitehand</a:t>
              </a:r>
            </a:p>
          </p:txBody>
        </p:sp>
        <p:pic>
          <p:nvPicPr>
            <p:cNvPr id="168" name="Graphic 167" descr="User">
              <a:extLst>
                <a:ext uri="{FF2B5EF4-FFF2-40B4-BE49-F238E27FC236}">
                  <a16:creationId xmlns:a16="http://schemas.microsoft.com/office/drawing/2014/main" id="{A183D87D-BFD6-467B-AAEC-81AF81ACE8B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74530" y="3427419"/>
              <a:ext cx="274072" cy="274072"/>
            </a:xfrm>
            <a:prstGeom prst="rect">
              <a:avLst/>
            </a:prstGeom>
          </p:spPr>
        </p:pic>
      </p:grpSp>
      <p:grpSp>
        <p:nvGrpSpPr>
          <p:cNvPr id="176" name="Group 175">
            <a:extLst>
              <a:ext uri="{FF2B5EF4-FFF2-40B4-BE49-F238E27FC236}">
                <a16:creationId xmlns:a16="http://schemas.microsoft.com/office/drawing/2014/main" id="{29171738-5849-4E80-81C0-EC2FEAF4A099}"/>
              </a:ext>
            </a:extLst>
          </p:cNvPr>
          <p:cNvGrpSpPr/>
          <p:nvPr/>
        </p:nvGrpSpPr>
        <p:grpSpPr>
          <a:xfrm>
            <a:off x="1969291" y="2819583"/>
            <a:ext cx="1481992" cy="370985"/>
            <a:chOff x="4413845" y="3355603"/>
            <a:chExt cx="1481992" cy="370985"/>
          </a:xfrm>
        </p:grpSpPr>
        <p:sp>
          <p:nvSpPr>
            <p:cNvPr id="177" name="Rectangle 176">
              <a:extLst>
                <a:ext uri="{FF2B5EF4-FFF2-40B4-BE49-F238E27FC236}">
                  <a16:creationId xmlns:a16="http://schemas.microsoft.com/office/drawing/2014/main" id="{778F94DE-F7D2-4F34-9F0F-DD00437D5FC5}"/>
                </a:ext>
              </a:extLst>
            </p:cNvPr>
            <p:cNvSpPr/>
            <p:nvPr/>
          </p:nvSpPr>
          <p:spPr bwMode="gray">
            <a:xfrm>
              <a:off x="4413845" y="3355603"/>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Sarah Enfield</a:t>
              </a:r>
            </a:p>
          </p:txBody>
        </p:sp>
        <p:pic>
          <p:nvPicPr>
            <p:cNvPr id="178" name="Graphic 177" descr="User">
              <a:extLst>
                <a:ext uri="{FF2B5EF4-FFF2-40B4-BE49-F238E27FC236}">
                  <a16:creationId xmlns:a16="http://schemas.microsoft.com/office/drawing/2014/main" id="{8AE6E395-4493-492A-A04A-8F6A9AE91B8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21765" y="3427214"/>
              <a:ext cx="274072" cy="274072"/>
            </a:xfrm>
            <a:prstGeom prst="rect">
              <a:avLst/>
            </a:prstGeom>
          </p:spPr>
        </p:pic>
      </p:grpSp>
      <p:grpSp>
        <p:nvGrpSpPr>
          <p:cNvPr id="179" name="Group 178">
            <a:extLst>
              <a:ext uri="{FF2B5EF4-FFF2-40B4-BE49-F238E27FC236}">
                <a16:creationId xmlns:a16="http://schemas.microsoft.com/office/drawing/2014/main" id="{D7B21BD0-29FA-40CD-A2CB-14D3D1592947}"/>
              </a:ext>
            </a:extLst>
          </p:cNvPr>
          <p:cNvGrpSpPr/>
          <p:nvPr/>
        </p:nvGrpSpPr>
        <p:grpSpPr>
          <a:xfrm>
            <a:off x="1969291" y="3287301"/>
            <a:ext cx="1445745" cy="370985"/>
            <a:chOff x="4413845" y="3823321"/>
            <a:chExt cx="1445745" cy="370985"/>
          </a:xfrm>
        </p:grpSpPr>
        <p:sp>
          <p:nvSpPr>
            <p:cNvPr id="180" name="Rectangle 179">
              <a:extLst>
                <a:ext uri="{FF2B5EF4-FFF2-40B4-BE49-F238E27FC236}">
                  <a16:creationId xmlns:a16="http://schemas.microsoft.com/office/drawing/2014/main" id="{AA313E9B-0A92-43A7-A4E1-B65CDCA4BABC}"/>
                </a:ext>
              </a:extLst>
            </p:cNvPr>
            <p:cNvSpPr/>
            <p:nvPr/>
          </p:nvSpPr>
          <p:spPr bwMode="gray">
            <a:xfrm>
              <a:off x="4413845" y="3823321"/>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Michael Scaduto</a:t>
              </a:r>
            </a:p>
          </p:txBody>
        </p:sp>
        <p:pic>
          <p:nvPicPr>
            <p:cNvPr id="181" name="Graphic 180" descr="User">
              <a:extLst>
                <a:ext uri="{FF2B5EF4-FFF2-40B4-BE49-F238E27FC236}">
                  <a16:creationId xmlns:a16="http://schemas.microsoft.com/office/drawing/2014/main" id="{943B1E59-6687-4BA8-BF19-8331A8D7AD8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5518" y="3895137"/>
              <a:ext cx="274072" cy="274072"/>
            </a:xfrm>
            <a:prstGeom prst="rect">
              <a:avLst/>
            </a:prstGeom>
          </p:spPr>
        </p:pic>
      </p:grpSp>
      <p:grpSp>
        <p:nvGrpSpPr>
          <p:cNvPr id="185" name="Group 184">
            <a:extLst>
              <a:ext uri="{FF2B5EF4-FFF2-40B4-BE49-F238E27FC236}">
                <a16:creationId xmlns:a16="http://schemas.microsoft.com/office/drawing/2014/main" id="{13BA51B4-D63D-4553-9558-0DE692600D66}"/>
              </a:ext>
            </a:extLst>
          </p:cNvPr>
          <p:cNvGrpSpPr/>
          <p:nvPr/>
        </p:nvGrpSpPr>
        <p:grpSpPr>
          <a:xfrm>
            <a:off x="1969291" y="3755019"/>
            <a:ext cx="1445745" cy="370985"/>
            <a:chOff x="4413845" y="4291039"/>
            <a:chExt cx="1445745" cy="370985"/>
          </a:xfrm>
        </p:grpSpPr>
        <p:sp>
          <p:nvSpPr>
            <p:cNvPr id="186" name="Rectangle 185">
              <a:extLst>
                <a:ext uri="{FF2B5EF4-FFF2-40B4-BE49-F238E27FC236}">
                  <a16:creationId xmlns:a16="http://schemas.microsoft.com/office/drawing/2014/main" id="{37C04D70-58D0-42C7-9B1E-526966D57234}"/>
                </a:ext>
              </a:extLst>
            </p:cNvPr>
            <p:cNvSpPr/>
            <p:nvPr/>
          </p:nvSpPr>
          <p:spPr bwMode="gray">
            <a:xfrm>
              <a:off x="4413845" y="4291039"/>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Fiona Morris</a:t>
              </a:r>
            </a:p>
          </p:txBody>
        </p:sp>
        <p:pic>
          <p:nvPicPr>
            <p:cNvPr id="187" name="Graphic 186" descr="User">
              <a:extLst>
                <a:ext uri="{FF2B5EF4-FFF2-40B4-BE49-F238E27FC236}">
                  <a16:creationId xmlns:a16="http://schemas.microsoft.com/office/drawing/2014/main" id="{C05B1B95-64FD-47EB-A8F5-1B0A39668EC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5518" y="4362855"/>
              <a:ext cx="274072" cy="274072"/>
            </a:xfrm>
            <a:prstGeom prst="rect">
              <a:avLst/>
            </a:prstGeom>
          </p:spPr>
        </p:pic>
      </p:grpSp>
      <p:sp>
        <p:nvSpPr>
          <p:cNvPr id="188" name="Rectangle 187">
            <a:extLst>
              <a:ext uri="{FF2B5EF4-FFF2-40B4-BE49-F238E27FC236}">
                <a16:creationId xmlns:a16="http://schemas.microsoft.com/office/drawing/2014/main" id="{E2B48CB2-4780-463B-A0CC-B2288815DF3F}"/>
              </a:ext>
            </a:extLst>
          </p:cNvPr>
          <p:cNvSpPr/>
          <p:nvPr/>
        </p:nvSpPr>
        <p:spPr bwMode="gray">
          <a:xfrm>
            <a:off x="126244" y="2661752"/>
            <a:ext cx="4974084" cy="2056755"/>
          </a:xfrm>
          <a:prstGeom prst="rect">
            <a:avLst/>
          </a:prstGeom>
          <a:noFill/>
          <a:ln w="9525" algn="ctr">
            <a:solidFill>
              <a:schemeClr val="tx1"/>
            </a:solid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US" sz="1000" b="0"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89" name="Rectangle 188">
            <a:extLst>
              <a:ext uri="{FF2B5EF4-FFF2-40B4-BE49-F238E27FC236}">
                <a16:creationId xmlns:a16="http://schemas.microsoft.com/office/drawing/2014/main" id="{E8FC4A04-9C21-4DB2-BD58-3D5B5C4D36F3}"/>
              </a:ext>
            </a:extLst>
          </p:cNvPr>
          <p:cNvSpPr/>
          <p:nvPr/>
        </p:nvSpPr>
        <p:spPr bwMode="gray">
          <a:xfrm>
            <a:off x="5170039" y="2463182"/>
            <a:ext cx="4974084" cy="187693"/>
          </a:xfrm>
          <a:prstGeom prst="rect">
            <a:avLst/>
          </a:prstGeom>
          <a:solidFill>
            <a:schemeClr val="tx1"/>
          </a:solidFill>
          <a:ln w="9525" algn="ctr">
            <a:solidFill>
              <a:srgbClr val="003065"/>
            </a:solid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Tx/>
              <a:buNone/>
              <a:tabLst/>
              <a:defRPr/>
            </a:pPr>
            <a:r>
              <a:rPr kumimoji="0" lang="en-US" sz="10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Data &amp; Technology Workstream</a:t>
            </a:r>
          </a:p>
        </p:txBody>
      </p:sp>
      <p:grpSp>
        <p:nvGrpSpPr>
          <p:cNvPr id="190" name="Group 189">
            <a:extLst>
              <a:ext uri="{FF2B5EF4-FFF2-40B4-BE49-F238E27FC236}">
                <a16:creationId xmlns:a16="http://schemas.microsoft.com/office/drawing/2014/main" id="{9B1F128A-166C-4FA6-A854-EA9E24F4A244}"/>
              </a:ext>
            </a:extLst>
          </p:cNvPr>
          <p:cNvGrpSpPr/>
          <p:nvPr/>
        </p:nvGrpSpPr>
        <p:grpSpPr>
          <a:xfrm>
            <a:off x="5241383" y="3291465"/>
            <a:ext cx="1445745" cy="370985"/>
            <a:chOff x="2802857" y="3355603"/>
            <a:chExt cx="1445745" cy="370985"/>
          </a:xfrm>
        </p:grpSpPr>
        <p:sp>
          <p:nvSpPr>
            <p:cNvPr id="191" name="Rectangle 190">
              <a:extLst>
                <a:ext uri="{FF2B5EF4-FFF2-40B4-BE49-F238E27FC236}">
                  <a16:creationId xmlns:a16="http://schemas.microsoft.com/office/drawing/2014/main" id="{E14D708E-B15E-422A-83AF-046C79B83617}"/>
                </a:ext>
              </a:extLst>
            </p:cNvPr>
            <p:cNvSpPr/>
            <p:nvPr/>
          </p:nvSpPr>
          <p:spPr bwMode="gray">
            <a:xfrm>
              <a:off x="2802857" y="3355603"/>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Fiona Morris</a:t>
              </a:r>
            </a:p>
          </p:txBody>
        </p:sp>
        <p:pic>
          <p:nvPicPr>
            <p:cNvPr id="192" name="Graphic 191" descr="User">
              <a:extLst>
                <a:ext uri="{FF2B5EF4-FFF2-40B4-BE49-F238E27FC236}">
                  <a16:creationId xmlns:a16="http://schemas.microsoft.com/office/drawing/2014/main" id="{268103B2-35B4-46FC-A0A0-B492B31FCAA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74530" y="3427419"/>
              <a:ext cx="274072" cy="274072"/>
            </a:xfrm>
            <a:prstGeom prst="rect">
              <a:avLst/>
            </a:prstGeom>
          </p:spPr>
        </p:pic>
      </p:grpSp>
      <p:grpSp>
        <p:nvGrpSpPr>
          <p:cNvPr id="193" name="Group 192">
            <a:extLst>
              <a:ext uri="{FF2B5EF4-FFF2-40B4-BE49-F238E27FC236}">
                <a16:creationId xmlns:a16="http://schemas.microsoft.com/office/drawing/2014/main" id="{32B58C95-C8B4-49A9-95EF-31212195CD38}"/>
              </a:ext>
            </a:extLst>
          </p:cNvPr>
          <p:cNvGrpSpPr/>
          <p:nvPr/>
        </p:nvGrpSpPr>
        <p:grpSpPr>
          <a:xfrm>
            <a:off x="5241383" y="2811867"/>
            <a:ext cx="1445745" cy="370985"/>
            <a:chOff x="2802857" y="3823321"/>
            <a:chExt cx="1445745" cy="370985"/>
          </a:xfrm>
        </p:grpSpPr>
        <p:sp>
          <p:nvSpPr>
            <p:cNvPr id="194" name="Rectangle 193">
              <a:extLst>
                <a:ext uri="{FF2B5EF4-FFF2-40B4-BE49-F238E27FC236}">
                  <a16:creationId xmlns:a16="http://schemas.microsoft.com/office/drawing/2014/main" id="{2F8F5896-5F15-4B1E-9459-E392AD2BDDCC}"/>
                </a:ext>
              </a:extLst>
            </p:cNvPr>
            <p:cNvSpPr/>
            <p:nvPr/>
          </p:nvSpPr>
          <p:spPr bwMode="gray">
            <a:xfrm>
              <a:off x="2802857" y="3823321"/>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Michael Scaduto</a:t>
              </a:r>
            </a:p>
          </p:txBody>
        </p:sp>
        <p:pic>
          <p:nvPicPr>
            <p:cNvPr id="195" name="Graphic 194" descr="User">
              <a:extLst>
                <a:ext uri="{FF2B5EF4-FFF2-40B4-BE49-F238E27FC236}">
                  <a16:creationId xmlns:a16="http://schemas.microsoft.com/office/drawing/2014/main" id="{DA4A585C-5BA9-4932-ABB2-022FFC15B90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74530" y="3895137"/>
              <a:ext cx="274072" cy="274072"/>
            </a:xfrm>
            <a:prstGeom prst="rect">
              <a:avLst/>
            </a:prstGeom>
          </p:spPr>
        </p:pic>
      </p:grpSp>
      <p:grpSp>
        <p:nvGrpSpPr>
          <p:cNvPr id="196" name="Group 195">
            <a:extLst>
              <a:ext uri="{FF2B5EF4-FFF2-40B4-BE49-F238E27FC236}">
                <a16:creationId xmlns:a16="http://schemas.microsoft.com/office/drawing/2014/main" id="{20330FA5-0D92-4C28-989D-C5A2B88939CA}"/>
              </a:ext>
            </a:extLst>
          </p:cNvPr>
          <p:cNvGrpSpPr/>
          <p:nvPr/>
        </p:nvGrpSpPr>
        <p:grpSpPr>
          <a:xfrm>
            <a:off x="5373565" y="1939022"/>
            <a:ext cx="1444869" cy="370985"/>
            <a:chOff x="4385658" y="3313013"/>
            <a:chExt cx="1444869" cy="370985"/>
          </a:xfrm>
        </p:grpSpPr>
        <p:sp>
          <p:nvSpPr>
            <p:cNvPr id="197" name="Rectangle 196">
              <a:extLst>
                <a:ext uri="{FF2B5EF4-FFF2-40B4-BE49-F238E27FC236}">
                  <a16:creationId xmlns:a16="http://schemas.microsoft.com/office/drawing/2014/main" id="{839E01DB-5C85-4558-9504-181C8D00F6CD}"/>
                </a:ext>
              </a:extLst>
            </p:cNvPr>
            <p:cNvSpPr/>
            <p:nvPr/>
          </p:nvSpPr>
          <p:spPr bwMode="gray">
            <a:xfrm>
              <a:off x="4385658" y="3313013"/>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Rajesh Paul</a:t>
              </a:r>
            </a:p>
          </p:txBody>
        </p:sp>
        <p:pic>
          <p:nvPicPr>
            <p:cNvPr id="198" name="Graphic 197" descr="User">
              <a:extLst>
                <a:ext uri="{FF2B5EF4-FFF2-40B4-BE49-F238E27FC236}">
                  <a16:creationId xmlns:a16="http://schemas.microsoft.com/office/drawing/2014/main" id="{20A3DFAA-549B-496D-A189-651346EEC89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541625" y="3374969"/>
              <a:ext cx="274072" cy="274072"/>
            </a:xfrm>
            <a:prstGeom prst="rect">
              <a:avLst/>
            </a:prstGeom>
          </p:spPr>
        </p:pic>
      </p:grpSp>
      <p:grpSp>
        <p:nvGrpSpPr>
          <p:cNvPr id="199" name="Group 198">
            <a:extLst>
              <a:ext uri="{FF2B5EF4-FFF2-40B4-BE49-F238E27FC236}">
                <a16:creationId xmlns:a16="http://schemas.microsoft.com/office/drawing/2014/main" id="{32708752-4965-4F56-A0EC-5D9DFF157E29}"/>
              </a:ext>
            </a:extLst>
          </p:cNvPr>
          <p:cNvGrpSpPr/>
          <p:nvPr/>
        </p:nvGrpSpPr>
        <p:grpSpPr>
          <a:xfrm>
            <a:off x="6747403" y="4236375"/>
            <a:ext cx="1493451" cy="370985"/>
            <a:chOff x="4366139" y="3823321"/>
            <a:chExt cx="1493451" cy="370985"/>
          </a:xfrm>
        </p:grpSpPr>
        <p:sp>
          <p:nvSpPr>
            <p:cNvPr id="200" name="Rectangle 199">
              <a:extLst>
                <a:ext uri="{FF2B5EF4-FFF2-40B4-BE49-F238E27FC236}">
                  <a16:creationId xmlns:a16="http://schemas.microsoft.com/office/drawing/2014/main" id="{5C4A91F5-BB05-4C18-89EB-A377D3AC1EFE}"/>
                </a:ext>
              </a:extLst>
            </p:cNvPr>
            <p:cNvSpPr/>
            <p:nvPr/>
          </p:nvSpPr>
          <p:spPr bwMode="gray">
            <a:xfrm>
              <a:off x="4366139" y="3823321"/>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Business Architecture</a:t>
              </a:r>
            </a:p>
          </p:txBody>
        </p:sp>
        <p:pic>
          <p:nvPicPr>
            <p:cNvPr id="201" name="Graphic 200" descr="User">
              <a:extLst>
                <a:ext uri="{FF2B5EF4-FFF2-40B4-BE49-F238E27FC236}">
                  <a16:creationId xmlns:a16="http://schemas.microsoft.com/office/drawing/2014/main" id="{D48B1F1E-0B69-4EB5-B6DD-53A17E9D910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85518" y="3895137"/>
              <a:ext cx="274072" cy="274072"/>
            </a:xfrm>
            <a:prstGeom prst="rect">
              <a:avLst/>
            </a:prstGeom>
          </p:spPr>
        </p:pic>
      </p:grpSp>
      <p:grpSp>
        <p:nvGrpSpPr>
          <p:cNvPr id="202" name="Group 201">
            <a:extLst>
              <a:ext uri="{FF2B5EF4-FFF2-40B4-BE49-F238E27FC236}">
                <a16:creationId xmlns:a16="http://schemas.microsoft.com/office/drawing/2014/main" id="{541CDEAE-BCE2-4C82-B8CD-4887DC6EE7F8}"/>
              </a:ext>
            </a:extLst>
          </p:cNvPr>
          <p:cNvGrpSpPr/>
          <p:nvPr/>
        </p:nvGrpSpPr>
        <p:grpSpPr>
          <a:xfrm>
            <a:off x="5235932" y="3752451"/>
            <a:ext cx="1445745" cy="370985"/>
            <a:chOff x="2802857" y="4291039"/>
            <a:chExt cx="1445745" cy="370985"/>
          </a:xfrm>
        </p:grpSpPr>
        <p:sp>
          <p:nvSpPr>
            <p:cNvPr id="203" name="Rectangle 202">
              <a:extLst>
                <a:ext uri="{FF2B5EF4-FFF2-40B4-BE49-F238E27FC236}">
                  <a16:creationId xmlns:a16="http://schemas.microsoft.com/office/drawing/2014/main" id="{22707F27-8318-4CAE-AA1E-99FB8945D592}"/>
                </a:ext>
              </a:extLst>
            </p:cNvPr>
            <p:cNvSpPr/>
            <p:nvPr/>
          </p:nvSpPr>
          <p:spPr bwMode="gray">
            <a:xfrm>
              <a:off x="2802857" y="4291039"/>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Erik Vizcaino</a:t>
              </a:r>
            </a:p>
          </p:txBody>
        </p:sp>
        <p:pic>
          <p:nvPicPr>
            <p:cNvPr id="204" name="Graphic 203" descr="User">
              <a:extLst>
                <a:ext uri="{FF2B5EF4-FFF2-40B4-BE49-F238E27FC236}">
                  <a16:creationId xmlns:a16="http://schemas.microsoft.com/office/drawing/2014/main" id="{EBAEE2E3-69A4-47F8-815D-14249573FCE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74530" y="4362855"/>
              <a:ext cx="274072" cy="274072"/>
            </a:xfrm>
            <a:prstGeom prst="rect">
              <a:avLst/>
            </a:prstGeom>
          </p:spPr>
        </p:pic>
      </p:grpSp>
      <p:grpSp>
        <p:nvGrpSpPr>
          <p:cNvPr id="205" name="Group 204">
            <a:extLst>
              <a:ext uri="{FF2B5EF4-FFF2-40B4-BE49-F238E27FC236}">
                <a16:creationId xmlns:a16="http://schemas.microsoft.com/office/drawing/2014/main" id="{CE39A81B-B012-4DFA-AFB7-3CC9F80A8BE7}"/>
              </a:ext>
            </a:extLst>
          </p:cNvPr>
          <p:cNvGrpSpPr/>
          <p:nvPr/>
        </p:nvGrpSpPr>
        <p:grpSpPr>
          <a:xfrm>
            <a:off x="6795109" y="3309275"/>
            <a:ext cx="1445745" cy="370985"/>
            <a:chOff x="4413845" y="4291039"/>
            <a:chExt cx="1445745" cy="370985"/>
          </a:xfrm>
        </p:grpSpPr>
        <p:sp>
          <p:nvSpPr>
            <p:cNvPr id="206" name="Rectangle 205">
              <a:extLst>
                <a:ext uri="{FF2B5EF4-FFF2-40B4-BE49-F238E27FC236}">
                  <a16:creationId xmlns:a16="http://schemas.microsoft.com/office/drawing/2014/main" id="{3FE26253-94AD-4600-B506-EF377C44FF3A}"/>
                </a:ext>
              </a:extLst>
            </p:cNvPr>
            <p:cNvSpPr/>
            <p:nvPr/>
          </p:nvSpPr>
          <p:spPr bwMode="gray">
            <a:xfrm>
              <a:off x="4413845" y="4291039"/>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Shane Strong</a:t>
              </a:r>
              <a:endParaRPr lang="en-US" sz="1000" kern="0">
                <a:solidFill>
                  <a:srgbClr val="FF0000"/>
                </a:solidFill>
                <a:latin typeface="Segoe UI" panose="020B0502040204020203" pitchFamily="34" charset="0"/>
                <a:cs typeface="Segoe UI" panose="020B0502040204020203" pitchFamily="34" charset="0"/>
              </a:endParaRPr>
            </a:p>
          </p:txBody>
        </p:sp>
        <p:pic>
          <p:nvPicPr>
            <p:cNvPr id="207" name="Graphic 206" descr="User">
              <a:extLst>
                <a:ext uri="{FF2B5EF4-FFF2-40B4-BE49-F238E27FC236}">
                  <a16:creationId xmlns:a16="http://schemas.microsoft.com/office/drawing/2014/main" id="{2B5A2EB0-4B75-49B3-936D-84A8EB114C3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585518" y="4362855"/>
              <a:ext cx="274072" cy="274072"/>
            </a:xfrm>
            <a:prstGeom prst="rect">
              <a:avLst/>
            </a:prstGeom>
          </p:spPr>
        </p:pic>
      </p:grpSp>
      <p:grpSp>
        <p:nvGrpSpPr>
          <p:cNvPr id="208" name="Group 207">
            <a:extLst>
              <a:ext uri="{FF2B5EF4-FFF2-40B4-BE49-F238E27FC236}">
                <a16:creationId xmlns:a16="http://schemas.microsoft.com/office/drawing/2014/main" id="{C2DB2B21-64D6-45BC-A935-8382881ADA08}"/>
              </a:ext>
            </a:extLst>
          </p:cNvPr>
          <p:cNvGrpSpPr/>
          <p:nvPr/>
        </p:nvGrpSpPr>
        <p:grpSpPr>
          <a:xfrm>
            <a:off x="5235932" y="4220169"/>
            <a:ext cx="1445745" cy="370985"/>
            <a:chOff x="2802857" y="4758757"/>
            <a:chExt cx="1445745" cy="370985"/>
          </a:xfrm>
        </p:grpSpPr>
        <p:sp>
          <p:nvSpPr>
            <p:cNvPr id="209" name="Rectangle 208">
              <a:extLst>
                <a:ext uri="{FF2B5EF4-FFF2-40B4-BE49-F238E27FC236}">
                  <a16:creationId xmlns:a16="http://schemas.microsoft.com/office/drawing/2014/main" id="{DB6CA3BA-515D-40ED-A249-3354A0685D18}"/>
                </a:ext>
              </a:extLst>
            </p:cNvPr>
            <p:cNvSpPr/>
            <p:nvPr/>
          </p:nvSpPr>
          <p:spPr bwMode="gray">
            <a:xfrm>
              <a:off x="2802857" y="4758757"/>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Vicky McKendrik</a:t>
              </a:r>
            </a:p>
          </p:txBody>
        </p:sp>
        <p:pic>
          <p:nvPicPr>
            <p:cNvPr id="234" name="Graphic 233" descr="User">
              <a:extLst>
                <a:ext uri="{FF2B5EF4-FFF2-40B4-BE49-F238E27FC236}">
                  <a16:creationId xmlns:a16="http://schemas.microsoft.com/office/drawing/2014/main" id="{23750376-5A47-4A7D-9B50-8008B31BC69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74530" y="4830573"/>
              <a:ext cx="274072" cy="274072"/>
            </a:xfrm>
            <a:prstGeom prst="rect">
              <a:avLst/>
            </a:prstGeom>
          </p:spPr>
        </p:pic>
      </p:grpSp>
      <p:grpSp>
        <p:nvGrpSpPr>
          <p:cNvPr id="235" name="Group 234">
            <a:extLst>
              <a:ext uri="{FF2B5EF4-FFF2-40B4-BE49-F238E27FC236}">
                <a16:creationId xmlns:a16="http://schemas.microsoft.com/office/drawing/2014/main" id="{F121BC46-8215-4683-8F7D-2280CA045A45}"/>
              </a:ext>
            </a:extLst>
          </p:cNvPr>
          <p:cNvGrpSpPr/>
          <p:nvPr/>
        </p:nvGrpSpPr>
        <p:grpSpPr>
          <a:xfrm>
            <a:off x="6795109" y="3766475"/>
            <a:ext cx="1445745" cy="370985"/>
            <a:chOff x="4413845" y="4758757"/>
            <a:chExt cx="1445745" cy="370985"/>
          </a:xfrm>
        </p:grpSpPr>
        <p:sp>
          <p:nvSpPr>
            <p:cNvPr id="236" name="Rectangle 235">
              <a:extLst>
                <a:ext uri="{FF2B5EF4-FFF2-40B4-BE49-F238E27FC236}">
                  <a16:creationId xmlns:a16="http://schemas.microsoft.com/office/drawing/2014/main" id="{E30D4F0F-941D-4F1A-91AD-B1AB57CDACCD}"/>
                </a:ext>
              </a:extLst>
            </p:cNvPr>
            <p:cNvSpPr/>
            <p:nvPr/>
          </p:nvSpPr>
          <p:spPr bwMode="gray">
            <a:xfrm>
              <a:off x="4413845" y="4758757"/>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Megan Matile</a:t>
              </a:r>
              <a:endParaRPr lang="en-US" sz="1000" kern="0">
                <a:solidFill>
                  <a:srgbClr val="FF0000"/>
                </a:solidFill>
                <a:latin typeface="Segoe UI" panose="020B0502040204020203" pitchFamily="34" charset="0"/>
                <a:cs typeface="Segoe UI" panose="020B0502040204020203" pitchFamily="34" charset="0"/>
              </a:endParaRPr>
            </a:p>
          </p:txBody>
        </p:sp>
        <p:pic>
          <p:nvPicPr>
            <p:cNvPr id="237" name="Graphic 236" descr="User">
              <a:extLst>
                <a:ext uri="{FF2B5EF4-FFF2-40B4-BE49-F238E27FC236}">
                  <a16:creationId xmlns:a16="http://schemas.microsoft.com/office/drawing/2014/main" id="{4CB86353-D2E0-4467-A00D-42FF6FD899A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585518" y="4830573"/>
              <a:ext cx="274072" cy="274072"/>
            </a:xfrm>
            <a:prstGeom prst="rect">
              <a:avLst/>
            </a:prstGeom>
          </p:spPr>
        </p:pic>
      </p:grpSp>
      <p:sp>
        <p:nvSpPr>
          <p:cNvPr id="238" name="Rectangle 237">
            <a:extLst>
              <a:ext uri="{FF2B5EF4-FFF2-40B4-BE49-F238E27FC236}">
                <a16:creationId xmlns:a16="http://schemas.microsoft.com/office/drawing/2014/main" id="{4BD56632-40AD-46C6-AB46-287D4A50A408}"/>
              </a:ext>
            </a:extLst>
          </p:cNvPr>
          <p:cNvSpPr/>
          <p:nvPr/>
        </p:nvSpPr>
        <p:spPr bwMode="gray">
          <a:xfrm>
            <a:off x="5175995" y="2665913"/>
            <a:ext cx="4974084" cy="2056755"/>
          </a:xfrm>
          <a:prstGeom prst="rect">
            <a:avLst/>
          </a:prstGeom>
          <a:noFill/>
          <a:ln w="9525" algn="ctr">
            <a:solidFill>
              <a:schemeClr val="tx1"/>
            </a:solid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US" sz="1000" b="0"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39" name="Rectangle 238">
            <a:extLst>
              <a:ext uri="{FF2B5EF4-FFF2-40B4-BE49-F238E27FC236}">
                <a16:creationId xmlns:a16="http://schemas.microsoft.com/office/drawing/2014/main" id="{6AC2DC11-1F4F-4BBC-82DD-9F804B4720E6}"/>
              </a:ext>
            </a:extLst>
          </p:cNvPr>
          <p:cNvSpPr/>
          <p:nvPr/>
        </p:nvSpPr>
        <p:spPr bwMode="gray">
          <a:xfrm>
            <a:off x="104437" y="5910824"/>
            <a:ext cx="10006985" cy="506322"/>
          </a:xfrm>
          <a:prstGeom prst="rect">
            <a:avLst/>
          </a:prstGeom>
          <a:noFill/>
          <a:ln w="9525" algn="ctr">
            <a:solidFill>
              <a:schemeClr val="tx1"/>
            </a:solid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US" sz="1000" b="0"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40" name="Rectangle 239">
            <a:extLst>
              <a:ext uri="{FF2B5EF4-FFF2-40B4-BE49-F238E27FC236}">
                <a16:creationId xmlns:a16="http://schemas.microsoft.com/office/drawing/2014/main" id="{73AA853B-360D-4D2D-A764-3CC943C746FA}"/>
              </a:ext>
            </a:extLst>
          </p:cNvPr>
          <p:cNvSpPr/>
          <p:nvPr/>
        </p:nvSpPr>
        <p:spPr bwMode="gray">
          <a:xfrm>
            <a:off x="104435" y="5717145"/>
            <a:ext cx="10006985" cy="193680"/>
          </a:xfrm>
          <a:prstGeom prst="rect">
            <a:avLst/>
          </a:prstGeom>
          <a:solidFill>
            <a:schemeClr val="tx1"/>
          </a:solidFill>
          <a:ln w="9525" algn="ctr">
            <a:solidFill>
              <a:srgbClr val="003065"/>
            </a:solid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PACE Transformation Leadership</a:t>
            </a:r>
          </a:p>
        </p:txBody>
      </p:sp>
      <p:grpSp>
        <p:nvGrpSpPr>
          <p:cNvPr id="241" name="Group 240">
            <a:extLst>
              <a:ext uri="{FF2B5EF4-FFF2-40B4-BE49-F238E27FC236}">
                <a16:creationId xmlns:a16="http://schemas.microsoft.com/office/drawing/2014/main" id="{46371E36-3B7E-48FA-85BA-5F6EFD0101E7}"/>
              </a:ext>
            </a:extLst>
          </p:cNvPr>
          <p:cNvGrpSpPr/>
          <p:nvPr/>
        </p:nvGrpSpPr>
        <p:grpSpPr>
          <a:xfrm>
            <a:off x="2392639" y="5971749"/>
            <a:ext cx="1445745" cy="370985"/>
            <a:chOff x="2885298" y="2222399"/>
            <a:chExt cx="1445745" cy="370985"/>
          </a:xfrm>
        </p:grpSpPr>
        <p:sp>
          <p:nvSpPr>
            <p:cNvPr id="242" name="Rectangle 241">
              <a:extLst>
                <a:ext uri="{FF2B5EF4-FFF2-40B4-BE49-F238E27FC236}">
                  <a16:creationId xmlns:a16="http://schemas.microsoft.com/office/drawing/2014/main" id="{2164EB97-C80E-43F2-AFD0-27CC7DE4CC11}"/>
                </a:ext>
              </a:extLst>
            </p:cNvPr>
            <p:cNvSpPr/>
            <p:nvPr/>
          </p:nvSpPr>
          <p:spPr bwMode="gray">
            <a:xfrm>
              <a:off x="2885298" y="2222399"/>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rPr>
                <a:t>Darren Issacs</a:t>
              </a:r>
            </a:p>
          </p:txBody>
        </p:sp>
        <p:pic>
          <p:nvPicPr>
            <p:cNvPr id="243" name="Graphic 242" descr="User">
              <a:extLst>
                <a:ext uri="{FF2B5EF4-FFF2-40B4-BE49-F238E27FC236}">
                  <a16:creationId xmlns:a16="http://schemas.microsoft.com/office/drawing/2014/main" id="{F2321C10-0266-434F-B52D-449DD2723CE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056971" y="2294215"/>
              <a:ext cx="274072" cy="274072"/>
            </a:xfrm>
            <a:prstGeom prst="rect">
              <a:avLst/>
            </a:prstGeom>
          </p:spPr>
        </p:pic>
      </p:grpSp>
      <p:sp>
        <p:nvSpPr>
          <p:cNvPr id="244" name="Rectangle 243">
            <a:extLst>
              <a:ext uri="{FF2B5EF4-FFF2-40B4-BE49-F238E27FC236}">
                <a16:creationId xmlns:a16="http://schemas.microsoft.com/office/drawing/2014/main" id="{6C41DDF6-18FB-49CA-9896-7A1C0B5351B2}"/>
              </a:ext>
            </a:extLst>
          </p:cNvPr>
          <p:cNvSpPr/>
          <p:nvPr/>
        </p:nvSpPr>
        <p:spPr bwMode="gray">
          <a:xfrm>
            <a:off x="7253536" y="5978493"/>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rPr>
              <a:t>Shanna Sommers</a:t>
            </a:r>
          </a:p>
        </p:txBody>
      </p:sp>
      <p:pic>
        <p:nvPicPr>
          <p:cNvPr id="245" name="Graphic 244" descr="User">
            <a:extLst>
              <a:ext uri="{FF2B5EF4-FFF2-40B4-BE49-F238E27FC236}">
                <a16:creationId xmlns:a16="http://schemas.microsoft.com/office/drawing/2014/main" id="{B1352C87-C540-48BE-8CB1-4E3DFC1D56C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08512" y="6029730"/>
            <a:ext cx="274072" cy="274072"/>
          </a:xfrm>
          <a:prstGeom prst="rect">
            <a:avLst/>
          </a:prstGeom>
        </p:spPr>
      </p:pic>
      <p:sp>
        <p:nvSpPr>
          <p:cNvPr id="246" name="Rectangle 245">
            <a:extLst>
              <a:ext uri="{FF2B5EF4-FFF2-40B4-BE49-F238E27FC236}">
                <a16:creationId xmlns:a16="http://schemas.microsoft.com/office/drawing/2014/main" id="{E96DC83B-D523-452C-95B5-B3A74FCA4D58}"/>
              </a:ext>
            </a:extLst>
          </p:cNvPr>
          <p:cNvSpPr/>
          <p:nvPr/>
        </p:nvSpPr>
        <p:spPr bwMode="gray">
          <a:xfrm>
            <a:off x="10219410" y="2458852"/>
            <a:ext cx="1690963" cy="187693"/>
          </a:xfrm>
          <a:prstGeom prst="rect">
            <a:avLst/>
          </a:prstGeom>
          <a:solidFill>
            <a:schemeClr val="tx1"/>
          </a:solidFill>
          <a:ln w="9525" algn="ctr">
            <a:solidFill>
              <a:srgbClr val="003065"/>
            </a:solidFill>
            <a:miter lim="800000"/>
            <a:headEnd/>
            <a:tailEnd/>
          </a:ln>
        </p:spPr>
        <p:txBody>
          <a:bodyPr wrap="square" lIns="88900" tIns="88900" rIns="88900" bIns="88900" rtlCol="0" anchor="ctr"/>
          <a:lstStyle/>
          <a:p>
            <a:pPr algn="ctr" defTabSz="1219170">
              <a:lnSpc>
                <a:spcPct val="106000"/>
              </a:lnSpc>
            </a:pPr>
            <a:r>
              <a:rPr lang="en-US" sz="1000" b="1" kern="0">
                <a:solidFill>
                  <a:prstClr val="white"/>
                </a:solidFill>
                <a:latin typeface="Segoe UI" panose="020B0502040204020203" pitchFamily="34" charset="0"/>
                <a:cs typeface="Segoe UI" panose="020B0502040204020203" pitchFamily="34" charset="0"/>
              </a:rPr>
              <a:t>Nuvento</a:t>
            </a:r>
          </a:p>
        </p:txBody>
      </p:sp>
      <p:sp>
        <p:nvSpPr>
          <p:cNvPr id="247" name="Rectangle 246">
            <a:extLst>
              <a:ext uri="{FF2B5EF4-FFF2-40B4-BE49-F238E27FC236}">
                <a16:creationId xmlns:a16="http://schemas.microsoft.com/office/drawing/2014/main" id="{47E19301-F1B5-4035-82F4-D33F2EE74721}"/>
              </a:ext>
            </a:extLst>
          </p:cNvPr>
          <p:cNvSpPr/>
          <p:nvPr/>
        </p:nvSpPr>
        <p:spPr bwMode="gray">
          <a:xfrm>
            <a:off x="10219293" y="2661752"/>
            <a:ext cx="1691080" cy="3755394"/>
          </a:xfrm>
          <a:prstGeom prst="rect">
            <a:avLst/>
          </a:prstGeom>
          <a:noFill/>
          <a:ln w="9525" algn="ctr">
            <a:solidFill>
              <a:srgbClr val="53565A"/>
            </a:solidFill>
            <a:miter lim="800000"/>
            <a:headEnd/>
            <a:tailEnd/>
          </a:ln>
        </p:spPr>
        <p:txBody>
          <a:bodyPr wrap="square" lIns="88900" tIns="88900" rIns="88900" bIns="88900" rtlCol="0" anchor="ctr"/>
          <a:lstStyle/>
          <a:p>
            <a:pPr defTabSz="1219170">
              <a:lnSpc>
                <a:spcPct val="106000"/>
              </a:lnSpc>
            </a:pPr>
            <a:endParaRPr lang="en-US" sz="1000" kern="0">
              <a:solidFill>
                <a:prstClr val="black"/>
              </a:solidFill>
              <a:latin typeface="Segoe UI" panose="020B0502040204020203" pitchFamily="34" charset="0"/>
              <a:cs typeface="Segoe UI" panose="020B0502040204020203" pitchFamily="34" charset="0"/>
            </a:endParaRPr>
          </a:p>
        </p:txBody>
      </p:sp>
      <p:grpSp>
        <p:nvGrpSpPr>
          <p:cNvPr id="248" name="Group 247">
            <a:extLst>
              <a:ext uri="{FF2B5EF4-FFF2-40B4-BE49-F238E27FC236}">
                <a16:creationId xmlns:a16="http://schemas.microsoft.com/office/drawing/2014/main" id="{3468E58B-547E-4022-A2B7-8438C20D00E3}"/>
              </a:ext>
            </a:extLst>
          </p:cNvPr>
          <p:cNvGrpSpPr/>
          <p:nvPr/>
        </p:nvGrpSpPr>
        <p:grpSpPr>
          <a:xfrm>
            <a:off x="10310683" y="2752923"/>
            <a:ext cx="1504275" cy="370985"/>
            <a:chOff x="6976258" y="3969293"/>
            <a:chExt cx="1504275" cy="370985"/>
          </a:xfrm>
        </p:grpSpPr>
        <p:sp>
          <p:nvSpPr>
            <p:cNvPr id="249" name="Rectangle 248">
              <a:extLst>
                <a:ext uri="{FF2B5EF4-FFF2-40B4-BE49-F238E27FC236}">
                  <a16:creationId xmlns:a16="http://schemas.microsoft.com/office/drawing/2014/main" id="{317A76A9-361D-4BF1-98B6-DBE0A2620567}"/>
                </a:ext>
              </a:extLst>
            </p:cNvPr>
            <p:cNvSpPr/>
            <p:nvPr/>
          </p:nvSpPr>
          <p:spPr bwMode="gray">
            <a:xfrm>
              <a:off x="6976258" y="3969293"/>
              <a:ext cx="1484060"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rPr>
                <a:t>Engagement Director</a:t>
              </a:r>
              <a:endParaRPr lang="en-US" sz="1000" kern="0">
                <a:solidFill>
                  <a:prstClr val="black"/>
                </a:solidFill>
                <a:latin typeface="Segoe UI" panose="020B0502040204020203" pitchFamily="34" charset="0"/>
                <a:cs typeface="Segoe UI" panose="020B0502040204020203" pitchFamily="34" charset="0"/>
              </a:endParaRPr>
            </a:p>
          </p:txBody>
        </p:sp>
        <p:pic>
          <p:nvPicPr>
            <p:cNvPr id="251" name="Graphic 250" descr="User">
              <a:extLst>
                <a:ext uri="{FF2B5EF4-FFF2-40B4-BE49-F238E27FC236}">
                  <a16:creationId xmlns:a16="http://schemas.microsoft.com/office/drawing/2014/main" id="{78A45C2A-A339-48E5-9A21-4994E61A578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206461" y="4029952"/>
              <a:ext cx="274072" cy="274072"/>
            </a:xfrm>
            <a:prstGeom prst="rect">
              <a:avLst/>
            </a:prstGeom>
          </p:spPr>
        </p:pic>
      </p:grpSp>
      <p:sp>
        <p:nvSpPr>
          <p:cNvPr id="259" name="Rectangle 258">
            <a:extLst>
              <a:ext uri="{FF2B5EF4-FFF2-40B4-BE49-F238E27FC236}">
                <a16:creationId xmlns:a16="http://schemas.microsoft.com/office/drawing/2014/main" id="{9F26DBC5-12B4-4FCA-98F1-3966181ACD52}"/>
              </a:ext>
            </a:extLst>
          </p:cNvPr>
          <p:cNvSpPr/>
          <p:nvPr/>
        </p:nvSpPr>
        <p:spPr bwMode="gray">
          <a:xfrm>
            <a:off x="104437" y="5084536"/>
            <a:ext cx="10006985" cy="506322"/>
          </a:xfrm>
          <a:prstGeom prst="rect">
            <a:avLst/>
          </a:prstGeom>
          <a:noFill/>
          <a:ln w="9525" algn="ctr">
            <a:solidFill>
              <a:schemeClr val="tx1"/>
            </a:solid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US" sz="1000" b="0"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60" name="Rectangle 259">
            <a:extLst>
              <a:ext uri="{FF2B5EF4-FFF2-40B4-BE49-F238E27FC236}">
                <a16:creationId xmlns:a16="http://schemas.microsoft.com/office/drawing/2014/main" id="{BDB8119E-30F6-47BD-B7D4-C7246971E1B1}"/>
              </a:ext>
            </a:extLst>
          </p:cNvPr>
          <p:cNvSpPr/>
          <p:nvPr/>
        </p:nvSpPr>
        <p:spPr bwMode="gray">
          <a:xfrm>
            <a:off x="104435" y="4890857"/>
            <a:ext cx="10006985" cy="193680"/>
          </a:xfrm>
          <a:prstGeom prst="rect">
            <a:avLst/>
          </a:prstGeom>
          <a:solidFill>
            <a:schemeClr val="tx1"/>
          </a:solidFill>
          <a:ln w="9525" algn="ctr">
            <a:solidFill>
              <a:srgbClr val="003065"/>
            </a:solid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Ongoing Governance</a:t>
            </a:r>
          </a:p>
        </p:txBody>
      </p:sp>
      <p:grpSp>
        <p:nvGrpSpPr>
          <p:cNvPr id="261" name="Group 260">
            <a:extLst>
              <a:ext uri="{FF2B5EF4-FFF2-40B4-BE49-F238E27FC236}">
                <a16:creationId xmlns:a16="http://schemas.microsoft.com/office/drawing/2014/main" id="{71DEBB87-3544-4275-BEB6-0CAED2E3637D}"/>
              </a:ext>
            </a:extLst>
          </p:cNvPr>
          <p:cNvGrpSpPr/>
          <p:nvPr/>
        </p:nvGrpSpPr>
        <p:grpSpPr>
          <a:xfrm>
            <a:off x="176785" y="5177329"/>
            <a:ext cx="1444869" cy="370985"/>
            <a:chOff x="3942728" y="5742039"/>
            <a:chExt cx="1444869" cy="370985"/>
          </a:xfrm>
        </p:grpSpPr>
        <p:sp>
          <p:nvSpPr>
            <p:cNvPr id="262" name="Rectangle 261">
              <a:extLst>
                <a:ext uri="{FF2B5EF4-FFF2-40B4-BE49-F238E27FC236}">
                  <a16:creationId xmlns:a16="http://schemas.microsoft.com/office/drawing/2014/main" id="{5BB2F1E1-6302-4BC1-91E7-E63918EAF478}"/>
                </a:ext>
              </a:extLst>
            </p:cNvPr>
            <p:cNvSpPr/>
            <p:nvPr/>
          </p:nvSpPr>
          <p:spPr bwMode="gray">
            <a:xfrm>
              <a:off x="3942728" y="5742039"/>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Global InfoSec</a:t>
              </a:r>
            </a:p>
          </p:txBody>
        </p:sp>
        <p:pic>
          <p:nvPicPr>
            <p:cNvPr id="263" name="Graphic 262" descr="User">
              <a:extLst>
                <a:ext uri="{FF2B5EF4-FFF2-40B4-BE49-F238E27FC236}">
                  <a16:creationId xmlns:a16="http://schemas.microsoft.com/office/drawing/2014/main" id="{408E507F-52FA-4493-BB6C-1F3892332C4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49631" y="5806315"/>
              <a:ext cx="274072" cy="274072"/>
            </a:xfrm>
            <a:prstGeom prst="rect">
              <a:avLst/>
            </a:prstGeom>
          </p:spPr>
        </p:pic>
      </p:grpSp>
      <p:sp>
        <p:nvSpPr>
          <p:cNvPr id="265" name="Rectangle 264">
            <a:extLst>
              <a:ext uri="{FF2B5EF4-FFF2-40B4-BE49-F238E27FC236}">
                <a16:creationId xmlns:a16="http://schemas.microsoft.com/office/drawing/2014/main" id="{D401B862-3CED-4F28-845B-3F06B986CF4F}"/>
              </a:ext>
            </a:extLst>
          </p:cNvPr>
          <p:cNvSpPr/>
          <p:nvPr/>
        </p:nvSpPr>
        <p:spPr bwMode="gray">
          <a:xfrm>
            <a:off x="3628078" y="5187482"/>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rPr>
              <a:t>UK Data Privacy</a:t>
            </a:r>
            <a:endParaRPr lang="en-US" sz="1000" kern="0">
              <a:solidFill>
                <a:prstClr val="black"/>
              </a:solidFill>
              <a:latin typeface="Segoe UI" panose="020B0502040204020203" pitchFamily="34" charset="0"/>
              <a:cs typeface="Segoe UI" panose="020B0502040204020203" pitchFamily="34" charset="0"/>
            </a:endParaRPr>
          </a:p>
        </p:txBody>
      </p:sp>
      <p:grpSp>
        <p:nvGrpSpPr>
          <p:cNvPr id="268" name="Group 267">
            <a:extLst>
              <a:ext uri="{FF2B5EF4-FFF2-40B4-BE49-F238E27FC236}">
                <a16:creationId xmlns:a16="http://schemas.microsoft.com/office/drawing/2014/main" id="{A446C14E-0DA0-444C-9CD4-B8A0CCE0464C}"/>
              </a:ext>
            </a:extLst>
          </p:cNvPr>
          <p:cNvGrpSpPr/>
          <p:nvPr/>
        </p:nvGrpSpPr>
        <p:grpSpPr>
          <a:xfrm>
            <a:off x="5237464" y="5187482"/>
            <a:ext cx="1444869" cy="370985"/>
            <a:chOff x="5624535" y="5727346"/>
            <a:chExt cx="1444869" cy="370985"/>
          </a:xfrm>
        </p:grpSpPr>
        <p:sp>
          <p:nvSpPr>
            <p:cNvPr id="269" name="Rectangle 268">
              <a:extLst>
                <a:ext uri="{FF2B5EF4-FFF2-40B4-BE49-F238E27FC236}">
                  <a16:creationId xmlns:a16="http://schemas.microsoft.com/office/drawing/2014/main" id="{D0F6FFB2-B807-4676-8EC1-F7FBDCA7729F}"/>
                </a:ext>
              </a:extLst>
            </p:cNvPr>
            <p:cNvSpPr/>
            <p:nvPr/>
          </p:nvSpPr>
          <p:spPr bwMode="gray">
            <a:xfrm>
              <a:off x="5624535" y="5727346"/>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Enterprise Architecture</a:t>
              </a:r>
              <a:endParaRPr kumimoji="0" lang="en-US" sz="10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endParaRPr>
            </a:p>
          </p:txBody>
        </p:sp>
        <p:pic>
          <p:nvPicPr>
            <p:cNvPr id="270" name="Graphic 269" descr="User">
              <a:extLst>
                <a:ext uri="{FF2B5EF4-FFF2-40B4-BE49-F238E27FC236}">
                  <a16:creationId xmlns:a16="http://schemas.microsoft.com/office/drawing/2014/main" id="{D62BDC43-D167-4D86-B8C9-6BAC1922A2E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791318" y="5779602"/>
              <a:ext cx="274072" cy="274072"/>
            </a:xfrm>
            <a:prstGeom prst="rect">
              <a:avLst/>
            </a:prstGeom>
          </p:spPr>
        </p:pic>
      </p:grpSp>
      <p:grpSp>
        <p:nvGrpSpPr>
          <p:cNvPr id="271" name="Group 270">
            <a:extLst>
              <a:ext uri="{FF2B5EF4-FFF2-40B4-BE49-F238E27FC236}">
                <a16:creationId xmlns:a16="http://schemas.microsoft.com/office/drawing/2014/main" id="{7F30D875-F8F5-4876-AFFA-2C37B87B5088}"/>
              </a:ext>
            </a:extLst>
          </p:cNvPr>
          <p:cNvGrpSpPr/>
          <p:nvPr/>
        </p:nvGrpSpPr>
        <p:grpSpPr>
          <a:xfrm>
            <a:off x="6779174" y="5187813"/>
            <a:ext cx="1444869" cy="370985"/>
            <a:chOff x="5624535" y="5727346"/>
            <a:chExt cx="1444869" cy="370985"/>
          </a:xfrm>
        </p:grpSpPr>
        <p:sp>
          <p:nvSpPr>
            <p:cNvPr id="272" name="Rectangle 271">
              <a:extLst>
                <a:ext uri="{FF2B5EF4-FFF2-40B4-BE49-F238E27FC236}">
                  <a16:creationId xmlns:a16="http://schemas.microsoft.com/office/drawing/2014/main" id="{750C07EE-A225-49DB-8087-2E0D02842687}"/>
                </a:ext>
              </a:extLst>
            </p:cNvPr>
            <p:cNvSpPr/>
            <p:nvPr/>
          </p:nvSpPr>
          <p:spPr bwMode="gray">
            <a:xfrm>
              <a:off x="5624535" y="5727346"/>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900" kern="0">
                  <a:solidFill>
                    <a:prstClr val="black"/>
                  </a:solidFill>
                  <a:latin typeface="Segoe UI" panose="020B0502040204020203" pitchFamily="34" charset="0"/>
                  <a:cs typeface="Segoe UI" panose="020B0502040204020203" pitchFamily="34" charset="0"/>
                </a:rPr>
                <a:t>Global People Systems and Data</a:t>
              </a:r>
              <a:endParaRPr kumimoji="0" lang="en-US" sz="9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endParaRPr>
            </a:p>
          </p:txBody>
        </p:sp>
        <p:pic>
          <p:nvPicPr>
            <p:cNvPr id="273" name="Graphic 272" descr="User">
              <a:extLst>
                <a:ext uri="{FF2B5EF4-FFF2-40B4-BE49-F238E27FC236}">
                  <a16:creationId xmlns:a16="http://schemas.microsoft.com/office/drawing/2014/main" id="{01275DC3-AE11-4C30-AD05-E34999BB69C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91318" y="5779602"/>
              <a:ext cx="274072" cy="274072"/>
            </a:xfrm>
            <a:prstGeom prst="rect">
              <a:avLst/>
            </a:prstGeom>
          </p:spPr>
        </p:pic>
      </p:grpSp>
      <p:grpSp>
        <p:nvGrpSpPr>
          <p:cNvPr id="274" name="Group 273">
            <a:extLst>
              <a:ext uri="{FF2B5EF4-FFF2-40B4-BE49-F238E27FC236}">
                <a16:creationId xmlns:a16="http://schemas.microsoft.com/office/drawing/2014/main" id="{4885D8F7-3229-4361-BA33-98179853CB15}"/>
              </a:ext>
            </a:extLst>
          </p:cNvPr>
          <p:cNvGrpSpPr/>
          <p:nvPr/>
        </p:nvGrpSpPr>
        <p:grpSpPr>
          <a:xfrm>
            <a:off x="433925" y="3774739"/>
            <a:ext cx="1445745" cy="370985"/>
            <a:chOff x="4413845" y="4291039"/>
            <a:chExt cx="1445745" cy="370985"/>
          </a:xfrm>
        </p:grpSpPr>
        <p:sp>
          <p:nvSpPr>
            <p:cNvPr id="275" name="Rectangle 274">
              <a:extLst>
                <a:ext uri="{FF2B5EF4-FFF2-40B4-BE49-F238E27FC236}">
                  <a16:creationId xmlns:a16="http://schemas.microsoft.com/office/drawing/2014/main" id="{48D874F8-C908-4E25-A850-6818C8105B0D}"/>
                </a:ext>
              </a:extLst>
            </p:cNvPr>
            <p:cNvSpPr/>
            <p:nvPr/>
          </p:nvSpPr>
          <p:spPr bwMode="gray">
            <a:xfrm>
              <a:off x="4413845" y="4291039"/>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Others? </a:t>
              </a:r>
              <a:r>
                <a:rPr lang="en-US" sz="1000" kern="0">
                  <a:solidFill>
                    <a:srgbClr val="FF0000"/>
                  </a:solidFill>
                  <a:latin typeface="Segoe UI" panose="020B0502040204020203" pitchFamily="34" charset="0"/>
                  <a:cs typeface="Segoe UI" panose="020B0502040204020203" pitchFamily="34" charset="0"/>
                </a:rPr>
                <a:t>TBD</a:t>
              </a:r>
            </a:p>
          </p:txBody>
        </p:sp>
        <p:pic>
          <p:nvPicPr>
            <p:cNvPr id="276" name="Graphic 275" descr="User">
              <a:extLst>
                <a:ext uri="{FF2B5EF4-FFF2-40B4-BE49-F238E27FC236}">
                  <a16:creationId xmlns:a16="http://schemas.microsoft.com/office/drawing/2014/main" id="{05A1D477-BBBC-4916-8596-5C6BB722AAD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5518" y="4362855"/>
              <a:ext cx="274072" cy="274072"/>
            </a:xfrm>
            <a:prstGeom prst="rect">
              <a:avLst/>
            </a:prstGeom>
          </p:spPr>
        </p:pic>
      </p:grpSp>
      <p:grpSp>
        <p:nvGrpSpPr>
          <p:cNvPr id="305" name="Group 304">
            <a:extLst>
              <a:ext uri="{FF2B5EF4-FFF2-40B4-BE49-F238E27FC236}">
                <a16:creationId xmlns:a16="http://schemas.microsoft.com/office/drawing/2014/main" id="{E010D0B8-DEAB-41CB-9DB4-074CEAD0C6DA}"/>
              </a:ext>
            </a:extLst>
          </p:cNvPr>
          <p:cNvGrpSpPr/>
          <p:nvPr/>
        </p:nvGrpSpPr>
        <p:grpSpPr>
          <a:xfrm>
            <a:off x="419648" y="2819493"/>
            <a:ext cx="1445745" cy="370985"/>
            <a:chOff x="2802857" y="3355603"/>
            <a:chExt cx="1445745" cy="370985"/>
          </a:xfrm>
        </p:grpSpPr>
        <p:sp>
          <p:nvSpPr>
            <p:cNvPr id="306" name="Rectangle 305">
              <a:extLst>
                <a:ext uri="{FF2B5EF4-FFF2-40B4-BE49-F238E27FC236}">
                  <a16:creationId xmlns:a16="http://schemas.microsoft.com/office/drawing/2014/main" id="{FCF8DDD5-689C-4105-A701-ABC464BDBB74}"/>
                </a:ext>
              </a:extLst>
            </p:cNvPr>
            <p:cNvSpPr/>
            <p:nvPr/>
          </p:nvSpPr>
          <p:spPr bwMode="gray">
            <a:xfrm>
              <a:off x="2802857" y="3355603"/>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Claudia Greim</a:t>
              </a:r>
            </a:p>
          </p:txBody>
        </p:sp>
        <p:pic>
          <p:nvPicPr>
            <p:cNvPr id="307" name="Graphic 306" descr="User">
              <a:extLst>
                <a:ext uri="{FF2B5EF4-FFF2-40B4-BE49-F238E27FC236}">
                  <a16:creationId xmlns:a16="http://schemas.microsoft.com/office/drawing/2014/main" id="{BFF6146C-AF36-4144-9E11-7BDAD1A55D2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74530" y="3427419"/>
              <a:ext cx="274072" cy="274072"/>
            </a:xfrm>
            <a:prstGeom prst="rect">
              <a:avLst/>
            </a:prstGeom>
          </p:spPr>
        </p:pic>
      </p:grpSp>
      <p:grpSp>
        <p:nvGrpSpPr>
          <p:cNvPr id="308" name="Group 307">
            <a:extLst>
              <a:ext uri="{FF2B5EF4-FFF2-40B4-BE49-F238E27FC236}">
                <a16:creationId xmlns:a16="http://schemas.microsoft.com/office/drawing/2014/main" id="{B813AC13-E5CE-4DB7-AF58-0220A9801A89}"/>
              </a:ext>
            </a:extLst>
          </p:cNvPr>
          <p:cNvGrpSpPr/>
          <p:nvPr/>
        </p:nvGrpSpPr>
        <p:grpSpPr>
          <a:xfrm>
            <a:off x="5720996" y="5967075"/>
            <a:ext cx="1444869" cy="370985"/>
            <a:chOff x="5624535" y="5727346"/>
            <a:chExt cx="1444869" cy="370985"/>
          </a:xfrm>
        </p:grpSpPr>
        <p:sp>
          <p:nvSpPr>
            <p:cNvPr id="313" name="Rectangle 312">
              <a:extLst>
                <a:ext uri="{FF2B5EF4-FFF2-40B4-BE49-F238E27FC236}">
                  <a16:creationId xmlns:a16="http://schemas.microsoft.com/office/drawing/2014/main" id="{53E58A25-5F94-4597-B358-1FF58A9774A5}"/>
                </a:ext>
              </a:extLst>
            </p:cNvPr>
            <p:cNvSpPr/>
            <p:nvPr/>
          </p:nvSpPr>
          <p:spPr bwMode="gray">
            <a:xfrm>
              <a:off x="5624535" y="5727346"/>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rPr>
                <a:t>Michael Scaduto</a:t>
              </a:r>
            </a:p>
          </p:txBody>
        </p:sp>
        <p:pic>
          <p:nvPicPr>
            <p:cNvPr id="320" name="Graphic 319" descr="User">
              <a:extLst>
                <a:ext uri="{FF2B5EF4-FFF2-40B4-BE49-F238E27FC236}">
                  <a16:creationId xmlns:a16="http://schemas.microsoft.com/office/drawing/2014/main" id="{944C2BEE-C2DF-40C4-ABEC-9C781EE3BDB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91318" y="5779602"/>
              <a:ext cx="274072" cy="274072"/>
            </a:xfrm>
            <a:prstGeom prst="rect">
              <a:avLst/>
            </a:prstGeom>
          </p:spPr>
        </p:pic>
      </p:grpSp>
      <p:pic>
        <p:nvPicPr>
          <p:cNvPr id="331" name="Graphic 330" descr="User">
            <a:extLst>
              <a:ext uri="{FF2B5EF4-FFF2-40B4-BE49-F238E27FC236}">
                <a16:creationId xmlns:a16="http://schemas.microsoft.com/office/drawing/2014/main" id="{D952AC71-973E-4F26-A864-FDAB303B99E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28225" y="5260142"/>
            <a:ext cx="274072" cy="274072"/>
          </a:xfrm>
          <a:prstGeom prst="rect">
            <a:avLst/>
          </a:prstGeom>
        </p:spPr>
      </p:pic>
      <p:sp>
        <p:nvSpPr>
          <p:cNvPr id="426" name="Rectangle 425">
            <a:extLst>
              <a:ext uri="{FF2B5EF4-FFF2-40B4-BE49-F238E27FC236}">
                <a16:creationId xmlns:a16="http://schemas.microsoft.com/office/drawing/2014/main" id="{10579527-E4AE-42ED-B000-9968DD501386}"/>
              </a:ext>
            </a:extLst>
          </p:cNvPr>
          <p:cNvSpPr/>
          <p:nvPr/>
        </p:nvSpPr>
        <p:spPr bwMode="gray">
          <a:xfrm>
            <a:off x="8321537" y="5183575"/>
            <a:ext cx="1690963"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IT Data Services</a:t>
            </a:r>
          </a:p>
        </p:txBody>
      </p:sp>
      <p:pic>
        <p:nvPicPr>
          <p:cNvPr id="427" name="Graphic 426" descr="User">
            <a:extLst>
              <a:ext uri="{FF2B5EF4-FFF2-40B4-BE49-F238E27FC236}">
                <a16:creationId xmlns:a16="http://schemas.microsoft.com/office/drawing/2014/main" id="{1A27A1D2-8ECE-454A-A923-B3A586081E1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599587" y="5252699"/>
            <a:ext cx="274072" cy="274072"/>
          </a:xfrm>
          <a:prstGeom prst="rect">
            <a:avLst/>
          </a:prstGeom>
        </p:spPr>
      </p:pic>
      <p:sp>
        <p:nvSpPr>
          <p:cNvPr id="428" name="Rectangle 427">
            <a:extLst>
              <a:ext uri="{FF2B5EF4-FFF2-40B4-BE49-F238E27FC236}">
                <a16:creationId xmlns:a16="http://schemas.microsoft.com/office/drawing/2014/main" id="{EBDA3DE3-FF00-4184-B545-CDE4993C50A1}"/>
              </a:ext>
            </a:extLst>
          </p:cNvPr>
          <p:cNvSpPr/>
          <p:nvPr/>
        </p:nvSpPr>
        <p:spPr bwMode="gray">
          <a:xfrm>
            <a:off x="8329930" y="2825098"/>
            <a:ext cx="1690963"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 Jessica Burche</a:t>
            </a:r>
          </a:p>
        </p:txBody>
      </p:sp>
      <p:pic>
        <p:nvPicPr>
          <p:cNvPr id="429" name="Graphic 428" descr="User">
            <a:extLst>
              <a:ext uri="{FF2B5EF4-FFF2-40B4-BE49-F238E27FC236}">
                <a16:creationId xmlns:a16="http://schemas.microsoft.com/office/drawing/2014/main" id="{E1584A7D-AF53-47EE-9244-D23EAD2E008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40330" y="2878091"/>
            <a:ext cx="274072" cy="274072"/>
          </a:xfrm>
          <a:prstGeom prst="rect">
            <a:avLst/>
          </a:prstGeom>
        </p:spPr>
      </p:pic>
      <p:sp>
        <p:nvSpPr>
          <p:cNvPr id="430" name="Rectangle 429">
            <a:extLst>
              <a:ext uri="{FF2B5EF4-FFF2-40B4-BE49-F238E27FC236}">
                <a16:creationId xmlns:a16="http://schemas.microsoft.com/office/drawing/2014/main" id="{39F97D51-E140-4791-9B46-A2B835969278}"/>
              </a:ext>
            </a:extLst>
          </p:cNvPr>
          <p:cNvSpPr/>
          <p:nvPr/>
        </p:nvSpPr>
        <p:spPr bwMode="gray">
          <a:xfrm>
            <a:off x="3481933" y="2818813"/>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Rajesh Paul</a:t>
            </a:r>
          </a:p>
        </p:txBody>
      </p:sp>
      <p:pic>
        <p:nvPicPr>
          <p:cNvPr id="431" name="Graphic 430" descr="User">
            <a:extLst>
              <a:ext uri="{FF2B5EF4-FFF2-40B4-BE49-F238E27FC236}">
                <a16:creationId xmlns:a16="http://schemas.microsoft.com/office/drawing/2014/main" id="{AF51CE7E-2438-4754-B373-9D01CCA5047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69135" y="2887749"/>
            <a:ext cx="274072" cy="274072"/>
          </a:xfrm>
          <a:prstGeom prst="rect">
            <a:avLst/>
          </a:prstGeom>
        </p:spPr>
      </p:pic>
      <p:grpSp>
        <p:nvGrpSpPr>
          <p:cNvPr id="450" name="Group 449">
            <a:extLst>
              <a:ext uri="{FF2B5EF4-FFF2-40B4-BE49-F238E27FC236}">
                <a16:creationId xmlns:a16="http://schemas.microsoft.com/office/drawing/2014/main" id="{19AD4808-04D9-4558-ACE2-10F11A18AE98}"/>
              </a:ext>
            </a:extLst>
          </p:cNvPr>
          <p:cNvGrpSpPr/>
          <p:nvPr/>
        </p:nvGrpSpPr>
        <p:grpSpPr>
          <a:xfrm>
            <a:off x="1722382" y="5177329"/>
            <a:ext cx="1786155" cy="370985"/>
            <a:chOff x="-1818861" y="5212291"/>
            <a:chExt cx="1786155" cy="370985"/>
          </a:xfrm>
        </p:grpSpPr>
        <p:sp>
          <p:nvSpPr>
            <p:cNvPr id="451" name="Rectangle 450">
              <a:extLst>
                <a:ext uri="{FF2B5EF4-FFF2-40B4-BE49-F238E27FC236}">
                  <a16:creationId xmlns:a16="http://schemas.microsoft.com/office/drawing/2014/main" id="{4BFF09BD-F912-4D04-8F24-EDF4E1D92717}"/>
                </a:ext>
              </a:extLst>
            </p:cNvPr>
            <p:cNvSpPr/>
            <p:nvPr/>
          </p:nvSpPr>
          <p:spPr bwMode="gray">
            <a:xfrm>
              <a:off x="-1818861" y="5212291"/>
              <a:ext cx="1786155"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Global Compliance</a:t>
              </a:r>
              <a:endParaRPr kumimoji="0" lang="en-US" sz="10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endParaRPr>
            </a:p>
          </p:txBody>
        </p:sp>
        <p:pic>
          <p:nvPicPr>
            <p:cNvPr id="452" name="Graphic 451" descr="User">
              <a:extLst>
                <a:ext uri="{FF2B5EF4-FFF2-40B4-BE49-F238E27FC236}">
                  <a16:creationId xmlns:a16="http://schemas.microsoft.com/office/drawing/2014/main" id="{B2F8370D-3FCA-4608-B42C-380896EB56A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3720" y="5275031"/>
              <a:ext cx="274072" cy="274072"/>
            </a:xfrm>
            <a:prstGeom prst="rect">
              <a:avLst/>
            </a:prstGeom>
          </p:spPr>
        </p:pic>
      </p:grpSp>
      <p:sp>
        <p:nvSpPr>
          <p:cNvPr id="453" name="Rectangle 452">
            <a:extLst>
              <a:ext uri="{FF2B5EF4-FFF2-40B4-BE49-F238E27FC236}">
                <a16:creationId xmlns:a16="http://schemas.microsoft.com/office/drawing/2014/main" id="{1481CA31-8F54-4545-B6A6-40D41AF4ED31}"/>
              </a:ext>
            </a:extLst>
          </p:cNvPr>
          <p:cNvSpPr/>
          <p:nvPr/>
        </p:nvSpPr>
        <p:spPr bwMode="gray">
          <a:xfrm>
            <a:off x="8329930" y="3291465"/>
            <a:ext cx="1690963"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 Raoul Hira</a:t>
            </a:r>
            <a:endParaRPr lang="en-US" sz="1000" kern="0">
              <a:solidFill>
                <a:srgbClr val="FF0000"/>
              </a:solidFill>
              <a:latin typeface="Segoe UI" panose="020B0502040204020203" pitchFamily="34" charset="0"/>
              <a:cs typeface="Segoe UI" panose="020B0502040204020203" pitchFamily="34" charset="0"/>
            </a:endParaRPr>
          </a:p>
        </p:txBody>
      </p:sp>
      <p:pic>
        <p:nvPicPr>
          <p:cNvPr id="454" name="Graphic 453" descr="User">
            <a:extLst>
              <a:ext uri="{FF2B5EF4-FFF2-40B4-BE49-F238E27FC236}">
                <a16:creationId xmlns:a16="http://schemas.microsoft.com/office/drawing/2014/main" id="{A457A0CE-693D-4001-8CA0-D89AAC24E68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40330" y="3344458"/>
            <a:ext cx="274072" cy="274072"/>
          </a:xfrm>
          <a:prstGeom prst="rect">
            <a:avLst/>
          </a:prstGeom>
        </p:spPr>
      </p:pic>
      <p:sp>
        <p:nvSpPr>
          <p:cNvPr id="2" name="Rectangle 1">
            <a:extLst>
              <a:ext uri="{FF2B5EF4-FFF2-40B4-BE49-F238E27FC236}">
                <a16:creationId xmlns:a16="http://schemas.microsoft.com/office/drawing/2014/main" id="{58C721F7-183E-17E6-6D3E-67D389A40E61}"/>
              </a:ext>
            </a:extLst>
          </p:cNvPr>
          <p:cNvSpPr/>
          <p:nvPr/>
        </p:nvSpPr>
        <p:spPr bwMode="gray">
          <a:xfrm>
            <a:off x="4031533" y="5967313"/>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rPr>
              <a:t>Jamie Shaw</a:t>
            </a:r>
          </a:p>
        </p:txBody>
      </p:sp>
      <p:pic>
        <p:nvPicPr>
          <p:cNvPr id="3" name="Graphic 2" descr="User">
            <a:extLst>
              <a:ext uri="{FF2B5EF4-FFF2-40B4-BE49-F238E27FC236}">
                <a16:creationId xmlns:a16="http://schemas.microsoft.com/office/drawing/2014/main" id="{2A16447B-3D43-EF82-9637-6AAB1ACC107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41233" y="6006039"/>
            <a:ext cx="274072" cy="274072"/>
          </a:xfrm>
          <a:prstGeom prst="rect">
            <a:avLst/>
          </a:prstGeom>
        </p:spPr>
      </p:pic>
      <p:grpSp>
        <p:nvGrpSpPr>
          <p:cNvPr id="5" name="Group 4">
            <a:extLst>
              <a:ext uri="{FF2B5EF4-FFF2-40B4-BE49-F238E27FC236}">
                <a16:creationId xmlns:a16="http://schemas.microsoft.com/office/drawing/2014/main" id="{94A61AC1-9834-B3C2-7C55-A54A747AD92A}"/>
              </a:ext>
            </a:extLst>
          </p:cNvPr>
          <p:cNvGrpSpPr/>
          <p:nvPr/>
        </p:nvGrpSpPr>
        <p:grpSpPr>
          <a:xfrm>
            <a:off x="6809394" y="2812569"/>
            <a:ext cx="1444869" cy="370985"/>
            <a:chOff x="4385658" y="3313013"/>
            <a:chExt cx="1444869" cy="370985"/>
          </a:xfrm>
        </p:grpSpPr>
        <p:sp>
          <p:nvSpPr>
            <p:cNvPr id="6" name="Rectangle 5">
              <a:extLst>
                <a:ext uri="{FF2B5EF4-FFF2-40B4-BE49-F238E27FC236}">
                  <a16:creationId xmlns:a16="http://schemas.microsoft.com/office/drawing/2014/main" id="{49346BB2-4D77-8C00-168D-D93D5B7D1A1F}"/>
                </a:ext>
              </a:extLst>
            </p:cNvPr>
            <p:cNvSpPr/>
            <p:nvPr/>
          </p:nvSpPr>
          <p:spPr bwMode="gray">
            <a:xfrm>
              <a:off x="4385658" y="3313013"/>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Rajesh Paul</a:t>
              </a:r>
            </a:p>
          </p:txBody>
        </p:sp>
        <p:pic>
          <p:nvPicPr>
            <p:cNvPr id="7" name="Graphic 6" descr="User">
              <a:extLst>
                <a:ext uri="{FF2B5EF4-FFF2-40B4-BE49-F238E27FC236}">
                  <a16:creationId xmlns:a16="http://schemas.microsoft.com/office/drawing/2014/main" id="{9E4C7CCD-AE62-5CCB-7385-C0A48224DB1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541625" y="3374969"/>
              <a:ext cx="274072" cy="274072"/>
            </a:xfrm>
            <a:prstGeom prst="rect">
              <a:avLst/>
            </a:prstGeom>
          </p:spPr>
        </p:pic>
      </p:grpSp>
      <p:sp>
        <p:nvSpPr>
          <p:cNvPr id="8" name="Rectangle 7">
            <a:extLst>
              <a:ext uri="{FF2B5EF4-FFF2-40B4-BE49-F238E27FC236}">
                <a16:creationId xmlns:a16="http://schemas.microsoft.com/office/drawing/2014/main" id="{7A7D2AA5-52AD-31E9-5FAC-94A1BB76DD44}"/>
              </a:ext>
            </a:extLst>
          </p:cNvPr>
          <p:cNvSpPr/>
          <p:nvPr/>
        </p:nvSpPr>
        <p:spPr bwMode="gray">
          <a:xfrm>
            <a:off x="8321537" y="3774740"/>
            <a:ext cx="1690963"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 </a:t>
            </a:r>
            <a:r>
              <a:rPr lang="en-US" sz="1000" kern="0">
                <a:latin typeface="Segoe UI" panose="020B0502040204020203" pitchFamily="34" charset="0"/>
                <a:cs typeface="Segoe UI" panose="020B0502040204020203" pitchFamily="34" charset="0"/>
              </a:rPr>
              <a:t>Cloud Engineering</a:t>
            </a:r>
          </a:p>
        </p:txBody>
      </p:sp>
      <p:pic>
        <p:nvPicPr>
          <p:cNvPr id="9" name="Graphic 8" descr="User">
            <a:extLst>
              <a:ext uri="{FF2B5EF4-FFF2-40B4-BE49-F238E27FC236}">
                <a16:creationId xmlns:a16="http://schemas.microsoft.com/office/drawing/2014/main" id="{AD27C4C7-B74D-DD82-EB1D-628A90E94F7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36623" y="3831506"/>
            <a:ext cx="274072" cy="274072"/>
          </a:xfrm>
          <a:prstGeom prst="rect">
            <a:avLst/>
          </a:prstGeom>
        </p:spPr>
      </p:pic>
      <p:grpSp>
        <p:nvGrpSpPr>
          <p:cNvPr id="11" name="Group 10">
            <a:extLst>
              <a:ext uri="{FF2B5EF4-FFF2-40B4-BE49-F238E27FC236}">
                <a16:creationId xmlns:a16="http://schemas.microsoft.com/office/drawing/2014/main" id="{8B58C6A9-25E7-4BE9-15A3-486D19801EF4}"/>
              </a:ext>
            </a:extLst>
          </p:cNvPr>
          <p:cNvGrpSpPr/>
          <p:nvPr/>
        </p:nvGrpSpPr>
        <p:grpSpPr>
          <a:xfrm>
            <a:off x="10318442" y="3189798"/>
            <a:ext cx="1504275" cy="370985"/>
            <a:chOff x="6976258" y="3969293"/>
            <a:chExt cx="1504275" cy="370985"/>
          </a:xfrm>
        </p:grpSpPr>
        <p:sp>
          <p:nvSpPr>
            <p:cNvPr id="12" name="Rectangle 11">
              <a:extLst>
                <a:ext uri="{FF2B5EF4-FFF2-40B4-BE49-F238E27FC236}">
                  <a16:creationId xmlns:a16="http://schemas.microsoft.com/office/drawing/2014/main" id="{80218DCB-3363-82B9-9904-28E225712488}"/>
                </a:ext>
              </a:extLst>
            </p:cNvPr>
            <p:cNvSpPr/>
            <p:nvPr/>
          </p:nvSpPr>
          <p:spPr bwMode="gray">
            <a:xfrm>
              <a:off x="6976258" y="3969293"/>
              <a:ext cx="1484060"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rPr>
                <a:t>Solutions Architect</a:t>
              </a:r>
              <a:endParaRPr lang="en-US" sz="1000" kern="0">
                <a:solidFill>
                  <a:prstClr val="black"/>
                </a:solidFill>
                <a:latin typeface="Segoe UI" panose="020B0502040204020203" pitchFamily="34" charset="0"/>
                <a:cs typeface="Segoe UI" panose="020B0502040204020203" pitchFamily="34" charset="0"/>
              </a:endParaRPr>
            </a:p>
          </p:txBody>
        </p:sp>
        <p:pic>
          <p:nvPicPr>
            <p:cNvPr id="13" name="Graphic 12" descr="User">
              <a:extLst>
                <a:ext uri="{FF2B5EF4-FFF2-40B4-BE49-F238E27FC236}">
                  <a16:creationId xmlns:a16="http://schemas.microsoft.com/office/drawing/2014/main" id="{95D24D79-11EC-9712-EE11-AE070AA1B85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206461" y="4029952"/>
              <a:ext cx="274072" cy="274072"/>
            </a:xfrm>
            <a:prstGeom prst="rect">
              <a:avLst/>
            </a:prstGeom>
          </p:spPr>
        </p:pic>
      </p:grpSp>
      <p:grpSp>
        <p:nvGrpSpPr>
          <p:cNvPr id="14" name="Group 13">
            <a:extLst>
              <a:ext uri="{FF2B5EF4-FFF2-40B4-BE49-F238E27FC236}">
                <a16:creationId xmlns:a16="http://schemas.microsoft.com/office/drawing/2014/main" id="{6C536CAC-066D-7BEA-2FCB-0830388F86A2}"/>
              </a:ext>
            </a:extLst>
          </p:cNvPr>
          <p:cNvGrpSpPr/>
          <p:nvPr/>
        </p:nvGrpSpPr>
        <p:grpSpPr>
          <a:xfrm>
            <a:off x="10318442" y="3605837"/>
            <a:ext cx="1504275" cy="370985"/>
            <a:chOff x="6976258" y="3969293"/>
            <a:chExt cx="1504275" cy="370985"/>
          </a:xfrm>
        </p:grpSpPr>
        <p:sp>
          <p:nvSpPr>
            <p:cNvPr id="15" name="Rectangle 14">
              <a:extLst>
                <a:ext uri="{FF2B5EF4-FFF2-40B4-BE49-F238E27FC236}">
                  <a16:creationId xmlns:a16="http://schemas.microsoft.com/office/drawing/2014/main" id="{E918F9BE-AD0C-AD4C-0D51-CF7FBEDEF21D}"/>
                </a:ext>
              </a:extLst>
            </p:cNvPr>
            <p:cNvSpPr/>
            <p:nvPr/>
          </p:nvSpPr>
          <p:spPr bwMode="gray">
            <a:xfrm>
              <a:off x="6976258" y="3969293"/>
              <a:ext cx="1484060"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rPr>
                <a:t>Business Analyst</a:t>
              </a:r>
              <a:endParaRPr lang="en-US" sz="1000" kern="0">
                <a:solidFill>
                  <a:prstClr val="black"/>
                </a:solidFill>
                <a:latin typeface="Segoe UI" panose="020B0502040204020203" pitchFamily="34" charset="0"/>
                <a:cs typeface="Segoe UI" panose="020B0502040204020203" pitchFamily="34" charset="0"/>
              </a:endParaRPr>
            </a:p>
          </p:txBody>
        </p:sp>
        <p:pic>
          <p:nvPicPr>
            <p:cNvPr id="16" name="Graphic 15" descr="User">
              <a:extLst>
                <a:ext uri="{FF2B5EF4-FFF2-40B4-BE49-F238E27FC236}">
                  <a16:creationId xmlns:a16="http://schemas.microsoft.com/office/drawing/2014/main" id="{A4258D0A-6C81-E2E7-C201-A9FDB1509C0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206461" y="4029952"/>
              <a:ext cx="274072" cy="274072"/>
            </a:xfrm>
            <a:prstGeom prst="rect">
              <a:avLst/>
            </a:prstGeom>
          </p:spPr>
        </p:pic>
      </p:grpSp>
      <p:grpSp>
        <p:nvGrpSpPr>
          <p:cNvPr id="18" name="Group 17">
            <a:extLst>
              <a:ext uri="{FF2B5EF4-FFF2-40B4-BE49-F238E27FC236}">
                <a16:creationId xmlns:a16="http://schemas.microsoft.com/office/drawing/2014/main" id="{C543AC94-1951-366D-D2E3-E142E5F7BE94}"/>
              </a:ext>
            </a:extLst>
          </p:cNvPr>
          <p:cNvGrpSpPr/>
          <p:nvPr/>
        </p:nvGrpSpPr>
        <p:grpSpPr>
          <a:xfrm>
            <a:off x="10318442" y="4017090"/>
            <a:ext cx="1504275" cy="370985"/>
            <a:chOff x="6976258" y="3969293"/>
            <a:chExt cx="1504275" cy="370985"/>
          </a:xfrm>
        </p:grpSpPr>
        <p:sp>
          <p:nvSpPr>
            <p:cNvPr id="19" name="Rectangle 18">
              <a:extLst>
                <a:ext uri="{FF2B5EF4-FFF2-40B4-BE49-F238E27FC236}">
                  <a16:creationId xmlns:a16="http://schemas.microsoft.com/office/drawing/2014/main" id="{CFB46384-F7BC-E5FA-57AB-E665E98AC54A}"/>
                </a:ext>
              </a:extLst>
            </p:cNvPr>
            <p:cNvSpPr/>
            <p:nvPr/>
          </p:nvSpPr>
          <p:spPr bwMode="gray">
            <a:xfrm>
              <a:off x="6976258" y="3969293"/>
              <a:ext cx="1484060"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rPr>
                <a:t>Project Manager</a:t>
              </a:r>
              <a:endParaRPr lang="en-US" sz="1000" kern="0">
                <a:solidFill>
                  <a:prstClr val="black"/>
                </a:solidFill>
                <a:latin typeface="Segoe UI" panose="020B0502040204020203" pitchFamily="34" charset="0"/>
                <a:cs typeface="Segoe UI" panose="020B0502040204020203" pitchFamily="34" charset="0"/>
              </a:endParaRPr>
            </a:p>
          </p:txBody>
        </p:sp>
        <p:pic>
          <p:nvPicPr>
            <p:cNvPr id="20" name="Graphic 19" descr="User">
              <a:extLst>
                <a:ext uri="{FF2B5EF4-FFF2-40B4-BE49-F238E27FC236}">
                  <a16:creationId xmlns:a16="http://schemas.microsoft.com/office/drawing/2014/main" id="{24CF7D9F-54B0-9C91-F2CC-772A029818F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206461" y="4029952"/>
              <a:ext cx="274072" cy="274072"/>
            </a:xfrm>
            <a:prstGeom prst="rect">
              <a:avLst/>
            </a:prstGeom>
          </p:spPr>
        </p:pic>
      </p:grpSp>
      <p:grpSp>
        <p:nvGrpSpPr>
          <p:cNvPr id="21" name="Group 20">
            <a:extLst>
              <a:ext uri="{FF2B5EF4-FFF2-40B4-BE49-F238E27FC236}">
                <a16:creationId xmlns:a16="http://schemas.microsoft.com/office/drawing/2014/main" id="{A26462DD-3FE6-4F86-B1B0-CDD4342F28C4}"/>
              </a:ext>
            </a:extLst>
          </p:cNvPr>
          <p:cNvGrpSpPr/>
          <p:nvPr/>
        </p:nvGrpSpPr>
        <p:grpSpPr>
          <a:xfrm>
            <a:off x="10318442" y="4434112"/>
            <a:ext cx="1504275" cy="370985"/>
            <a:chOff x="6976258" y="3969293"/>
            <a:chExt cx="1504275" cy="370985"/>
          </a:xfrm>
        </p:grpSpPr>
        <p:sp>
          <p:nvSpPr>
            <p:cNvPr id="22" name="Rectangle 21">
              <a:extLst>
                <a:ext uri="{FF2B5EF4-FFF2-40B4-BE49-F238E27FC236}">
                  <a16:creationId xmlns:a16="http://schemas.microsoft.com/office/drawing/2014/main" id="{0FAC419B-05FC-FDFE-6625-A60909A59858}"/>
                </a:ext>
              </a:extLst>
            </p:cNvPr>
            <p:cNvSpPr/>
            <p:nvPr/>
          </p:nvSpPr>
          <p:spPr bwMode="gray">
            <a:xfrm>
              <a:off x="6976258" y="3969293"/>
              <a:ext cx="1484060"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rPr>
                <a:t>Data Engineers/QA</a:t>
              </a:r>
              <a:endParaRPr lang="en-US" sz="1000" kern="0">
                <a:solidFill>
                  <a:prstClr val="black"/>
                </a:solidFill>
                <a:latin typeface="Segoe UI" panose="020B0502040204020203" pitchFamily="34" charset="0"/>
                <a:cs typeface="Segoe UI" panose="020B0502040204020203" pitchFamily="34" charset="0"/>
              </a:endParaRPr>
            </a:p>
          </p:txBody>
        </p:sp>
        <p:pic>
          <p:nvPicPr>
            <p:cNvPr id="23" name="Graphic 22" descr="User">
              <a:extLst>
                <a:ext uri="{FF2B5EF4-FFF2-40B4-BE49-F238E27FC236}">
                  <a16:creationId xmlns:a16="http://schemas.microsoft.com/office/drawing/2014/main" id="{F95CC39E-36E8-E4C9-B6D6-22F22734F7E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206461" y="4029952"/>
              <a:ext cx="274072" cy="274072"/>
            </a:xfrm>
            <a:prstGeom prst="rect">
              <a:avLst/>
            </a:prstGeom>
          </p:spPr>
        </p:pic>
      </p:grpSp>
      <p:grpSp>
        <p:nvGrpSpPr>
          <p:cNvPr id="24" name="Group 23">
            <a:extLst>
              <a:ext uri="{FF2B5EF4-FFF2-40B4-BE49-F238E27FC236}">
                <a16:creationId xmlns:a16="http://schemas.microsoft.com/office/drawing/2014/main" id="{027D3F49-710B-19E2-58F2-4C677B5AD138}"/>
              </a:ext>
            </a:extLst>
          </p:cNvPr>
          <p:cNvGrpSpPr/>
          <p:nvPr/>
        </p:nvGrpSpPr>
        <p:grpSpPr>
          <a:xfrm>
            <a:off x="10312695" y="4854270"/>
            <a:ext cx="1504275" cy="370985"/>
            <a:chOff x="6976258" y="3969293"/>
            <a:chExt cx="1504275" cy="370985"/>
          </a:xfrm>
        </p:grpSpPr>
        <p:sp>
          <p:nvSpPr>
            <p:cNvPr id="25" name="Rectangle 24">
              <a:extLst>
                <a:ext uri="{FF2B5EF4-FFF2-40B4-BE49-F238E27FC236}">
                  <a16:creationId xmlns:a16="http://schemas.microsoft.com/office/drawing/2014/main" id="{6AA1F668-AA19-16D6-A572-D5E51FD2A1E8}"/>
                </a:ext>
              </a:extLst>
            </p:cNvPr>
            <p:cNvSpPr/>
            <p:nvPr/>
          </p:nvSpPr>
          <p:spPr bwMode="gray">
            <a:xfrm>
              <a:off x="6976258" y="3969293"/>
              <a:ext cx="1484060"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rPr>
                <a:t>DevOps/Security Engineers</a:t>
              </a:r>
              <a:endParaRPr lang="en-US" sz="1000" kern="0">
                <a:solidFill>
                  <a:prstClr val="black"/>
                </a:solidFill>
                <a:latin typeface="Segoe UI" panose="020B0502040204020203" pitchFamily="34" charset="0"/>
                <a:cs typeface="Segoe UI" panose="020B0502040204020203" pitchFamily="34" charset="0"/>
              </a:endParaRPr>
            </a:p>
          </p:txBody>
        </p:sp>
        <p:pic>
          <p:nvPicPr>
            <p:cNvPr id="26" name="Graphic 25" descr="User">
              <a:extLst>
                <a:ext uri="{FF2B5EF4-FFF2-40B4-BE49-F238E27FC236}">
                  <a16:creationId xmlns:a16="http://schemas.microsoft.com/office/drawing/2014/main" id="{7315F0AD-A1DB-6FEA-6629-7D7A7411E9B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206461" y="4029952"/>
              <a:ext cx="274072" cy="274072"/>
            </a:xfrm>
            <a:prstGeom prst="rect">
              <a:avLst/>
            </a:prstGeom>
          </p:spPr>
        </p:pic>
      </p:grpSp>
      <p:grpSp>
        <p:nvGrpSpPr>
          <p:cNvPr id="27" name="Group 26">
            <a:extLst>
              <a:ext uri="{FF2B5EF4-FFF2-40B4-BE49-F238E27FC236}">
                <a16:creationId xmlns:a16="http://schemas.microsoft.com/office/drawing/2014/main" id="{800413F6-3F6C-F3B7-56FB-85B18E2074D2}"/>
              </a:ext>
            </a:extLst>
          </p:cNvPr>
          <p:cNvGrpSpPr/>
          <p:nvPr/>
        </p:nvGrpSpPr>
        <p:grpSpPr>
          <a:xfrm>
            <a:off x="10312695" y="5304581"/>
            <a:ext cx="1504275" cy="370985"/>
            <a:chOff x="6976258" y="3969293"/>
            <a:chExt cx="1504275" cy="370985"/>
          </a:xfrm>
        </p:grpSpPr>
        <p:sp>
          <p:nvSpPr>
            <p:cNvPr id="28" name="Rectangle 27">
              <a:extLst>
                <a:ext uri="{FF2B5EF4-FFF2-40B4-BE49-F238E27FC236}">
                  <a16:creationId xmlns:a16="http://schemas.microsoft.com/office/drawing/2014/main" id="{60D7665D-7BBA-79BF-14D8-92EB8238A945}"/>
                </a:ext>
              </a:extLst>
            </p:cNvPr>
            <p:cNvSpPr/>
            <p:nvPr/>
          </p:nvSpPr>
          <p:spPr bwMode="gray">
            <a:xfrm>
              <a:off x="6976258" y="3969293"/>
              <a:ext cx="1484060"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rPr>
                <a:t>Web App Developer</a:t>
              </a:r>
              <a:endParaRPr lang="en-US" sz="1000" kern="0">
                <a:solidFill>
                  <a:prstClr val="black"/>
                </a:solidFill>
                <a:latin typeface="Segoe UI" panose="020B0502040204020203" pitchFamily="34" charset="0"/>
                <a:cs typeface="Segoe UI" panose="020B0502040204020203" pitchFamily="34" charset="0"/>
              </a:endParaRPr>
            </a:p>
          </p:txBody>
        </p:sp>
        <p:pic>
          <p:nvPicPr>
            <p:cNvPr id="29" name="Graphic 28" descr="User">
              <a:extLst>
                <a:ext uri="{FF2B5EF4-FFF2-40B4-BE49-F238E27FC236}">
                  <a16:creationId xmlns:a16="http://schemas.microsoft.com/office/drawing/2014/main" id="{025AB915-C0D6-B6BA-AA72-41D457083A7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206461" y="4029952"/>
              <a:ext cx="274072" cy="274072"/>
            </a:xfrm>
            <a:prstGeom prst="rect">
              <a:avLst/>
            </a:prstGeom>
          </p:spPr>
        </p:pic>
      </p:grpSp>
      <p:grpSp>
        <p:nvGrpSpPr>
          <p:cNvPr id="30" name="Group 29">
            <a:extLst>
              <a:ext uri="{FF2B5EF4-FFF2-40B4-BE49-F238E27FC236}">
                <a16:creationId xmlns:a16="http://schemas.microsoft.com/office/drawing/2014/main" id="{538951DE-2951-013F-F4AB-6BAE53EB0B27}"/>
              </a:ext>
            </a:extLst>
          </p:cNvPr>
          <p:cNvGrpSpPr/>
          <p:nvPr/>
        </p:nvGrpSpPr>
        <p:grpSpPr>
          <a:xfrm>
            <a:off x="10312695" y="5738446"/>
            <a:ext cx="1504275" cy="370985"/>
            <a:chOff x="6976258" y="3969293"/>
            <a:chExt cx="1504275" cy="370985"/>
          </a:xfrm>
        </p:grpSpPr>
        <p:sp>
          <p:nvSpPr>
            <p:cNvPr id="31" name="Rectangle 30">
              <a:extLst>
                <a:ext uri="{FF2B5EF4-FFF2-40B4-BE49-F238E27FC236}">
                  <a16:creationId xmlns:a16="http://schemas.microsoft.com/office/drawing/2014/main" id="{E0497251-4155-7622-4C36-BA52E99D413D}"/>
                </a:ext>
              </a:extLst>
            </p:cNvPr>
            <p:cNvSpPr/>
            <p:nvPr/>
          </p:nvSpPr>
          <p:spPr bwMode="gray">
            <a:xfrm>
              <a:off x="6976258" y="3969293"/>
              <a:ext cx="1484060"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prstClr val="black"/>
                  </a:solidFill>
                  <a:effectLst/>
                  <a:uLnTx/>
                  <a:uFillTx/>
                  <a:latin typeface="Segoe UI" panose="020B0502040204020203" pitchFamily="34" charset="0"/>
                  <a:cs typeface="Segoe UI" panose="020B0502040204020203" pitchFamily="34" charset="0"/>
                </a:rPr>
                <a:t>Training/Hypercare</a:t>
              </a:r>
              <a:endParaRPr lang="en-US" sz="1000" kern="0">
                <a:solidFill>
                  <a:prstClr val="black"/>
                </a:solidFill>
                <a:latin typeface="Segoe UI" panose="020B0502040204020203" pitchFamily="34" charset="0"/>
                <a:cs typeface="Segoe UI" panose="020B0502040204020203" pitchFamily="34" charset="0"/>
              </a:endParaRPr>
            </a:p>
          </p:txBody>
        </p:sp>
        <p:pic>
          <p:nvPicPr>
            <p:cNvPr id="32" name="Graphic 31" descr="User">
              <a:extLst>
                <a:ext uri="{FF2B5EF4-FFF2-40B4-BE49-F238E27FC236}">
                  <a16:creationId xmlns:a16="http://schemas.microsoft.com/office/drawing/2014/main" id="{DC912F35-E56F-3937-96E7-E2A82B80E7D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206461" y="4029952"/>
              <a:ext cx="274072" cy="274072"/>
            </a:xfrm>
            <a:prstGeom prst="rect">
              <a:avLst/>
            </a:prstGeom>
          </p:spPr>
        </p:pic>
      </p:grpSp>
      <p:pic>
        <p:nvPicPr>
          <p:cNvPr id="33" name="Graphic 32" descr="User">
            <a:extLst>
              <a:ext uri="{FF2B5EF4-FFF2-40B4-BE49-F238E27FC236}">
                <a16:creationId xmlns:a16="http://schemas.microsoft.com/office/drawing/2014/main" id="{CD839D1B-4DA7-8DFA-94B4-A931F3711ED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894142" y="6143074"/>
            <a:ext cx="274072" cy="274072"/>
          </a:xfrm>
          <a:prstGeom prst="rect">
            <a:avLst/>
          </a:prstGeom>
        </p:spPr>
      </p:pic>
      <p:pic>
        <p:nvPicPr>
          <p:cNvPr id="34" name="Graphic 33" descr="User">
            <a:extLst>
              <a:ext uri="{FF2B5EF4-FFF2-40B4-BE49-F238E27FC236}">
                <a16:creationId xmlns:a16="http://schemas.microsoft.com/office/drawing/2014/main" id="{2DD7BF6E-A6BB-FEB7-864F-D49A77AB979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303678" y="6155651"/>
            <a:ext cx="274072" cy="274072"/>
          </a:xfrm>
          <a:prstGeom prst="rect">
            <a:avLst/>
          </a:prstGeom>
        </p:spPr>
      </p:pic>
      <p:sp>
        <p:nvSpPr>
          <p:cNvPr id="35" name="TextBox 34">
            <a:extLst>
              <a:ext uri="{FF2B5EF4-FFF2-40B4-BE49-F238E27FC236}">
                <a16:creationId xmlns:a16="http://schemas.microsoft.com/office/drawing/2014/main" id="{B3F78DF2-E450-A00B-B098-08C8841ADD78}"/>
              </a:ext>
            </a:extLst>
          </p:cNvPr>
          <p:cNvSpPr txBox="1"/>
          <p:nvPr/>
        </p:nvSpPr>
        <p:spPr>
          <a:xfrm>
            <a:off x="10511389" y="6154188"/>
            <a:ext cx="382753" cy="276999"/>
          </a:xfrm>
          <a:prstGeom prst="rect">
            <a:avLst/>
          </a:prstGeom>
          <a:noFill/>
        </p:spPr>
        <p:txBody>
          <a:bodyPr wrap="square" rtlCol="0">
            <a:spAutoFit/>
          </a:bodyPr>
          <a:lstStyle/>
          <a:p>
            <a:r>
              <a:rPr lang="en-US" sz="1200" b="1"/>
              <a:t>US</a:t>
            </a:r>
          </a:p>
        </p:txBody>
      </p:sp>
      <p:sp>
        <p:nvSpPr>
          <p:cNvPr id="36" name="TextBox 35">
            <a:extLst>
              <a:ext uri="{FF2B5EF4-FFF2-40B4-BE49-F238E27FC236}">
                <a16:creationId xmlns:a16="http://schemas.microsoft.com/office/drawing/2014/main" id="{B085B799-108E-D116-3980-251F4ACB6761}"/>
              </a:ext>
            </a:extLst>
          </p:cNvPr>
          <p:cNvSpPr txBox="1"/>
          <p:nvPr/>
        </p:nvSpPr>
        <p:spPr>
          <a:xfrm>
            <a:off x="11086658" y="6154188"/>
            <a:ext cx="905272" cy="276999"/>
          </a:xfrm>
          <a:prstGeom prst="rect">
            <a:avLst/>
          </a:prstGeom>
          <a:noFill/>
        </p:spPr>
        <p:txBody>
          <a:bodyPr wrap="square" rtlCol="0">
            <a:spAutoFit/>
          </a:bodyPr>
          <a:lstStyle/>
          <a:p>
            <a:r>
              <a:rPr lang="en-US" sz="1200" b="1"/>
              <a:t>Offshore</a:t>
            </a:r>
          </a:p>
        </p:txBody>
      </p:sp>
      <p:pic>
        <p:nvPicPr>
          <p:cNvPr id="37" name="Graphic 36" descr="User">
            <a:extLst>
              <a:ext uri="{FF2B5EF4-FFF2-40B4-BE49-F238E27FC236}">
                <a16:creationId xmlns:a16="http://schemas.microsoft.com/office/drawing/2014/main" id="{51A99A1F-83BC-1F5B-ADDA-61734E41EF6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02965" y="6498498"/>
            <a:ext cx="274072" cy="274072"/>
          </a:xfrm>
          <a:prstGeom prst="rect">
            <a:avLst/>
          </a:prstGeom>
        </p:spPr>
      </p:pic>
      <p:pic>
        <p:nvPicPr>
          <p:cNvPr id="38" name="Graphic 37" descr="User">
            <a:extLst>
              <a:ext uri="{FF2B5EF4-FFF2-40B4-BE49-F238E27FC236}">
                <a16:creationId xmlns:a16="http://schemas.microsoft.com/office/drawing/2014/main" id="{F5B95F2D-8B2E-B8FB-BD3C-E01B1CA559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21419" y="6498498"/>
            <a:ext cx="274072" cy="274072"/>
          </a:xfrm>
          <a:prstGeom prst="rect">
            <a:avLst/>
          </a:prstGeom>
        </p:spPr>
      </p:pic>
      <p:sp>
        <p:nvSpPr>
          <p:cNvPr id="39" name="TextBox 38">
            <a:extLst>
              <a:ext uri="{FF2B5EF4-FFF2-40B4-BE49-F238E27FC236}">
                <a16:creationId xmlns:a16="http://schemas.microsoft.com/office/drawing/2014/main" id="{3B078C22-71B7-B435-F4A8-E421E9406FE1}"/>
              </a:ext>
            </a:extLst>
          </p:cNvPr>
          <p:cNvSpPr txBox="1"/>
          <p:nvPr/>
        </p:nvSpPr>
        <p:spPr>
          <a:xfrm>
            <a:off x="4843207" y="6497035"/>
            <a:ext cx="1668144" cy="276999"/>
          </a:xfrm>
          <a:prstGeom prst="rect">
            <a:avLst/>
          </a:prstGeom>
          <a:noFill/>
        </p:spPr>
        <p:txBody>
          <a:bodyPr wrap="square" rtlCol="0">
            <a:spAutoFit/>
          </a:bodyPr>
          <a:lstStyle/>
          <a:p>
            <a:r>
              <a:rPr lang="en-US" sz="1200" b="1"/>
              <a:t>Business</a:t>
            </a:r>
          </a:p>
        </p:txBody>
      </p:sp>
      <p:sp>
        <p:nvSpPr>
          <p:cNvPr id="40" name="TextBox 39">
            <a:extLst>
              <a:ext uri="{FF2B5EF4-FFF2-40B4-BE49-F238E27FC236}">
                <a16:creationId xmlns:a16="http://schemas.microsoft.com/office/drawing/2014/main" id="{7F58BC53-0EDE-A30D-67B3-CC5488AE389A}"/>
              </a:ext>
            </a:extLst>
          </p:cNvPr>
          <p:cNvSpPr txBox="1"/>
          <p:nvPr/>
        </p:nvSpPr>
        <p:spPr>
          <a:xfrm>
            <a:off x="6018823" y="6497035"/>
            <a:ext cx="905272" cy="276999"/>
          </a:xfrm>
          <a:prstGeom prst="rect">
            <a:avLst/>
          </a:prstGeom>
          <a:noFill/>
        </p:spPr>
        <p:txBody>
          <a:bodyPr wrap="square" rtlCol="0">
            <a:spAutoFit/>
          </a:bodyPr>
          <a:lstStyle/>
          <a:p>
            <a:r>
              <a:rPr lang="en-US" sz="1200" b="1"/>
              <a:t>IT</a:t>
            </a:r>
          </a:p>
        </p:txBody>
      </p:sp>
      <p:grpSp>
        <p:nvGrpSpPr>
          <p:cNvPr id="41" name="Group 40">
            <a:extLst>
              <a:ext uri="{FF2B5EF4-FFF2-40B4-BE49-F238E27FC236}">
                <a16:creationId xmlns:a16="http://schemas.microsoft.com/office/drawing/2014/main" id="{E36498A9-F504-658A-2187-6F540DA2398F}"/>
              </a:ext>
            </a:extLst>
          </p:cNvPr>
          <p:cNvGrpSpPr/>
          <p:nvPr/>
        </p:nvGrpSpPr>
        <p:grpSpPr>
          <a:xfrm>
            <a:off x="3481057" y="3760338"/>
            <a:ext cx="1445745" cy="370985"/>
            <a:chOff x="2802857" y="3823321"/>
            <a:chExt cx="1445745" cy="370985"/>
          </a:xfrm>
        </p:grpSpPr>
        <p:sp>
          <p:nvSpPr>
            <p:cNvPr id="42" name="Rectangle 41">
              <a:extLst>
                <a:ext uri="{FF2B5EF4-FFF2-40B4-BE49-F238E27FC236}">
                  <a16:creationId xmlns:a16="http://schemas.microsoft.com/office/drawing/2014/main" id="{CE83B515-749C-7C32-FCF2-540D131573C3}"/>
                </a:ext>
              </a:extLst>
            </p:cNvPr>
            <p:cNvSpPr/>
            <p:nvPr/>
          </p:nvSpPr>
          <p:spPr bwMode="gray">
            <a:xfrm>
              <a:off x="2802857" y="3823321"/>
              <a:ext cx="1444869"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Others? </a:t>
              </a:r>
              <a:r>
                <a:rPr lang="en-US" sz="1000" kern="0">
                  <a:solidFill>
                    <a:srgbClr val="FF0000"/>
                  </a:solidFill>
                  <a:latin typeface="Segoe UI" panose="020B0502040204020203" pitchFamily="34" charset="0"/>
                  <a:cs typeface="Segoe UI" panose="020B0502040204020203" pitchFamily="34" charset="0"/>
                </a:rPr>
                <a:t>TBD</a:t>
              </a:r>
            </a:p>
          </p:txBody>
        </p:sp>
        <p:pic>
          <p:nvPicPr>
            <p:cNvPr id="43" name="Graphic 42" descr="User">
              <a:extLst>
                <a:ext uri="{FF2B5EF4-FFF2-40B4-BE49-F238E27FC236}">
                  <a16:creationId xmlns:a16="http://schemas.microsoft.com/office/drawing/2014/main" id="{50136370-A178-1FE6-7C39-33B6979A6F5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74530" y="3895137"/>
              <a:ext cx="274072" cy="274072"/>
            </a:xfrm>
            <a:prstGeom prst="rect">
              <a:avLst/>
            </a:prstGeom>
          </p:spPr>
        </p:pic>
      </p:grpSp>
      <p:sp>
        <p:nvSpPr>
          <p:cNvPr id="4" name="Rectangle 3">
            <a:extLst>
              <a:ext uri="{FF2B5EF4-FFF2-40B4-BE49-F238E27FC236}">
                <a16:creationId xmlns:a16="http://schemas.microsoft.com/office/drawing/2014/main" id="{52614848-FD56-A499-9D0E-6C3CF5D6BA87}"/>
              </a:ext>
            </a:extLst>
          </p:cNvPr>
          <p:cNvSpPr/>
          <p:nvPr/>
        </p:nvSpPr>
        <p:spPr bwMode="gray">
          <a:xfrm>
            <a:off x="8319732" y="4213882"/>
            <a:ext cx="1690963" cy="370985"/>
          </a:xfrm>
          <a:prstGeom prst="rect">
            <a:avLst/>
          </a:prstGeom>
          <a:noFill/>
          <a:ln w="9525" algn="ctr">
            <a:solidFill>
              <a:srgbClr val="53565A"/>
            </a:solidFill>
            <a:miter lim="800000"/>
            <a:headEnd/>
            <a:tailEnd/>
          </a:ln>
        </p:spPr>
        <p:txBody>
          <a:bodyPr wrap="square" lIns="88900" tIns="88900" rIns="88900" bIns="88900" rtlCol="0" anchor="ctr"/>
          <a:lstStyle/>
          <a:p>
            <a:pPr marL="0" marR="0" lvl="0" indent="0" defTabSz="1219170" eaLnBrk="1" fontAlgn="auto" latinLnBrk="0" hangingPunct="1">
              <a:lnSpc>
                <a:spcPct val="106000"/>
              </a:lnSpc>
              <a:spcBef>
                <a:spcPts val="0"/>
              </a:spcBef>
              <a:spcAft>
                <a:spcPts val="0"/>
              </a:spcAft>
              <a:buClrTx/>
              <a:buSzTx/>
              <a:buFont typeface="Wingdings 2" pitchFamily="18" charset="2"/>
              <a:buNone/>
              <a:tabLst/>
              <a:defRPr/>
            </a:pPr>
            <a:r>
              <a:rPr lang="en-US" sz="1000" kern="0">
                <a:solidFill>
                  <a:prstClr val="black"/>
                </a:solidFill>
                <a:latin typeface="Segoe UI" panose="020B0502040204020203" pitchFamily="34" charset="0"/>
                <a:cs typeface="Segoe UI" panose="020B0502040204020203" pitchFamily="34" charset="0"/>
              </a:rPr>
              <a:t> </a:t>
            </a:r>
            <a:r>
              <a:rPr lang="en-US" sz="1000" kern="0">
                <a:latin typeface="Segoe UI" panose="020B0502040204020203" pitchFamily="34" charset="0"/>
                <a:cs typeface="Segoe UI" panose="020B0502040204020203" pitchFamily="34" charset="0"/>
              </a:rPr>
              <a:t>Networking</a:t>
            </a:r>
          </a:p>
        </p:txBody>
      </p:sp>
      <p:pic>
        <p:nvPicPr>
          <p:cNvPr id="10" name="Graphic 9" descr="User">
            <a:extLst>
              <a:ext uri="{FF2B5EF4-FFF2-40B4-BE49-F238E27FC236}">
                <a16:creationId xmlns:a16="http://schemas.microsoft.com/office/drawing/2014/main" id="{34030A0C-4A15-9B82-6154-1659E6B3964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30921" y="4251138"/>
            <a:ext cx="274072" cy="274072"/>
          </a:xfrm>
          <a:prstGeom prst="rect">
            <a:avLst/>
          </a:prstGeom>
        </p:spPr>
      </p:pic>
    </p:spTree>
    <p:extLst>
      <p:ext uri="{BB962C8B-B14F-4D97-AF65-F5344CB8AC3E}">
        <p14:creationId xmlns:p14="http://schemas.microsoft.com/office/powerpoint/2010/main" val="3266309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0A1C8-FE49-CC1B-C21E-04E20F595229}"/>
              </a:ext>
            </a:extLst>
          </p:cNvPr>
          <p:cNvSpPr>
            <a:spLocks noGrp="1"/>
          </p:cNvSpPr>
          <p:nvPr>
            <p:ph type="title"/>
          </p:nvPr>
        </p:nvSpPr>
        <p:spPr>
          <a:xfrm>
            <a:off x="630531" y="668281"/>
            <a:ext cx="10363200" cy="1088136"/>
          </a:xfrm>
        </p:spPr>
        <p:txBody>
          <a:bodyPr/>
          <a:lstStyle/>
          <a:p>
            <a:r>
              <a:rPr lang="en-US" dirty="0"/>
              <a:t>Current Estimated Project Costs</a:t>
            </a:r>
          </a:p>
        </p:txBody>
      </p:sp>
      <p:sp>
        <p:nvSpPr>
          <p:cNvPr id="4" name="Text Placeholder 3">
            <a:extLst>
              <a:ext uri="{FF2B5EF4-FFF2-40B4-BE49-F238E27FC236}">
                <a16:creationId xmlns:a16="http://schemas.microsoft.com/office/drawing/2014/main" id="{3D48D14F-EB58-4FCA-117E-3C6CB3BD4E75}"/>
              </a:ext>
            </a:extLst>
          </p:cNvPr>
          <p:cNvSpPr>
            <a:spLocks noGrp="1"/>
          </p:cNvSpPr>
          <p:nvPr>
            <p:ph type="body" sz="quarter" idx="10"/>
          </p:nvPr>
        </p:nvSpPr>
        <p:spPr>
          <a:xfrm>
            <a:off x="917304" y="1828800"/>
            <a:ext cx="10363200" cy="820396"/>
          </a:xfrm>
        </p:spPr>
        <p:txBody>
          <a:bodyPr vert="horz" lIns="91440" tIns="45720" rIns="91440" bIns="45720" rtlCol="0" anchor="t">
            <a:normAutofit/>
          </a:bodyPr>
          <a:lstStyle/>
          <a:p>
            <a:r>
              <a:rPr lang="en-US" dirty="0"/>
              <a:t>Updated proposal received from Nuvento. Team review scheduled on December 18</a:t>
            </a:r>
          </a:p>
          <a:p>
            <a:r>
              <a:rPr lang="en-US" dirty="0"/>
              <a:t>Current estimates costs are shown below:</a:t>
            </a:r>
          </a:p>
          <a:p>
            <a:endParaRPr lang="en-US" dirty="0">
              <a:cs typeface="Segoe UI"/>
            </a:endParaRPr>
          </a:p>
          <a:p>
            <a:endParaRPr lang="en-US" dirty="0">
              <a:cs typeface="Segoe UI"/>
            </a:endParaRPr>
          </a:p>
          <a:p>
            <a:endParaRPr lang="en-US" dirty="0">
              <a:cs typeface="Segoe UI"/>
            </a:endParaRPr>
          </a:p>
        </p:txBody>
      </p:sp>
      <p:pic>
        <p:nvPicPr>
          <p:cNvPr id="5" name="Picture 4">
            <a:extLst>
              <a:ext uri="{FF2B5EF4-FFF2-40B4-BE49-F238E27FC236}">
                <a16:creationId xmlns:a16="http://schemas.microsoft.com/office/drawing/2014/main" id="{C0D5949E-6BA4-F6D5-3A61-6CE906DB46E0}"/>
              </a:ext>
            </a:extLst>
          </p:cNvPr>
          <p:cNvPicPr>
            <a:picLocks noChangeAspect="1"/>
          </p:cNvPicPr>
          <p:nvPr/>
        </p:nvPicPr>
        <p:blipFill>
          <a:blip r:embed="rId2"/>
          <a:stretch>
            <a:fillRect/>
          </a:stretch>
        </p:blipFill>
        <p:spPr>
          <a:xfrm>
            <a:off x="630531" y="2760146"/>
            <a:ext cx="10930937" cy="2042918"/>
          </a:xfrm>
          <a:prstGeom prst="rect">
            <a:avLst/>
          </a:prstGeom>
        </p:spPr>
      </p:pic>
    </p:spTree>
    <p:extLst>
      <p:ext uri="{BB962C8B-B14F-4D97-AF65-F5344CB8AC3E}">
        <p14:creationId xmlns:p14="http://schemas.microsoft.com/office/powerpoint/2010/main" val="366215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29A3998-1FF6-5EF4-66F2-67EBAFF26BD2}"/>
              </a:ext>
            </a:extLst>
          </p:cNvPr>
          <p:cNvSpPr>
            <a:spLocks noGrp="1"/>
          </p:cNvSpPr>
          <p:nvPr>
            <p:ph type="title"/>
          </p:nvPr>
        </p:nvSpPr>
        <p:spPr>
          <a:xfrm>
            <a:off x="372725" y="407857"/>
            <a:ext cx="11402008" cy="430468"/>
          </a:xfrm>
        </p:spPr>
        <p:txBody>
          <a:bodyPr/>
          <a:lstStyle/>
          <a:p>
            <a:r>
              <a:rPr lang="en-US" sz="3600" dirty="0"/>
              <a:t>High level proposed implementation timeline (MVP)*</a:t>
            </a:r>
          </a:p>
        </p:txBody>
      </p:sp>
      <p:sp>
        <p:nvSpPr>
          <p:cNvPr id="6" name="Rectangle 5">
            <a:extLst>
              <a:ext uri="{FF2B5EF4-FFF2-40B4-BE49-F238E27FC236}">
                <a16:creationId xmlns:a16="http://schemas.microsoft.com/office/drawing/2014/main" id="{3B03B008-0E02-FD45-E322-89E1D40CA3CD}"/>
              </a:ext>
            </a:extLst>
          </p:cNvPr>
          <p:cNvSpPr/>
          <p:nvPr/>
        </p:nvSpPr>
        <p:spPr>
          <a:xfrm>
            <a:off x="376304" y="3280834"/>
            <a:ext cx="1826653" cy="134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C57509A-010A-9BC9-1F2F-9A29485CD034}"/>
              </a:ext>
            </a:extLst>
          </p:cNvPr>
          <p:cNvSpPr/>
          <p:nvPr/>
        </p:nvSpPr>
        <p:spPr>
          <a:xfrm>
            <a:off x="2202957" y="3286820"/>
            <a:ext cx="1795334" cy="133847"/>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8CF4102-EDB7-F658-2533-2304B38A5C66}"/>
              </a:ext>
            </a:extLst>
          </p:cNvPr>
          <p:cNvSpPr/>
          <p:nvPr/>
        </p:nvSpPr>
        <p:spPr>
          <a:xfrm>
            <a:off x="3991126" y="3279128"/>
            <a:ext cx="1821253" cy="133847"/>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794E17B-F310-AA99-BF3F-FAFD801AE732}"/>
              </a:ext>
            </a:extLst>
          </p:cNvPr>
          <p:cNvSpPr/>
          <p:nvPr/>
        </p:nvSpPr>
        <p:spPr>
          <a:xfrm>
            <a:off x="5779301" y="3275438"/>
            <a:ext cx="1821247" cy="133847"/>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040CB05C-F1A4-7744-747A-847141733976}"/>
              </a:ext>
            </a:extLst>
          </p:cNvPr>
          <p:cNvCxnSpPr>
            <a:cxnSpLocks/>
          </p:cNvCxnSpPr>
          <p:nvPr/>
        </p:nvCxnSpPr>
        <p:spPr>
          <a:xfrm>
            <a:off x="395423" y="2755481"/>
            <a:ext cx="0" cy="523647"/>
          </a:xfrm>
          <a:prstGeom prst="line">
            <a:avLst/>
          </a:prstGeom>
          <a:ln w="3175">
            <a:solidFill>
              <a:schemeClr val="tx2"/>
            </a:solidFill>
            <a:headEnd type="oval"/>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0">
            <a:extLst>
              <a:ext uri="{FF2B5EF4-FFF2-40B4-BE49-F238E27FC236}">
                <a16:creationId xmlns:a16="http://schemas.microsoft.com/office/drawing/2014/main" id="{BFC26B8A-60A8-6DDA-0839-03A7D88C9C5D}"/>
              </a:ext>
            </a:extLst>
          </p:cNvPr>
          <p:cNvSpPr txBox="1">
            <a:spLocks/>
          </p:cNvSpPr>
          <p:nvPr/>
        </p:nvSpPr>
        <p:spPr>
          <a:xfrm>
            <a:off x="416559" y="801947"/>
            <a:ext cx="2377406" cy="312935"/>
          </a:xfrm>
          <a:prstGeom prst="rect">
            <a:avLst/>
          </a:prstGeom>
        </p:spPr>
        <p:txBody>
          <a:bodyPr vert="horz" lIns="0"/>
          <a:lstStyle>
            <a:lvl1pPr marL="0" marR="0" indent="0" algn="l" defTabSz="914400" rtl="0" eaLnBrk="1" fontAlgn="base" latinLnBrk="0" hangingPunct="1">
              <a:lnSpc>
                <a:spcPct val="100000"/>
              </a:lnSpc>
              <a:spcBef>
                <a:spcPts val="500"/>
              </a:spcBef>
              <a:spcAft>
                <a:spcPts val="300"/>
              </a:spcAft>
              <a:buClr>
                <a:schemeClr val="tx1"/>
              </a:buClr>
              <a:buSzPct val="100000"/>
              <a:buFontTx/>
              <a:buNone/>
              <a:tabLst/>
              <a:defRPr sz="1400" b="1" kern="1200" baseline="0">
                <a:solidFill>
                  <a:schemeClr val="tx1"/>
                </a:solidFill>
                <a:latin typeface="Sarabun Bold"/>
                <a:ea typeface="+mn-ea"/>
                <a:cs typeface="Sarabun Bold"/>
              </a:defRPr>
            </a:lvl1pPr>
            <a:lvl2pPr marL="4572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2pPr>
            <a:lvl3pPr marL="9144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3pPr>
            <a:lvl4pPr marL="13716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4pPr>
            <a:lvl5pPr marL="18288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800" b="0" i="1" dirty="0">
                <a:solidFill>
                  <a:schemeClr val="bg1">
                    <a:lumMod val="65000"/>
                  </a:schemeClr>
                </a:solidFill>
                <a:latin typeface="+mj-lt"/>
              </a:rPr>
              <a:t>November - December</a:t>
            </a:r>
          </a:p>
        </p:txBody>
      </p:sp>
      <p:sp>
        <p:nvSpPr>
          <p:cNvPr id="12" name="Text Placeholder 10">
            <a:extLst>
              <a:ext uri="{FF2B5EF4-FFF2-40B4-BE49-F238E27FC236}">
                <a16:creationId xmlns:a16="http://schemas.microsoft.com/office/drawing/2014/main" id="{F2691ABA-1938-99B8-5807-7219BC44AB5E}"/>
              </a:ext>
            </a:extLst>
          </p:cNvPr>
          <p:cNvSpPr txBox="1">
            <a:spLocks/>
          </p:cNvSpPr>
          <p:nvPr/>
        </p:nvSpPr>
        <p:spPr>
          <a:xfrm>
            <a:off x="4094842" y="809919"/>
            <a:ext cx="2295331" cy="317911"/>
          </a:xfrm>
          <a:prstGeom prst="rect">
            <a:avLst/>
          </a:prstGeom>
        </p:spPr>
        <p:txBody>
          <a:bodyPr vert="horz" lIns="0"/>
          <a:lstStyle>
            <a:lvl1pPr marL="0" marR="0" indent="0" algn="l" defTabSz="914400" rtl="0" eaLnBrk="1" fontAlgn="base" latinLnBrk="0" hangingPunct="1">
              <a:lnSpc>
                <a:spcPct val="100000"/>
              </a:lnSpc>
              <a:spcBef>
                <a:spcPts val="500"/>
              </a:spcBef>
              <a:spcAft>
                <a:spcPts val="300"/>
              </a:spcAft>
              <a:buClr>
                <a:schemeClr val="tx1"/>
              </a:buClr>
              <a:buSzPct val="100000"/>
              <a:buFontTx/>
              <a:buNone/>
              <a:tabLst/>
              <a:defRPr sz="1400" b="1" kern="1200" baseline="0">
                <a:solidFill>
                  <a:schemeClr val="tx1"/>
                </a:solidFill>
                <a:latin typeface="Sarabun Bold"/>
                <a:ea typeface="+mn-ea"/>
                <a:cs typeface="Sarabun Bold"/>
              </a:defRPr>
            </a:lvl1pPr>
            <a:lvl2pPr marL="4572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2pPr>
            <a:lvl3pPr marL="9144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3pPr>
            <a:lvl4pPr marL="13716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4pPr>
            <a:lvl5pPr marL="18288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800" b="0" i="1" dirty="0">
                <a:latin typeface="+mj-lt"/>
              </a:rPr>
              <a:t>February</a:t>
            </a:r>
          </a:p>
        </p:txBody>
      </p:sp>
      <p:sp>
        <p:nvSpPr>
          <p:cNvPr id="13" name="Text Placeholder 10">
            <a:extLst>
              <a:ext uri="{FF2B5EF4-FFF2-40B4-BE49-F238E27FC236}">
                <a16:creationId xmlns:a16="http://schemas.microsoft.com/office/drawing/2014/main" id="{1883D1AF-CBFC-FF4F-5614-300371EE2F16}"/>
              </a:ext>
            </a:extLst>
          </p:cNvPr>
          <p:cNvSpPr txBox="1">
            <a:spLocks/>
          </p:cNvSpPr>
          <p:nvPr/>
        </p:nvSpPr>
        <p:spPr>
          <a:xfrm>
            <a:off x="2098610" y="4200104"/>
            <a:ext cx="2295331" cy="315504"/>
          </a:xfrm>
          <a:prstGeom prst="rect">
            <a:avLst/>
          </a:prstGeom>
        </p:spPr>
        <p:txBody>
          <a:bodyPr vert="horz" lIns="0"/>
          <a:lstStyle>
            <a:lvl1pPr marL="0" marR="0" indent="0" algn="l" defTabSz="914400" rtl="0" eaLnBrk="1" fontAlgn="base" latinLnBrk="0" hangingPunct="1">
              <a:lnSpc>
                <a:spcPct val="100000"/>
              </a:lnSpc>
              <a:spcBef>
                <a:spcPts val="500"/>
              </a:spcBef>
              <a:spcAft>
                <a:spcPts val="300"/>
              </a:spcAft>
              <a:buClr>
                <a:schemeClr val="tx1"/>
              </a:buClr>
              <a:buSzPct val="100000"/>
              <a:buFontTx/>
              <a:buNone/>
              <a:tabLst/>
              <a:defRPr sz="1400" b="1" kern="1200" baseline="0">
                <a:solidFill>
                  <a:schemeClr val="tx1"/>
                </a:solidFill>
                <a:latin typeface="Sarabun Bold"/>
                <a:ea typeface="+mn-ea"/>
                <a:cs typeface="Sarabun Bold"/>
              </a:defRPr>
            </a:lvl1pPr>
            <a:lvl2pPr marL="4572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2pPr>
            <a:lvl3pPr marL="9144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3pPr>
            <a:lvl4pPr marL="13716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4pPr>
            <a:lvl5pPr marL="18288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800" b="0" i="1" dirty="0">
                <a:solidFill>
                  <a:schemeClr val="bg1">
                    <a:lumMod val="65000"/>
                  </a:schemeClr>
                </a:solidFill>
                <a:latin typeface="+mj-lt"/>
              </a:rPr>
              <a:t>January</a:t>
            </a:r>
          </a:p>
        </p:txBody>
      </p:sp>
      <p:sp>
        <p:nvSpPr>
          <p:cNvPr id="14" name="Text Placeholder 10">
            <a:extLst>
              <a:ext uri="{FF2B5EF4-FFF2-40B4-BE49-F238E27FC236}">
                <a16:creationId xmlns:a16="http://schemas.microsoft.com/office/drawing/2014/main" id="{9B9BE8AA-6AE9-6B17-0565-EBF9CA389D5A}"/>
              </a:ext>
            </a:extLst>
          </p:cNvPr>
          <p:cNvSpPr txBox="1">
            <a:spLocks/>
          </p:cNvSpPr>
          <p:nvPr/>
        </p:nvSpPr>
        <p:spPr>
          <a:xfrm>
            <a:off x="5706736" y="4138173"/>
            <a:ext cx="2295331" cy="315505"/>
          </a:xfrm>
          <a:prstGeom prst="rect">
            <a:avLst/>
          </a:prstGeom>
        </p:spPr>
        <p:txBody>
          <a:bodyPr vert="horz" lIns="0"/>
          <a:lstStyle>
            <a:lvl1pPr marL="0" marR="0" indent="0" algn="l" defTabSz="914400" rtl="0" eaLnBrk="1" fontAlgn="base" latinLnBrk="0" hangingPunct="1">
              <a:lnSpc>
                <a:spcPct val="100000"/>
              </a:lnSpc>
              <a:spcBef>
                <a:spcPts val="500"/>
              </a:spcBef>
              <a:spcAft>
                <a:spcPts val="300"/>
              </a:spcAft>
              <a:buClr>
                <a:schemeClr val="tx1"/>
              </a:buClr>
              <a:buSzPct val="100000"/>
              <a:buFontTx/>
              <a:buNone/>
              <a:tabLst/>
              <a:defRPr sz="1400" b="1" kern="1200" baseline="0">
                <a:solidFill>
                  <a:schemeClr val="tx1"/>
                </a:solidFill>
                <a:latin typeface="Sarabun Bold"/>
                <a:ea typeface="+mn-ea"/>
                <a:cs typeface="Sarabun Bold"/>
              </a:defRPr>
            </a:lvl1pPr>
            <a:lvl2pPr marL="4572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2pPr>
            <a:lvl3pPr marL="9144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3pPr>
            <a:lvl4pPr marL="13716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4pPr>
            <a:lvl5pPr marL="18288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800" b="0" i="1" dirty="0">
                <a:latin typeface="+mj-lt"/>
              </a:rPr>
              <a:t>March</a:t>
            </a:r>
          </a:p>
        </p:txBody>
      </p:sp>
      <p:sp>
        <p:nvSpPr>
          <p:cNvPr id="15" name="Text Placeholder 4">
            <a:extLst>
              <a:ext uri="{FF2B5EF4-FFF2-40B4-BE49-F238E27FC236}">
                <a16:creationId xmlns:a16="http://schemas.microsoft.com/office/drawing/2014/main" id="{6038CF76-9E35-4033-7720-82C93DFE68CD}"/>
              </a:ext>
            </a:extLst>
          </p:cNvPr>
          <p:cNvSpPr txBox="1">
            <a:spLocks/>
          </p:cNvSpPr>
          <p:nvPr/>
        </p:nvSpPr>
        <p:spPr>
          <a:xfrm>
            <a:off x="389321" y="1131711"/>
            <a:ext cx="2291410" cy="1487996"/>
          </a:xfrm>
          <a:prstGeom prst="rect">
            <a:avLst/>
          </a:prstGeom>
        </p:spPr>
        <p:txBody>
          <a:bodyPr vert="horz" lIns="0"/>
          <a:lstStyle>
            <a:lvl1pPr marL="0" marR="0" indent="0" algn="l" defTabSz="914400" rtl="0" eaLnBrk="1" fontAlgn="base" latinLnBrk="0" hangingPunct="1">
              <a:lnSpc>
                <a:spcPct val="150000"/>
              </a:lnSpc>
              <a:spcBef>
                <a:spcPts val="500"/>
              </a:spcBef>
              <a:spcAft>
                <a:spcPts val="300"/>
              </a:spcAft>
              <a:buClr>
                <a:schemeClr val="tx1"/>
              </a:buClr>
              <a:buSzPct val="100000"/>
              <a:buFont typeface="Arial" panose="020B0604020202020204" pitchFamily="34" charset="0"/>
              <a:buNone/>
              <a:tabLst/>
              <a:defRPr sz="1000" kern="1200">
                <a:solidFill>
                  <a:schemeClr val="tx1">
                    <a:lumMod val="75000"/>
                    <a:lumOff val="25000"/>
                  </a:schemeClr>
                </a:solidFill>
                <a:latin typeface="+mn-lt"/>
                <a:ea typeface="+mn-ea"/>
                <a:cs typeface="+mn-cs"/>
              </a:defRPr>
            </a:lvl1pPr>
            <a:lvl2pPr marL="457200" marR="0" indent="0"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None/>
              <a:tabLst/>
              <a:defRPr sz="1200" kern="1200">
                <a:solidFill>
                  <a:schemeClr val="tx1">
                    <a:lumMod val="75000"/>
                    <a:lumOff val="25000"/>
                  </a:schemeClr>
                </a:solidFill>
                <a:latin typeface="+mn-lt"/>
                <a:ea typeface="+mn-ea"/>
                <a:cs typeface="+mn-cs"/>
              </a:defRPr>
            </a:lvl2pPr>
            <a:lvl3pPr marL="914400" marR="0" indent="0" algn="l" defTabSz="914400" rtl="0" eaLnBrk="1" fontAlgn="base" latinLnBrk="0" hangingPunct="1">
              <a:lnSpc>
                <a:spcPct val="100000"/>
              </a:lnSpc>
              <a:spcBef>
                <a:spcPts val="500"/>
              </a:spcBef>
              <a:spcAft>
                <a:spcPts val="300"/>
              </a:spcAft>
              <a:buClr>
                <a:schemeClr val="tx1"/>
              </a:buClr>
              <a:buSzPct val="100000"/>
              <a:buFont typeface="Wingdings" panose="05000000000000000000" pitchFamily="2" charset="2"/>
              <a:buNone/>
              <a:tabLst/>
              <a:defRPr sz="1200" kern="1200">
                <a:solidFill>
                  <a:schemeClr val="tx1">
                    <a:lumMod val="75000"/>
                    <a:lumOff val="25000"/>
                  </a:schemeClr>
                </a:solidFill>
                <a:latin typeface="+mn-lt"/>
                <a:ea typeface="+mn-ea"/>
                <a:cs typeface="+mn-cs"/>
              </a:defRPr>
            </a:lvl3pPr>
            <a:lvl4pPr marL="1371600" marR="0" indent="0"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None/>
              <a:tabLst/>
              <a:defRPr sz="1200" kern="1200">
                <a:solidFill>
                  <a:schemeClr val="tx1">
                    <a:lumMod val="75000"/>
                    <a:lumOff val="25000"/>
                  </a:schemeClr>
                </a:solidFill>
                <a:latin typeface="+mn-lt"/>
                <a:ea typeface="+mn-ea"/>
                <a:cs typeface="+mn-cs"/>
              </a:defRPr>
            </a:lvl4pPr>
            <a:lvl5pPr marL="1828800" marR="0" indent="0" algn="l" defTabSz="914400" rtl="0" eaLnBrk="1" fontAlgn="base" latinLnBrk="0" hangingPunct="1">
              <a:lnSpc>
                <a:spcPct val="100000"/>
              </a:lnSpc>
              <a:spcBef>
                <a:spcPts val="500"/>
              </a:spcBef>
              <a:spcAft>
                <a:spcPts val="300"/>
              </a:spcAft>
              <a:buClr>
                <a:schemeClr val="tx1"/>
              </a:buClr>
              <a:buSzPct val="100000"/>
              <a:buFont typeface="Arial" panose="020B0604020202020204" pitchFamily="34" charset="0"/>
              <a:buNone/>
              <a:tabLst/>
              <a:defRPr sz="12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00000"/>
              </a:lnSpc>
            </a:pPr>
            <a:r>
              <a:rPr lang="en-US" sz="800" dirty="0">
                <a:solidFill>
                  <a:schemeClr val="bg1">
                    <a:lumMod val="65000"/>
                  </a:schemeClr>
                </a:solidFill>
              </a:rPr>
              <a:t>Due diligence sessions conducted</a:t>
            </a:r>
          </a:p>
          <a:p>
            <a:pPr>
              <a:lnSpc>
                <a:spcPct val="100000"/>
              </a:lnSpc>
            </a:pPr>
            <a:r>
              <a:rPr lang="en-US" sz="800" dirty="0">
                <a:ea typeface="EB Garamond"/>
              </a:rPr>
              <a:t>Team testing Fabric functionality in sandbox</a:t>
            </a:r>
            <a:endParaRPr lang="en-US" sz="800" dirty="0">
              <a:solidFill>
                <a:schemeClr val="bg1">
                  <a:lumMod val="65000"/>
                </a:schemeClr>
              </a:solidFill>
            </a:endParaRPr>
          </a:p>
          <a:p>
            <a:pPr>
              <a:lnSpc>
                <a:spcPct val="100000"/>
              </a:lnSpc>
            </a:pPr>
            <a:r>
              <a:rPr lang="en-US" sz="800" dirty="0">
                <a:solidFill>
                  <a:schemeClr val="bg1">
                    <a:lumMod val="65000"/>
                  </a:schemeClr>
                </a:solidFill>
              </a:rPr>
              <a:t>Nuvento proposal review – in progress</a:t>
            </a:r>
          </a:p>
          <a:p>
            <a:pPr>
              <a:lnSpc>
                <a:spcPct val="100000"/>
              </a:lnSpc>
            </a:pPr>
            <a:r>
              <a:rPr lang="en-US" sz="800" dirty="0">
                <a:solidFill>
                  <a:schemeClr val="bg1">
                    <a:lumMod val="65000"/>
                  </a:schemeClr>
                </a:solidFill>
              </a:rPr>
              <a:t>Initiated vendor assessment for Nuvento</a:t>
            </a:r>
          </a:p>
          <a:p>
            <a:pPr>
              <a:lnSpc>
                <a:spcPct val="100000"/>
              </a:lnSpc>
            </a:pPr>
            <a:r>
              <a:rPr lang="en-US" sz="800" dirty="0">
                <a:solidFill>
                  <a:schemeClr val="bg1">
                    <a:lumMod val="65000"/>
                  </a:schemeClr>
                </a:solidFill>
              </a:rPr>
              <a:t>High-level implementation timeline developed</a:t>
            </a:r>
          </a:p>
          <a:p>
            <a:pPr>
              <a:lnSpc>
                <a:spcPct val="100000"/>
              </a:lnSpc>
            </a:pPr>
            <a:r>
              <a:rPr lang="en-US" sz="800" dirty="0">
                <a:solidFill>
                  <a:schemeClr val="bg1">
                    <a:lumMod val="65000"/>
                  </a:schemeClr>
                </a:solidFill>
              </a:rPr>
              <a:t>HIVE steering committee kick-off meeting</a:t>
            </a:r>
          </a:p>
          <a:p>
            <a:pPr>
              <a:lnSpc>
                <a:spcPct val="100000"/>
              </a:lnSpc>
            </a:pPr>
            <a:r>
              <a:rPr lang="en-US" sz="800" dirty="0">
                <a:solidFill>
                  <a:schemeClr val="bg1">
                    <a:lumMod val="65000"/>
                  </a:schemeClr>
                </a:solidFill>
              </a:rPr>
              <a:t>Initial onboarding plan developed</a:t>
            </a:r>
          </a:p>
          <a:p>
            <a:pPr>
              <a:lnSpc>
                <a:spcPct val="100000"/>
              </a:lnSpc>
            </a:pPr>
            <a:endParaRPr lang="en-US" sz="800" dirty="0">
              <a:solidFill>
                <a:schemeClr val="bg1">
                  <a:lumMod val="65000"/>
                </a:schemeClr>
              </a:solidFill>
            </a:endParaRPr>
          </a:p>
          <a:p>
            <a:pPr>
              <a:lnSpc>
                <a:spcPct val="100000"/>
              </a:lnSpc>
            </a:pPr>
            <a:endParaRPr lang="en-US" sz="800" dirty="0">
              <a:solidFill>
                <a:schemeClr val="bg1">
                  <a:lumMod val="65000"/>
                </a:schemeClr>
              </a:solidFill>
            </a:endParaRPr>
          </a:p>
        </p:txBody>
      </p:sp>
      <p:sp>
        <p:nvSpPr>
          <p:cNvPr id="16" name="Text Placeholder 4">
            <a:extLst>
              <a:ext uri="{FF2B5EF4-FFF2-40B4-BE49-F238E27FC236}">
                <a16:creationId xmlns:a16="http://schemas.microsoft.com/office/drawing/2014/main" id="{84ACED65-5BA1-B103-A1CA-F1CCB6A07610}"/>
              </a:ext>
            </a:extLst>
          </p:cNvPr>
          <p:cNvSpPr txBox="1">
            <a:spLocks/>
          </p:cNvSpPr>
          <p:nvPr/>
        </p:nvSpPr>
        <p:spPr>
          <a:xfrm>
            <a:off x="3870494" y="1054427"/>
            <a:ext cx="2561593" cy="1349615"/>
          </a:xfrm>
          <a:prstGeom prst="rect">
            <a:avLst/>
          </a:prstGeom>
        </p:spPr>
        <p:txBody>
          <a:bodyPr vert="horz" lIns="0"/>
          <a:lstStyle>
            <a:lvl1pPr marL="0" marR="0" indent="0" algn="l" defTabSz="914400" rtl="0" eaLnBrk="1" fontAlgn="base" latinLnBrk="0" hangingPunct="1">
              <a:lnSpc>
                <a:spcPct val="150000"/>
              </a:lnSpc>
              <a:spcBef>
                <a:spcPts val="500"/>
              </a:spcBef>
              <a:spcAft>
                <a:spcPts val="300"/>
              </a:spcAft>
              <a:buClr>
                <a:schemeClr val="tx1"/>
              </a:buClr>
              <a:buSzPct val="100000"/>
              <a:buFont typeface="Arial" panose="020B0604020202020204" pitchFamily="34" charset="0"/>
              <a:buNone/>
              <a:tabLst/>
              <a:defRPr sz="1000" kern="1200">
                <a:solidFill>
                  <a:schemeClr val="tx1">
                    <a:lumMod val="75000"/>
                    <a:lumOff val="25000"/>
                  </a:schemeClr>
                </a:solidFill>
                <a:latin typeface="+mn-lt"/>
                <a:ea typeface="+mn-ea"/>
                <a:cs typeface="+mn-cs"/>
              </a:defRPr>
            </a:lvl1pPr>
            <a:lvl2pPr marL="457200" marR="0" indent="0"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None/>
              <a:tabLst/>
              <a:defRPr sz="1200" kern="1200">
                <a:solidFill>
                  <a:schemeClr val="tx1">
                    <a:lumMod val="75000"/>
                    <a:lumOff val="25000"/>
                  </a:schemeClr>
                </a:solidFill>
                <a:latin typeface="+mn-lt"/>
                <a:ea typeface="+mn-ea"/>
                <a:cs typeface="+mn-cs"/>
              </a:defRPr>
            </a:lvl2pPr>
            <a:lvl3pPr marL="914400" marR="0" indent="0" algn="l" defTabSz="914400" rtl="0" eaLnBrk="1" fontAlgn="base" latinLnBrk="0" hangingPunct="1">
              <a:lnSpc>
                <a:spcPct val="100000"/>
              </a:lnSpc>
              <a:spcBef>
                <a:spcPts val="500"/>
              </a:spcBef>
              <a:spcAft>
                <a:spcPts val="300"/>
              </a:spcAft>
              <a:buClr>
                <a:schemeClr val="tx1"/>
              </a:buClr>
              <a:buSzPct val="100000"/>
              <a:buFont typeface="Wingdings" panose="05000000000000000000" pitchFamily="2" charset="2"/>
              <a:buNone/>
              <a:tabLst/>
              <a:defRPr sz="1200" kern="1200">
                <a:solidFill>
                  <a:schemeClr val="tx1">
                    <a:lumMod val="75000"/>
                    <a:lumOff val="25000"/>
                  </a:schemeClr>
                </a:solidFill>
                <a:latin typeface="+mn-lt"/>
                <a:ea typeface="+mn-ea"/>
                <a:cs typeface="+mn-cs"/>
              </a:defRPr>
            </a:lvl3pPr>
            <a:lvl4pPr marL="1371600" marR="0" indent="0"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None/>
              <a:tabLst/>
              <a:defRPr sz="1200" kern="1200">
                <a:solidFill>
                  <a:schemeClr val="tx1">
                    <a:lumMod val="75000"/>
                    <a:lumOff val="25000"/>
                  </a:schemeClr>
                </a:solidFill>
                <a:latin typeface="+mn-lt"/>
                <a:ea typeface="+mn-ea"/>
                <a:cs typeface="+mn-cs"/>
              </a:defRPr>
            </a:lvl4pPr>
            <a:lvl5pPr marL="1828800" marR="0" indent="0" algn="l" defTabSz="914400" rtl="0" eaLnBrk="1" fontAlgn="base" latinLnBrk="0" hangingPunct="1">
              <a:lnSpc>
                <a:spcPct val="100000"/>
              </a:lnSpc>
              <a:spcBef>
                <a:spcPts val="500"/>
              </a:spcBef>
              <a:spcAft>
                <a:spcPts val="300"/>
              </a:spcAft>
              <a:buClr>
                <a:schemeClr val="tx1"/>
              </a:buClr>
              <a:buSzPct val="100000"/>
              <a:buFont typeface="Arial" panose="020B0604020202020204" pitchFamily="34" charset="0"/>
              <a:buNone/>
              <a:tabLst/>
              <a:defRPr sz="12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00000"/>
              </a:lnSpc>
            </a:pPr>
            <a:endParaRPr lang="en-US"/>
          </a:p>
        </p:txBody>
      </p:sp>
      <p:sp>
        <p:nvSpPr>
          <p:cNvPr id="17" name="Text Placeholder 4">
            <a:extLst>
              <a:ext uri="{FF2B5EF4-FFF2-40B4-BE49-F238E27FC236}">
                <a16:creationId xmlns:a16="http://schemas.microsoft.com/office/drawing/2014/main" id="{22354091-4ECC-545D-420E-D723B7C5BD8F}"/>
              </a:ext>
            </a:extLst>
          </p:cNvPr>
          <p:cNvSpPr txBox="1">
            <a:spLocks/>
          </p:cNvSpPr>
          <p:nvPr/>
        </p:nvSpPr>
        <p:spPr>
          <a:xfrm>
            <a:off x="2110070" y="4620000"/>
            <a:ext cx="2291410" cy="1832069"/>
          </a:xfrm>
          <a:prstGeom prst="rect">
            <a:avLst/>
          </a:prstGeom>
        </p:spPr>
        <p:txBody>
          <a:bodyPr vert="horz" lIns="0"/>
          <a:lstStyle>
            <a:lvl1pPr marL="0" marR="0" indent="0" algn="l" defTabSz="914400" rtl="0" eaLnBrk="1" fontAlgn="base" latinLnBrk="0" hangingPunct="1">
              <a:lnSpc>
                <a:spcPct val="150000"/>
              </a:lnSpc>
              <a:spcBef>
                <a:spcPts val="500"/>
              </a:spcBef>
              <a:spcAft>
                <a:spcPts val="300"/>
              </a:spcAft>
              <a:buClr>
                <a:schemeClr val="tx1"/>
              </a:buClr>
              <a:buSzPct val="100000"/>
              <a:buFont typeface="Arial" panose="020B0604020202020204" pitchFamily="34" charset="0"/>
              <a:buNone/>
              <a:tabLst/>
              <a:defRPr sz="1000" kern="1200">
                <a:solidFill>
                  <a:schemeClr val="tx1">
                    <a:lumMod val="75000"/>
                    <a:lumOff val="25000"/>
                  </a:schemeClr>
                </a:solidFill>
                <a:latin typeface="+mn-lt"/>
                <a:ea typeface="+mn-ea"/>
                <a:cs typeface="+mn-cs"/>
              </a:defRPr>
            </a:lvl1pPr>
            <a:lvl2pPr marL="457200" marR="0" indent="0"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None/>
              <a:tabLst/>
              <a:defRPr sz="1200" kern="1200">
                <a:solidFill>
                  <a:schemeClr val="tx1">
                    <a:lumMod val="75000"/>
                    <a:lumOff val="25000"/>
                  </a:schemeClr>
                </a:solidFill>
                <a:latin typeface="+mn-lt"/>
                <a:ea typeface="+mn-ea"/>
                <a:cs typeface="+mn-cs"/>
              </a:defRPr>
            </a:lvl2pPr>
            <a:lvl3pPr marL="914400" marR="0" indent="0" algn="l" defTabSz="914400" rtl="0" eaLnBrk="1" fontAlgn="base" latinLnBrk="0" hangingPunct="1">
              <a:lnSpc>
                <a:spcPct val="100000"/>
              </a:lnSpc>
              <a:spcBef>
                <a:spcPts val="500"/>
              </a:spcBef>
              <a:spcAft>
                <a:spcPts val="300"/>
              </a:spcAft>
              <a:buClr>
                <a:schemeClr val="tx1"/>
              </a:buClr>
              <a:buSzPct val="100000"/>
              <a:buFont typeface="Wingdings" panose="05000000000000000000" pitchFamily="2" charset="2"/>
              <a:buNone/>
              <a:tabLst/>
              <a:defRPr sz="1200" kern="1200">
                <a:solidFill>
                  <a:schemeClr val="tx1">
                    <a:lumMod val="75000"/>
                    <a:lumOff val="25000"/>
                  </a:schemeClr>
                </a:solidFill>
                <a:latin typeface="+mn-lt"/>
                <a:ea typeface="+mn-ea"/>
                <a:cs typeface="+mn-cs"/>
              </a:defRPr>
            </a:lvl3pPr>
            <a:lvl4pPr marL="1371600" marR="0" indent="0"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None/>
              <a:tabLst/>
              <a:defRPr sz="1200" kern="1200">
                <a:solidFill>
                  <a:schemeClr val="tx1">
                    <a:lumMod val="75000"/>
                    <a:lumOff val="25000"/>
                  </a:schemeClr>
                </a:solidFill>
                <a:latin typeface="+mn-lt"/>
                <a:ea typeface="+mn-ea"/>
                <a:cs typeface="+mn-cs"/>
              </a:defRPr>
            </a:lvl4pPr>
            <a:lvl5pPr marL="1828800" marR="0" indent="0" algn="l" defTabSz="914400" rtl="0" eaLnBrk="1" fontAlgn="base" latinLnBrk="0" hangingPunct="1">
              <a:lnSpc>
                <a:spcPct val="100000"/>
              </a:lnSpc>
              <a:spcBef>
                <a:spcPts val="500"/>
              </a:spcBef>
              <a:spcAft>
                <a:spcPts val="300"/>
              </a:spcAft>
              <a:buClr>
                <a:schemeClr val="tx1"/>
              </a:buClr>
              <a:buSzPct val="100000"/>
              <a:buFont typeface="Arial" panose="020B0604020202020204" pitchFamily="34" charset="0"/>
              <a:buNone/>
              <a:tabLst/>
              <a:defRPr sz="12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00000"/>
              </a:lnSpc>
            </a:pPr>
            <a:r>
              <a:rPr lang="en-US" sz="800" dirty="0">
                <a:solidFill>
                  <a:schemeClr val="bg1">
                    <a:lumMod val="65000"/>
                  </a:schemeClr>
                </a:solidFill>
              </a:rPr>
              <a:t>Complete vendor assessment for Nuvento</a:t>
            </a:r>
          </a:p>
          <a:p>
            <a:pPr>
              <a:lnSpc>
                <a:spcPct val="100000"/>
              </a:lnSpc>
            </a:pPr>
            <a:r>
              <a:rPr lang="en-US" sz="800" dirty="0">
                <a:solidFill>
                  <a:schemeClr val="bg1">
                    <a:lumMod val="65000"/>
                  </a:schemeClr>
                </a:solidFill>
              </a:rPr>
              <a:t>Finalize MSA &amp; SOW with Nuvento</a:t>
            </a:r>
          </a:p>
          <a:p>
            <a:pPr>
              <a:lnSpc>
                <a:spcPct val="100000"/>
              </a:lnSpc>
            </a:pPr>
            <a:r>
              <a:rPr lang="en-US" sz="800" dirty="0">
                <a:solidFill>
                  <a:schemeClr val="bg1">
                    <a:lumMod val="65000"/>
                  </a:schemeClr>
                </a:solidFill>
              </a:rPr>
              <a:t>Develop proposed MVP implementation plan</a:t>
            </a:r>
          </a:p>
          <a:p>
            <a:pPr>
              <a:lnSpc>
                <a:spcPct val="100000"/>
              </a:lnSpc>
            </a:pPr>
            <a:r>
              <a:rPr lang="en-US" sz="800" dirty="0">
                <a:solidFill>
                  <a:schemeClr val="bg1">
                    <a:lumMod val="65000"/>
                  </a:schemeClr>
                </a:solidFill>
              </a:rPr>
              <a:t>Finalize MVP delivery plan and resources needed including capacity planning</a:t>
            </a:r>
          </a:p>
          <a:p>
            <a:pPr>
              <a:lnSpc>
                <a:spcPct val="100000"/>
              </a:lnSpc>
            </a:pPr>
            <a:r>
              <a:rPr lang="en-US" sz="800" dirty="0">
                <a:solidFill>
                  <a:schemeClr val="bg1">
                    <a:lumMod val="65000"/>
                  </a:schemeClr>
                </a:solidFill>
              </a:rPr>
              <a:t>Begin change management conversations</a:t>
            </a:r>
          </a:p>
          <a:p>
            <a:pPr>
              <a:lnSpc>
                <a:spcPct val="100000"/>
              </a:lnSpc>
            </a:pPr>
            <a:r>
              <a:rPr lang="en-US" sz="800" dirty="0">
                <a:solidFill>
                  <a:schemeClr val="bg1">
                    <a:lumMod val="65000"/>
                  </a:schemeClr>
                </a:solidFill>
              </a:rPr>
              <a:t>Continue work on infrastructure for dev and test environment </a:t>
            </a:r>
          </a:p>
          <a:p>
            <a:pPr>
              <a:lnSpc>
                <a:spcPct val="100000"/>
              </a:lnSpc>
            </a:pPr>
            <a:r>
              <a:rPr lang="en-US" sz="800" dirty="0">
                <a:solidFill>
                  <a:schemeClr val="bg1">
                    <a:lumMod val="65000"/>
                  </a:schemeClr>
                </a:solidFill>
              </a:rPr>
              <a:t>Onboard Nuvento resources</a:t>
            </a:r>
          </a:p>
          <a:p>
            <a:pPr>
              <a:lnSpc>
                <a:spcPct val="100000"/>
              </a:lnSpc>
            </a:pPr>
            <a:endParaRPr lang="en-US" sz="800" dirty="0">
              <a:solidFill>
                <a:schemeClr val="bg1">
                  <a:lumMod val="65000"/>
                </a:schemeClr>
              </a:solidFill>
            </a:endParaRPr>
          </a:p>
          <a:p>
            <a:pPr>
              <a:lnSpc>
                <a:spcPct val="100000"/>
              </a:lnSpc>
            </a:pPr>
            <a:endParaRPr lang="en-US" sz="800" dirty="0">
              <a:solidFill>
                <a:schemeClr val="bg1">
                  <a:lumMod val="65000"/>
                </a:schemeClr>
              </a:solidFill>
            </a:endParaRPr>
          </a:p>
          <a:p>
            <a:pPr>
              <a:lnSpc>
                <a:spcPct val="100000"/>
              </a:lnSpc>
            </a:pPr>
            <a:r>
              <a:rPr lang="en-US" sz="800" dirty="0"/>
              <a:t> </a:t>
            </a:r>
          </a:p>
          <a:p>
            <a:pPr>
              <a:lnSpc>
                <a:spcPct val="100000"/>
              </a:lnSpc>
            </a:pPr>
            <a:endParaRPr lang="en-US" b="1" dirty="0"/>
          </a:p>
          <a:p>
            <a:pPr>
              <a:lnSpc>
                <a:spcPct val="100000"/>
              </a:lnSpc>
            </a:pPr>
            <a:endParaRPr lang="en-US" b="1" dirty="0"/>
          </a:p>
          <a:p>
            <a:pPr>
              <a:lnSpc>
                <a:spcPct val="100000"/>
              </a:lnSpc>
            </a:pPr>
            <a:endParaRPr lang="en-US" b="1" dirty="0"/>
          </a:p>
          <a:p>
            <a:pPr>
              <a:lnSpc>
                <a:spcPct val="100000"/>
              </a:lnSpc>
            </a:pPr>
            <a:endParaRPr lang="en-US" dirty="0"/>
          </a:p>
          <a:p>
            <a:pPr>
              <a:lnSpc>
                <a:spcPct val="100000"/>
              </a:lnSpc>
            </a:pPr>
            <a:endParaRPr lang="en-US" dirty="0"/>
          </a:p>
        </p:txBody>
      </p:sp>
      <p:sp>
        <p:nvSpPr>
          <p:cNvPr id="18" name="Text Placeholder 4">
            <a:extLst>
              <a:ext uri="{FF2B5EF4-FFF2-40B4-BE49-F238E27FC236}">
                <a16:creationId xmlns:a16="http://schemas.microsoft.com/office/drawing/2014/main" id="{1039519B-026C-3FEF-D388-1994BAED267A}"/>
              </a:ext>
            </a:extLst>
          </p:cNvPr>
          <p:cNvSpPr txBox="1">
            <a:spLocks/>
          </p:cNvSpPr>
          <p:nvPr/>
        </p:nvSpPr>
        <p:spPr>
          <a:xfrm>
            <a:off x="5015831" y="4241396"/>
            <a:ext cx="2291410" cy="1477328"/>
          </a:xfrm>
          <a:prstGeom prst="rect">
            <a:avLst/>
          </a:prstGeom>
        </p:spPr>
        <p:txBody>
          <a:bodyPr vert="horz" lIns="0"/>
          <a:lstStyle>
            <a:lvl1pPr marL="0" marR="0" indent="0" algn="l" defTabSz="914400" rtl="0" eaLnBrk="1" fontAlgn="base" latinLnBrk="0" hangingPunct="1">
              <a:lnSpc>
                <a:spcPct val="150000"/>
              </a:lnSpc>
              <a:spcBef>
                <a:spcPts val="500"/>
              </a:spcBef>
              <a:spcAft>
                <a:spcPts val="300"/>
              </a:spcAft>
              <a:buClr>
                <a:schemeClr val="tx1"/>
              </a:buClr>
              <a:buSzPct val="100000"/>
              <a:buFont typeface="Arial" panose="020B0604020202020204" pitchFamily="34" charset="0"/>
              <a:buNone/>
              <a:tabLst/>
              <a:defRPr sz="1000" kern="1200">
                <a:solidFill>
                  <a:schemeClr val="tx1">
                    <a:lumMod val="75000"/>
                    <a:lumOff val="25000"/>
                  </a:schemeClr>
                </a:solidFill>
                <a:latin typeface="+mn-lt"/>
                <a:ea typeface="+mn-ea"/>
                <a:cs typeface="+mn-cs"/>
              </a:defRPr>
            </a:lvl1pPr>
            <a:lvl2pPr marL="457200" marR="0" indent="0"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None/>
              <a:tabLst/>
              <a:defRPr sz="1200" kern="1200">
                <a:solidFill>
                  <a:schemeClr val="tx1">
                    <a:lumMod val="75000"/>
                    <a:lumOff val="25000"/>
                  </a:schemeClr>
                </a:solidFill>
                <a:latin typeface="+mn-lt"/>
                <a:ea typeface="+mn-ea"/>
                <a:cs typeface="+mn-cs"/>
              </a:defRPr>
            </a:lvl2pPr>
            <a:lvl3pPr marL="914400" marR="0" indent="0" algn="l" defTabSz="914400" rtl="0" eaLnBrk="1" fontAlgn="base" latinLnBrk="0" hangingPunct="1">
              <a:lnSpc>
                <a:spcPct val="100000"/>
              </a:lnSpc>
              <a:spcBef>
                <a:spcPts val="500"/>
              </a:spcBef>
              <a:spcAft>
                <a:spcPts val="300"/>
              </a:spcAft>
              <a:buClr>
                <a:schemeClr val="tx1"/>
              </a:buClr>
              <a:buSzPct val="100000"/>
              <a:buFont typeface="Wingdings" panose="05000000000000000000" pitchFamily="2" charset="2"/>
              <a:buNone/>
              <a:tabLst/>
              <a:defRPr sz="1200" kern="1200">
                <a:solidFill>
                  <a:schemeClr val="tx1">
                    <a:lumMod val="75000"/>
                    <a:lumOff val="25000"/>
                  </a:schemeClr>
                </a:solidFill>
                <a:latin typeface="+mn-lt"/>
                <a:ea typeface="+mn-ea"/>
                <a:cs typeface="+mn-cs"/>
              </a:defRPr>
            </a:lvl3pPr>
            <a:lvl4pPr marL="1371600" marR="0" indent="0"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None/>
              <a:tabLst/>
              <a:defRPr sz="1200" kern="1200">
                <a:solidFill>
                  <a:schemeClr val="tx1">
                    <a:lumMod val="75000"/>
                    <a:lumOff val="25000"/>
                  </a:schemeClr>
                </a:solidFill>
                <a:latin typeface="+mn-lt"/>
                <a:ea typeface="+mn-ea"/>
                <a:cs typeface="+mn-cs"/>
              </a:defRPr>
            </a:lvl4pPr>
            <a:lvl5pPr marL="1828800" marR="0" indent="0" algn="l" defTabSz="914400" rtl="0" eaLnBrk="1" fontAlgn="base" latinLnBrk="0" hangingPunct="1">
              <a:lnSpc>
                <a:spcPct val="100000"/>
              </a:lnSpc>
              <a:spcBef>
                <a:spcPts val="500"/>
              </a:spcBef>
              <a:spcAft>
                <a:spcPts val="300"/>
              </a:spcAft>
              <a:buClr>
                <a:schemeClr val="tx1"/>
              </a:buClr>
              <a:buSzPct val="100000"/>
              <a:buFont typeface="Arial" panose="020B0604020202020204" pitchFamily="34" charset="0"/>
              <a:buNone/>
              <a:tabLst/>
              <a:defRPr sz="12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00000"/>
              </a:lnSpc>
            </a:pPr>
            <a:endParaRPr lang="en-US"/>
          </a:p>
        </p:txBody>
      </p:sp>
      <p:sp>
        <p:nvSpPr>
          <p:cNvPr id="19" name="Rectangle 18">
            <a:extLst>
              <a:ext uri="{FF2B5EF4-FFF2-40B4-BE49-F238E27FC236}">
                <a16:creationId xmlns:a16="http://schemas.microsoft.com/office/drawing/2014/main" id="{313F86B5-7A42-F2D7-4E9C-3B7452743C65}"/>
              </a:ext>
            </a:extLst>
          </p:cNvPr>
          <p:cNvSpPr/>
          <p:nvPr/>
        </p:nvSpPr>
        <p:spPr>
          <a:xfrm>
            <a:off x="7600548" y="3275438"/>
            <a:ext cx="1821246" cy="133846"/>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 Placeholder 10">
            <a:extLst>
              <a:ext uri="{FF2B5EF4-FFF2-40B4-BE49-F238E27FC236}">
                <a16:creationId xmlns:a16="http://schemas.microsoft.com/office/drawing/2014/main" id="{E3315728-C033-03B1-A508-D172057F4AFC}"/>
              </a:ext>
            </a:extLst>
          </p:cNvPr>
          <p:cNvSpPr txBox="1">
            <a:spLocks/>
          </p:cNvSpPr>
          <p:nvPr/>
        </p:nvSpPr>
        <p:spPr>
          <a:xfrm>
            <a:off x="7600548" y="864010"/>
            <a:ext cx="2295331" cy="317911"/>
          </a:xfrm>
          <a:prstGeom prst="rect">
            <a:avLst/>
          </a:prstGeom>
        </p:spPr>
        <p:txBody>
          <a:bodyPr vert="horz" lIns="0"/>
          <a:lstStyle>
            <a:lvl1pPr marL="0" marR="0" indent="0" algn="l" defTabSz="914400" rtl="0" eaLnBrk="1" fontAlgn="base" latinLnBrk="0" hangingPunct="1">
              <a:lnSpc>
                <a:spcPct val="100000"/>
              </a:lnSpc>
              <a:spcBef>
                <a:spcPts val="500"/>
              </a:spcBef>
              <a:spcAft>
                <a:spcPts val="300"/>
              </a:spcAft>
              <a:buClr>
                <a:schemeClr val="tx1"/>
              </a:buClr>
              <a:buSzPct val="100000"/>
              <a:buFontTx/>
              <a:buNone/>
              <a:tabLst/>
              <a:defRPr sz="1400" b="1" kern="1200" baseline="0">
                <a:solidFill>
                  <a:schemeClr val="tx1"/>
                </a:solidFill>
                <a:latin typeface="Sarabun Bold"/>
                <a:ea typeface="+mn-ea"/>
                <a:cs typeface="Sarabun Bold"/>
              </a:defRPr>
            </a:lvl1pPr>
            <a:lvl2pPr marL="4572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2pPr>
            <a:lvl3pPr marL="9144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3pPr>
            <a:lvl4pPr marL="13716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4pPr>
            <a:lvl5pPr marL="18288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800" b="0" i="1" dirty="0">
                <a:latin typeface="+mj-lt"/>
              </a:rPr>
              <a:t>April </a:t>
            </a:r>
          </a:p>
        </p:txBody>
      </p:sp>
      <p:sp>
        <p:nvSpPr>
          <p:cNvPr id="21" name="Rectangle 20">
            <a:extLst>
              <a:ext uri="{FF2B5EF4-FFF2-40B4-BE49-F238E27FC236}">
                <a16:creationId xmlns:a16="http://schemas.microsoft.com/office/drawing/2014/main" id="{3F95ADD0-B843-F3F0-DEE0-5DB269314A64}"/>
              </a:ext>
            </a:extLst>
          </p:cNvPr>
          <p:cNvSpPr/>
          <p:nvPr/>
        </p:nvSpPr>
        <p:spPr>
          <a:xfrm>
            <a:off x="9421794" y="3275437"/>
            <a:ext cx="1821239" cy="133847"/>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70DA9963-CE32-E1C2-C5A3-56828C851B17}"/>
              </a:ext>
            </a:extLst>
          </p:cNvPr>
          <p:cNvCxnSpPr>
            <a:cxnSpLocks/>
          </p:cNvCxnSpPr>
          <p:nvPr/>
        </p:nvCxnSpPr>
        <p:spPr>
          <a:xfrm>
            <a:off x="2177030" y="3431437"/>
            <a:ext cx="0" cy="692089"/>
          </a:xfrm>
          <a:prstGeom prst="line">
            <a:avLst/>
          </a:prstGeom>
          <a:ln w="3175">
            <a:solidFill>
              <a:schemeClr val="tx2"/>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76EC72D5-5E4E-B7F0-825A-2CEA2C5F163B}"/>
              </a:ext>
            </a:extLst>
          </p:cNvPr>
          <p:cNvCxnSpPr/>
          <p:nvPr/>
        </p:nvCxnSpPr>
        <p:spPr>
          <a:xfrm>
            <a:off x="5774726" y="3409284"/>
            <a:ext cx="0" cy="692089"/>
          </a:xfrm>
          <a:prstGeom prst="line">
            <a:avLst/>
          </a:prstGeom>
          <a:ln w="3175">
            <a:solidFill>
              <a:schemeClr val="tx2"/>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6E88ABC6-BA18-F348-BA25-33D5591C069A}"/>
              </a:ext>
            </a:extLst>
          </p:cNvPr>
          <p:cNvCxnSpPr/>
          <p:nvPr/>
        </p:nvCxnSpPr>
        <p:spPr>
          <a:xfrm>
            <a:off x="9421794" y="3439320"/>
            <a:ext cx="0" cy="692089"/>
          </a:xfrm>
          <a:prstGeom prst="line">
            <a:avLst/>
          </a:prstGeom>
          <a:ln w="3175">
            <a:solidFill>
              <a:schemeClr val="tx2"/>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5AB5ACF9-029B-9FA1-069E-D272E8F9D29C}"/>
              </a:ext>
            </a:extLst>
          </p:cNvPr>
          <p:cNvCxnSpPr>
            <a:cxnSpLocks/>
          </p:cNvCxnSpPr>
          <p:nvPr/>
        </p:nvCxnSpPr>
        <p:spPr>
          <a:xfrm>
            <a:off x="3994066" y="2771519"/>
            <a:ext cx="0" cy="523647"/>
          </a:xfrm>
          <a:prstGeom prst="line">
            <a:avLst/>
          </a:prstGeom>
          <a:ln w="3175">
            <a:solidFill>
              <a:schemeClr val="tx2"/>
            </a:solidFill>
            <a:headEnd type="oval"/>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7E68941-1A5F-982B-542E-6686FAE5539E}"/>
              </a:ext>
            </a:extLst>
          </p:cNvPr>
          <p:cNvCxnSpPr>
            <a:cxnSpLocks/>
          </p:cNvCxnSpPr>
          <p:nvPr/>
        </p:nvCxnSpPr>
        <p:spPr>
          <a:xfrm>
            <a:off x="7614258" y="2747598"/>
            <a:ext cx="0" cy="523647"/>
          </a:xfrm>
          <a:prstGeom prst="line">
            <a:avLst/>
          </a:prstGeom>
          <a:ln w="3175">
            <a:solidFill>
              <a:schemeClr val="tx2"/>
            </a:solidFill>
            <a:headEnd type="oval"/>
            <a:tailEnd type="none"/>
          </a:ln>
          <a:effectLst/>
        </p:spPr>
        <p:style>
          <a:lnRef idx="2">
            <a:schemeClr val="accent1"/>
          </a:lnRef>
          <a:fillRef idx="0">
            <a:schemeClr val="accent1"/>
          </a:fillRef>
          <a:effectRef idx="1">
            <a:schemeClr val="accent1"/>
          </a:effectRef>
          <a:fontRef idx="minor">
            <a:schemeClr val="tx1"/>
          </a:fontRef>
        </p:style>
      </p:cxnSp>
      <p:sp>
        <p:nvSpPr>
          <p:cNvPr id="27" name="Text Placeholder 4">
            <a:extLst>
              <a:ext uri="{FF2B5EF4-FFF2-40B4-BE49-F238E27FC236}">
                <a16:creationId xmlns:a16="http://schemas.microsoft.com/office/drawing/2014/main" id="{D85A00B3-CD58-8EB3-4268-6DECD672EA42}"/>
              </a:ext>
            </a:extLst>
          </p:cNvPr>
          <p:cNvSpPr txBox="1">
            <a:spLocks/>
          </p:cNvSpPr>
          <p:nvPr/>
        </p:nvSpPr>
        <p:spPr>
          <a:xfrm>
            <a:off x="7923749" y="4620001"/>
            <a:ext cx="1923915" cy="1018869"/>
          </a:xfrm>
          <a:prstGeom prst="rect">
            <a:avLst/>
          </a:prstGeom>
        </p:spPr>
        <p:txBody>
          <a:bodyPr vert="horz" lIns="0"/>
          <a:lstStyle>
            <a:lvl1pPr marL="0" marR="0" indent="0" algn="l" defTabSz="914400" rtl="0" eaLnBrk="1" fontAlgn="base" latinLnBrk="0" hangingPunct="1">
              <a:lnSpc>
                <a:spcPct val="150000"/>
              </a:lnSpc>
              <a:spcBef>
                <a:spcPts val="500"/>
              </a:spcBef>
              <a:spcAft>
                <a:spcPts val="300"/>
              </a:spcAft>
              <a:buClr>
                <a:schemeClr val="tx1"/>
              </a:buClr>
              <a:buSzPct val="100000"/>
              <a:buFont typeface="Arial" panose="020B0604020202020204" pitchFamily="34" charset="0"/>
              <a:buNone/>
              <a:tabLst/>
              <a:defRPr sz="1000" kern="1200">
                <a:solidFill>
                  <a:schemeClr val="tx1">
                    <a:lumMod val="75000"/>
                    <a:lumOff val="25000"/>
                  </a:schemeClr>
                </a:solidFill>
                <a:latin typeface="+mn-lt"/>
                <a:ea typeface="+mn-ea"/>
                <a:cs typeface="+mn-cs"/>
              </a:defRPr>
            </a:lvl1pPr>
            <a:lvl2pPr marL="457200" marR="0" indent="0"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None/>
              <a:tabLst/>
              <a:defRPr sz="1200" kern="1200">
                <a:solidFill>
                  <a:schemeClr val="tx1">
                    <a:lumMod val="75000"/>
                    <a:lumOff val="25000"/>
                  </a:schemeClr>
                </a:solidFill>
                <a:latin typeface="+mn-lt"/>
                <a:ea typeface="+mn-ea"/>
                <a:cs typeface="+mn-cs"/>
              </a:defRPr>
            </a:lvl2pPr>
            <a:lvl3pPr marL="914400" marR="0" indent="0" algn="l" defTabSz="914400" rtl="0" eaLnBrk="1" fontAlgn="base" latinLnBrk="0" hangingPunct="1">
              <a:lnSpc>
                <a:spcPct val="100000"/>
              </a:lnSpc>
              <a:spcBef>
                <a:spcPts val="500"/>
              </a:spcBef>
              <a:spcAft>
                <a:spcPts val="300"/>
              </a:spcAft>
              <a:buClr>
                <a:schemeClr val="tx1"/>
              </a:buClr>
              <a:buSzPct val="100000"/>
              <a:buFont typeface="Wingdings" panose="05000000000000000000" pitchFamily="2" charset="2"/>
              <a:buNone/>
              <a:tabLst/>
              <a:defRPr sz="1200" kern="1200">
                <a:solidFill>
                  <a:schemeClr val="tx1">
                    <a:lumMod val="75000"/>
                    <a:lumOff val="25000"/>
                  </a:schemeClr>
                </a:solidFill>
                <a:latin typeface="+mn-lt"/>
                <a:ea typeface="+mn-ea"/>
                <a:cs typeface="+mn-cs"/>
              </a:defRPr>
            </a:lvl3pPr>
            <a:lvl4pPr marL="1371600" marR="0" indent="0"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None/>
              <a:tabLst/>
              <a:defRPr sz="1200" kern="1200">
                <a:solidFill>
                  <a:schemeClr val="tx1">
                    <a:lumMod val="75000"/>
                    <a:lumOff val="25000"/>
                  </a:schemeClr>
                </a:solidFill>
                <a:latin typeface="+mn-lt"/>
                <a:ea typeface="+mn-ea"/>
                <a:cs typeface="+mn-cs"/>
              </a:defRPr>
            </a:lvl4pPr>
            <a:lvl5pPr marL="1828800" marR="0" indent="0" algn="l" defTabSz="914400" rtl="0" eaLnBrk="1" fontAlgn="base" latinLnBrk="0" hangingPunct="1">
              <a:lnSpc>
                <a:spcPct val="100000"/>
              </a:lnSpc>
              <a:spcBef>
                <a:spcPts val="500"/>
              </a:spcBef>
              <a:spcAft>
                <a:spcPts val="300"/>
              </a:spcAft>
              <a:buClr>
                <a:schemeClr val="tx1"/>
              </a:buClr>
              <a:buSzPct val="100000"/>
              <a:buFont typeface="Arial" panose="020B0604020202020204" pitchFamily="34" charset="0"/>
              <a:buNone/>
              <a:tabLst/>
              <a:defRPr sz="12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00000"/>
              </a:lnSpc>
            </a:pPr>
            <a:endParaRPr lang="en-US"/>
          </a:p>
        </p:txBody>
      </p:sp>
      <p:sp>
        <p:nvSpPr>
          <p:cNvPr id="28" name="Text Placeholder 10">
            <a:extLst>
              <a:ext uri="{FF2B5EF4-FFF2-40B4-BE49-F238E27FC236}">
                <a16:creationId xmlns:a16="http://schemas.microsoft.com/office/drawing/2014/main" id="{7E1FF1AC-B40B-CE4E-DF8C-6F773DA4CDDA}"/>
              </a:ext>
            </a:extLst>
          </p:cNvPr>
          <p:cNvSpPr txBox="1">
            <a:spLocks/>
          </p:cNvSpPr>
          <p:nvPr/>
        </p:nvSpPr>
        <p:spPr>
          <a:xfrm>
            <a:off x="9421794" y="4218394"/>
            <a:ext cx="2423443" cy="315504"/>
          </a:xfrm>
          <a:prstGeom prst="rect">
            <a:avLst/>
          </a:prstGeom>
        </p:spPr>
        <p:txBody>
          <a:bodyPr vert="horz" lIns="0"/>
          <a:lstStyle>
            <a:lvl1pPr marL="0" marR="0" indent="0" algn="l" defTabSz="914400" rtl="0" eaLnBrk="1" fontAlgn="base" latinLnBrk="0" hangingPunct="1">
              <a:lnSpc>
                <a:spcPct val="100000"/>
              </a:lnSpc>
              <a:spcBef>
                <a:spcPts val="500"/>
              </a:spcBef>
              <a:spcAft>
                <a:spcPts val="300"/>
              </a:spcAft>
              <a:buClr>
                <a:schemeClr val="tx1"/>
              </a:buClr>
              <a:buSzPct val="100000"/>
              <a:buFontTx/>
              <a:buNone/>
              <a:tabLst/>
              <a:defRPr sz="1400" b="1" kern="1200" baseline="0">
                <a:solidFill>
                  <a:schemeClr val="tx1"/>
                </a:solidFill>
                <a:latin typeface="Sarabun Bold"/>
                <a:ea typeface="+mn-ea"/>
                <a:cs typeface="Sarabun Bold"/>
              </a:defRPr>
            </a:lvl1pPr>
            <a:lvl2pPr marL="4572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2pPr>
            <a:lvl3pPr marL="9144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3pPr>
            <a:lvl4pPr marL="13716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4pPr>
            <a:lvl5pPr marL="1828800" marR="0" indent="0" algn="l" defTabSz="914400" rtl="0" eaLnBrk="1" fontAlgn="base" latinLnBrk="0" hangingPunct="1">
              <a:lnSpc>
                <a:spcPct val="100000"/>
              </a:lnSpc>
              <a:spcBef>
                <a:spcPts val="500"/>
              </a:spcBef>
              <a:spcAft>
                <a:spcPts val="300"/>
              </a:spcAft>
              <a:buClr>
                <a:schemeClr val="tx1"/>
              </a:buClr>
              <a:buSzPct val="100000"/>
              <a:buFontTx/>
              <a:buNone/>
              <a:tabLst/>
              <a:defRPr sz="1400" kern="1200">
                <a:solidFill>
                  <a:schemeClr val="tx1"/>
                </a:solidFill>
                <a:latin typeface="Sarabun Bold"/>
                <a:ea typeface="+mn-ea"/>
                <a:cs typeface="Sarabun Bold"/>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800" b="0" i="1" dirty="0">
                <a:latin typeface="+mj-lt"/>
              </a:rPr>
              <a:t>May</a:t>
            </a:r>
          </a:p>
        </p:txBody>
      </p:sp>
      <p:sp>
        <p:nvSpPr>
          <p:cNvPr id="29" name="Text Placeholder 4">
            <a:extLst>
              <a:ext uri="{FF2B5EF4-FFF2-40B4-BE49-F238E27FC236}">
                <a16:creationId xmlns:a16="http://schemas.microsoft.com/office/drawing/2014/main" id="{BA486C6A-1332-09B6-EE2D-C34884398D71}"/>
              </a:ext>
            </a:extLst>
          </p:cNvPr>
          <p:cNvSpPr txBox="1">
            <a:spLocks/>
          </p:cNvSpPr>
          <p:nvPr/>
        </p:nvSpPr>
        <p:spPr>
          <a:xfrm>
            <a:off x="5706736" y="4474052"/>
            <a:ext cx="1893812" cy="1477328"/>
          </a:xfrm>
          <a:prstGeom prst="rect">
            <a:avLst/>
          </a:prstGeom>
        </p:spPr>
        <p:txBody>
          <a:bodyPr vert="horz" lIns="0"/>
          <a:lstStyle>
            <a:lvl1pPr marL="0" marR="0" indent="0" algn="l" defTabSz="914400" rtl="0" eaLnBrk="1" fontAlgn="base" latinLnBrk="0" hangingPunct="1">
              <a:lnSpc>
                <a:spcPct val="150000"/>
              </a:lnSpc>
              <a:spcBef>
                <a:spcPts val="500"/>
              </a:spcBef>
              <a:spcAft>
                <a:spcPts val="300"/>
              </a:spcAft>
              <a:buClr>
                <a:schemeClr val="tx1"/>
              </a:buClr>
              <a:buSzPct val="100000"/>
              <a:buFont typeface="Arial" panose="020B0604020202020204" pitchFamily="34" charset="0"/>
              <a:buNone/>
              <a:tabLst/>
              <a:defRPr sz="1000" kern="1200">
                <a:solidFill>
                  <a:schemeClr val="tx1">
                    <a:lumMod val="75000"/>
                    <a:lumOff val="25000"/>
                  </a:schemeClr>
                </a:solidFill>
                <a:latin typeface="+mn-lt"/>
                <a:ea typeface="+mn-ea"/>
                <a:cs typeface="+mn-cs"/>
              </a:defRPr>
            </a:lvl1pPr>
            <a:lvl2pPr marL="457200" marR="0" indent="0"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None/>
              <a:tabLst/>
              <a:defRPr sz="1200" kern="1200">
                <a:solidFill>
                  <a:schemeClr val="tx1">
                    <a:lumMod val="75000"/>
                    <a:lumOff val="25000"/>
                  </a:schemeClr>
                </a:solidFill>
                <a:latin typeface="+mn-lt"/>
                <a:ea typeface="+mn-ea"/>
                <a:cs typeface="+mn-cs"/>
              </a:defRPr>
            </a:lvl2pPr>
            <a:lvl3pPr marL="914400" marR="0" indent="0" algn="l" defTabSz="914400" rtl="0" eaLnBrk="1" fontAlgn="base" latinLnBrk="0" hangingPunct="1">
              <a:lnSpc>
                <a:spcPct val="100000"/>
              </a:lnSpc>
              <a:spcBef>
                <a:spcPts val="500"/>
              </a:spcBef>
              <a:spcAft>
                <a:spcPts val="300"/>
              </a:spcAft>
              <a:buClr>
                <a:schemeClr val="tx1"/>
              </a:buClr>
              <a:buSzPct val="100000"/>
              <a:buFont typeface="Wingdings" panose="05000000000000000000" pitchFamily="2" charset="2"/>
              <a:buNone/>
              <a:tabLst/>
              <a:defRPr sz="1200" kern="1200">
                <a:solidFill>
                  <a:schemeClr val="tx1">
                    <a:lumMod val="75000"/>
                    <a:lumOff val="25000"/>
                  </a:schemeClr>
                </a:solidFill>
                <a:latin typeface="+mn-lt"/>
                <a:ea typeface="+mn-ea"/>
                <a:cs typeface="+mn-cs"/>
              </a:defRPr>
            </a:lvl3pPr>
            <a:lvl4pPr marL="1371600" marR="0" indent="0"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None/>
              <a:tabLst/>
              <a:defRPr sz="1200" kern="1200">
                <a:solidFill>
                  <a:schemeClr val="tx1">
                    <a:lumMod val="75000"/>
                    <a:lumOff val="25000"/>
                  </a:schemeClr>
                </a:solidFill>
                <a:latin typeface="+mn-lt"/>
                <a:ea typeface="+mn-ea"/>
                <a:cs typeface="+mn-cs"/>
              </a:defRPr>
            </a:lvl4pPr>
            <a:lvl5pPr marL="1828800" marR="0" indent="0" algn="l" defTabSz="914400" rtl="0" eaLnBrk="1" fontAlgn="base" latinLnBrk="0" hangingPunct="1">
              <a:lnSpc>
                <a:spcPct val="100000"/>
              </a:lnSpc>
              <a:spcBef>
                <a:spcPts val="500"/>
              </a:spcBef>
              <a:spcAft>
                <a:spcPts val="300"/>
              </a:spcAft>
              <a:buClr>
                <a:schemeClr val="tx1"/>
              </a:buClr>
              <a:buSzPct val="100000"/>
              <a:buFont typeface="Arial" panose="020B0604020202020204" pitchFamily="34" charset="0"/>
              <a:buNone/>
              <a:tabLst/>
              <a:defRPr sz="12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800" dirty="0"/>
              <a:t>Development</a:t>
            </a:r>
          </a:p>
          <a:p>
            <a:r>
              <a:rPr lang="en-US" sz="800" dirty="0"/>
              <a:t>Data privacy &amp; compliance reviews </a:t>
            </a:r>
          </a:p>
          <a:p>
            <a:r>
              <a:rPr lang="en-US" sz="800" dirty="0"/>
              <a:t>Test planning</a:t>
            </a:r>
          </a:p>
          <a:p>
            <a:r>
              <a:rPr lang="en-US" sz="800" dirty="0"/>
              <a:t>Execute on change management plan</a:t>
            </a:r>
          </a:p>
          <a:p>
            <a:r>
              <a:rPr lang="en-US" sz="800" dirty="0"/>
              <a:t>Conduct training on new template and data field requirements</a:t>
            </a:r>
          </a:p>
        </p:txBody>
      </p:sp>
      <p:sp>
        <p:nvSpPr>
          <p:cNvPr id="30" name="TextBox 29">
            <a:extLst>
              <a:ext uri="{FF2B5EF4-FFF2-40B4-BE49-F238E27FC236}">
                <a16:creationId xmlns:a16="http://schemas.microsoft.com/office/drawing/2014/main" id="{EC89BB8B-313F-7688-32D7-BC77F720F3D2}"/>
              </a:ext>
            </a:extLst>
          </p:cNvPr>
          <p:cNvSpPr txBox="1"/>
          <p:nvPr/>
        </p:nvSpPr>
        <p:spPr>
          <a:xfrm>
            <a:off x="3987807" y="1223562"/>
            <a:ext cx="1963357" cy="1569660"/>
          </a:xfrm>
          <a:prstGeom prst="rect">
            <a:avLst/>
          </a:prstGeom>
          <a:noFill/>
        </p:spPr>
        <p:txBody>
          <a:bodyPr wrap="square">
            <a:spAutoFit/>
          </a:bodyPr>
          <a:lstStyle/>
          <a:p>
            <a:pPr fontAlgn="base">
              <a:spcBef>
                <a:spcPts val="500"/>
              </a:spcBef>
              <a:spcAft>
                <a:spcPts val="300"/>
              </a:spcAft>
              <a:buClr>
                <a:schemeClr val="tx1"/>
              </a:buClr>
              <a:buSzPct val="100000"/>
            </a:pPr>
            <a:r>
              <a:rPr lang="en-US" sz="800" dirty="0"/>
              <a:t>Project kick-off</a:t>
            </a:r>
          </a:p>
          <a:p>
            <a:pPr fontAlgn="base">
              <a:spcBef>
                <a:spcPts val="500"/>
              </a:spcBef>
              <a:spcAft>
                <a:spcPts val="300"/>
              </a:spcAft>
              <a:buClr>
                <a:schemeClr val="tx1"/>
              </a:buClr>
              <a:buSzPct val="100000"/>
            </a:pPr>
            <a:r>
              <a:rPr lang="en-US" sz="800" dirty="0"/>
              <a:t>Conduct analysis </a:t>
            </a:r>
          </a:p>
          <a:p>
            <a:pPr fontAlgn="base">
              <a:spcBef>
                <a:spcPts val="500"/>
              </a:spcBef>
              <a:spcAft>
                <a:spcPts val="300"/>
              </a:spcAft>
              <a:buClr>
                <a:schemeClr val="tx1"/>
              </a:buClr>
              <a:buSzPct val="100000"/>
            </a:pPr>
            <a:r>
              <a:rPr lang="en-US" sz="800" dirty="0"/>
              <a:t>Review and Fabric set-up</a:t>
            </a:r>
          </a:p>
          <a:p>
            <a:pPr fontAlgn="base">
              <a:spcBef>
                <a:spcPts val="500"/>
              </a:spcBef>
              <a:spcAft>
                <a:spcPts val="300"/>
              </a:spcAft>
              <a:buClr>
                <a:schemeClr val="tx1"/>
              </a:buClr>
              <a:buSzPct val="100000"/>
            </a:pPr>
            <a:r>
              <a:rPr lang="en-US" sz="800" dirty="0"/>
              <a:t>Requirements and design</a:t>
            </a:r>
          </a:p>
          <a:p>
            <a:pPr fontAlgn="base">
              <a:spcBef>
                <a:spcPts val="500"/>
              </a:spcBef>
              <a:spcAft>
                <a:spcPts val="300"/>
              </a:spcAft>
              <a:buClr>
                <a:schemeClr val="tx1"/>
              </a:buClr>
              <a:buSzPct val="100000"/>
            </a:pPr>
            <a:r>
              <a:rPr lang="en-US" sz="800" dirty="0">
                <a:solidFill>
                  <a:schemeClr val="dk1"/>
                </a:solidFill>
              </a:rPr>
              <a:t>Data privacy &amp; compliance reviews</a:t>
            </a:r>
            <a:endParaRPr lang="en-US" sz="800" dirty="0"/>
          </a:p>
          <a:p>
            <a:pPr fontAlgn="base">
              <a:spcBef>
                <a:spcPts val="500"/>
              </a:spcBef>
              <a:spcAft>
                <a:spcPts val="300"/>
              </a:spcAft>
              <a:buClr>
                <a:schemeClr val="tx1"/>
              </a:buClr>
              <a:buSzPct val="100000"/>
            </a:pPr>
            <a:r>
              <a:rPr lang="en-US" sz="800" dirty="0"/>
              <a:t>Change management planning</a:t>
            </a:r>
          </a:p>
          <a:p>
            <a:pPr fontAlgn="base">
              <a:spcBef>
                <a:spcPts val="500"/>
              </a:spcBef>
              <a:spcAft>
                <a:spcPts val="300"/>
              </a:spcAft>
              <a:buClr>
                <a:schemeClr val="tx1"/>
              </a:buClr>
              <a:buSzPct val="100000"/>
            </a:pPr>
            <a:endParaRPr lang="en-US" sz="800" dirty="0"/>
          </a:p>
        </p:txBody>
      </p:sp>
      <p:sp>
        <p:nvSpPr>
          <p:cNvPr id="32" name="Arrow: Right 31">
            <a:extLst>
              <a:ext uri="{FF2B5EF4-FFF2-40B4-BE49-F238E27FC236}">
                <a16:creationId xmlns:a16="http://schemas.microsoft.com/office/drawing/2014/main" id="{205D2B80-1F82-31D0-4CC7-A2B9C4BEE442}"/>
              </a:ext>
            </a:extLst>
          </p:cNvPr>
          <p:cNvSpPr/>
          <p:nvPr/>
        </p:nvSpPr>
        <p:spPr>
          <a:xfrm flipH="1">
            <a:off x="2309516" y="2277717"/>
            <a:ext cx="844142" cy="211110"/>
          </a:xfrm>
          <a:prstGeom prst="rightArrow">
            <a:avLst/>
          </a:prstGeom>
          <a:solidFill>
            <a:schemeClr val="accent4"/>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800" dirty="0">
                <a:ln w="0"/>
                <a:solidFill>
                  <a:schemeClr val="tx1"/>
                </a:solidFill>
                <a:effectLst>
                  <a:outerShdw blurRad="38100" dist="19050" dir="2700000" algn="tl" rotWithShape="0">
                    <a:schemeClr val="dk1">
                      <a:alpha val="40000"/>
                    </a:schemeClr>
                  </a:outerShdw>
                </a:effectLst>
              </a:rPr>
              <a:t>We are here</a:t>
            </a:r>
          </a:p>
        </p:txBody>
      </p:sp>
      <p:sp>
        <p:nvSpPr>
          <p:cNvPr id="34" name="TextBox 33">
            <a:extLst>
              <a:ext uri="{FF2B5EF4-FFF2-40B4-BE49-F238E27FC236}">
                <a16:creationId xmlns:a16="http://schemas.microsoft.com/office/drawing/2014/main" id="{F3115297-BCC0-669C-5A0C-2EB0F6E8896B}"/>
              </a:ext>
            </a:extLst>
          </p:cNvPr>
          <p:cNvSpPr txBox="1"/>
          <p:nvPr/>
        </p:nvSpPr>
        <p:spPr>
          <a:xfrm>
            <a:off x="7529492" y="1202295"/>
            <a:ext cx="1963357" cy="1569660"/>
          </a:xfrm>
          <a:prstGeom prst="rect">
            <a:avLst/>
          </a:prstGeom>
          <a:noFill/>
        </p:spPr>
        <p:txBody>
          <a:bodyPr wrap="square">
            <a:spAutoFit/>
          </a:bodyPr>
          <a:lstStyle/>
          <a:p>
            <a:pPr fontAlgn="base">
              <a:spcBef>
                <a:spcPts val="500"/>
              </a:spcBef>
              <a:spcAft>
                <a:spcPts val="300"/>
              </a:spcAft>
              <a:buClr>
                <a:schemeClr val="tx1"/>
              </a:buClr>
              <a:buSzPct val="100000"/>
            </a:pPr>
            <a:r>
              <a:rPr lang="en-US" sz="800" dirty="0"/>
              <a:t>Complete development</a:t>
            </a:r>
          </a:p>
          <a:p>
            <a:pPr fontAlgn="base">
              <a:spcBef>
                <a:spcPts val="500"/>
              </a:spcBef>
              <a:spcAft>
                <a:spcPts val="300"/>
              </a:spcAft>
              <a:buClr>
                <a:schemeClr val="tx1"/>
              </a:buClr>
              <a:buSzPct val="100000"/>
            </a:pPr>
            <a:r>
              <a:rPr lang="en-US" sz="800" dirty="0"/>
              <a:t>Data privacy &amp; compliance reviews </a:t>
            </a:r>
          </a:p>
          <a:p>
            <a:pPr fontAlgn="base">
              <a:spcBef>
                <a:spcPts val="500"/>
              </a:spcBef>
              <a:spcAft>
                <a:spcPts val="300"/>
              </a:spcAft>
              <a:buClr>
                <a:schemeClr val="tx1"/>
              </a:buClr>
              <a:buSzPct val="100000"/>
            </a:pPr>
            <a:r>
              <a:rPr lang="en-US" sz="800" dirty="0"/>
              <a:t>Conduct validation</a:t>
            </a:r>
          </a:p>
          <a:p>
            <a:pPr fontAlgn="base">
              <a:spcBef>
                <a:spcPts val="500"/>
              </a:spcBef>
              <a:spcAft>
                <a:spcPts val="300"/>
              </a:spcAft>
              <a:buClr>
                <a:schemeClr val="tx1"/>
              </a:buClr>
              <a:buSzPct val="100000"/>
            </a:pPr>
            <a:r>
              <a:rPr lang="en-US" sz="800" dirty="0"/>
              <a:t>Performance testing </a:t>
            </a:r>
          </a:p>
          <a:p>
            <a:pPr fontAlgn="base">
              <a:spcBef>
                <a:spcPts val="500"/>
              </a:spcBef>
              <a:spcAft>
                <a:spcPts val="300"/>
              </a:spcAft>
              <a:buClr>
                <a:schemeClr val="tx1"/>
              </a:buClr>
              <a:buSzPct val="100000"/>
            </a:pPr>
            <a:r>
              <a:rPr lang="en-US" sz="800" dirty="0"/>
              <a:t>UAT testing</a:t>
            </a:r>
          </a:p>
          <a:p>
            <a:pPr fontAlgn="base">
              <a:spcBef>
                <a:spcPts val="500"/>
              </a:spcBef>
              <a:spcAft>
                <a:spcPts val="300"/>
              </a:spcAft>
              <a:buClr>
                <a:schemeClr val="tx1"/>
              </a:buClr>
              <a:buSzPct val="100000"/>
            </a:pPr>
            <a:r>
              <a:rPr lang="en-US" sz="800" dirty="0"/>
              <a:t>Conduct Admin Training</a:t>
            </a:r>
          </a:p>
          <a:p>
            <a:pPr fontAlgn="base">
              <a:spcBef>
                <a:spcPts val="500"/>
              </a:spcBef>
              <a:spcAft>
                <a:spcPts val="300"/>
              </a:spcAft>
              <a:buClr>
                <a:schemeClr val="tx1"/>
              </a:buClr>
              <a:buSzPct val="100000"/>
            </a:pPr>
            <a:r>
              <a:rPr lang="en-US" sz="800" b="1" dirty="0"/>
              <a:t>Go-Live</a:t>
            </a:r>
          </a:p>
        </p:txBody>
      </p:sp>
      <p:sp>
        <p:nvSpPr>
          <p:cNvPr id="35" name="TextBox 34">
            <a:extLst>
              <a:ext uri="{FF2B5EF4-FFF2-40B4-BE49-F238E27FC236}">
                <a16:creationId xmlns:a16="http://schemas.microsoft.com/office/drawing/2014/main" id="{AB29AE64-4DE3-A8A0-ADD5-2DFD52ACD9B7}"/>
              </a:ext>
            </a:extLst>
          </p:cNvPr>
          <p:cNvSpPr txBox="1"/>
          <p:nvPr/>
        </p:nvSpPr>
        <p:spPr>
          <a:xfrm>
            <a:off x="372725" y="6547145"/>
            <a:ext cx="7665881" cy="246221"/>
          </a:xfrm>
          <a:prstGeom prst="rect">
            <a:avLst/>
          </a:prstGeom>
          <a:noFill/>
        </p:spPr>
        <p:txBody>
          <a:bodyPr wrap="none" rtlCol="0">
            <a:spAutoFit/>
          </a:bodyPr>
          <a:lstStyle/>
          <a:p>
            <a:r>
              <a:rPr lang="en-US" sz="1000" i="1" dirty="0">
                <a:solidFill>
                  <a:srgbClr val="002060"/>
                </a:solidFill>
              </a:rPr>
              <a:t>* </a:t>
            </a:r>
            <a:r>
              <a:rPr lang="en-US" sz="1000" b="1" i="1" dirty="0"/>
              <a:t>NOTE</a:t>
            </a:r>
            <a:r>
              <a:rPr lang="en-US" sz="1000" i="1" dirty="0"/>
              <a:t>: This is a proposed timeline. It is pending the formal engagement with Nuvento and needs to be reviewed with the project team</a:t>
            </a:r>
          </a:p>
        </p:txBody>
      </p:sp>
      <p:sp>
        <p:nvSpPr>
          <p:cNvPr id="36" name="TextBox 35">
            <a:extLst>
              <a:ext uri="{FF2B5EF4-FFF2-40B4-BE49-F238E27FC236}">
                <a16:creationId xmlns:a16="http://schemas.microsoft.com/office/drawing/2014/main" id="{50BE2CC8-024F-50A0-2183-5ADE64D26EC0}"/>
              </a:ext>
            </a:extLst>
          </p:cNvPr>
          <p:cNvSpPr txBox="1"/>
          <p:nvPr/>
        </p:nvSpPr>
        <p:spPr>
          <a:xfrm>
            <a:off x="9350734" y="4533898"/>
            <a:ext cx="1963357" cy="892552"/>
          </a:xfrm>
          <a:prstGeom prst="rect">
            <a:avLst/>
          </a:prstGeom>
          <a:noFill/>
        </p:spPr>
        <p:txBody>
          <a:bodyPr wrap="square">
            <a:spAutoFit/>
          </a:bodyPr>
          <a:lstStyle/>
          <a:p>
            <a:pPr fontAlgn="base">
              <a:spcBef>
                <a:spcPts val="500"/>
              </a:spcBef>
              <a:spcAft>
                <a:spcPts val="300"/>
              </a:spcAft>
              <a:buClr>
                <a:schemeClr val="tx1"/>
              </a:buClr>
              <a:buSzPct val="100000"/>
            </a:pPr>
            <a:r>
              <a:rPr lang="en-US" sz="800" dirty="0"/>
              <a:t>Hypercare</a:t>
            </a:r>
          </a:p>
          <a:p>
            <a:pPr fontAlgn="base">
              <a:spcBef>
                <a:spcPts val="500"/>
              </a:spcBef>
              <a:spcAft>
                <a:spcPts val="300"/>
              </a:spcAft>
              <a:buClr>
                <a:schemeClr val="tx1"/>
              </a:buClr>
              <a:buSzPct val="100000"/>
            </a:pPr>
            <a:r>
              <a:rPr lang="en-US" sz="800" dirty="0"/>
              <a:t>Change management updates</a:t>
            </a:r>
          </a:p>
          <a:p>
            <a:pPr fontAlgn="base">
              <a:spcBef>
                <a:spcPts val="500"/>
              </a:spcBef>
              <a:spcAft>
                <a:spcPts val="300"/>
              </a:spcAft>
              <a:buClr>
                <a:schemeClr val="tx1"/>
              </a:buClr>
              <a:buSzPct val="100000"/>
            </a:pPr>
            <a:r>
              <a:rPr lang="en-US" sz="800" dirty="0"/>
              <a:t>Begin backlog </a:t>
            </a:r>
          </a:p>
          <a:p>
            <a:pPr fontAlgn="base">
              <a:spcBef>
                <a:spcPts val="500"/>
              </a:spcBef>
              <a:spcAft>
                <a:spcPts val="300"/>
              </a:spcAft>
              <a:buClr>
                <a:schemeClr val="tx1"/>
              </a:buClr>
              <a:buSzPct val="100000"/>
            </a:pPr>
            <a:r>
              <a:rPr lang="en-US" sz="800" dirty="0"/>
              <a:t>Begin Phenom integrations</a:t>
            </a:r>
          </a:p>
        </p:txBody>
      </p:sp>
    </p:spTree>
    <p:extLst>
      <p:ext uri="{BB962C8B-B14F-4D97-AF65-F5344CB8AC3E}">
        <p14:creationId xmlns:p14="http://schemas.microsoft.com/office/powerpoint/2010/main" val="2700378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477123D-05A0-B212-DC79-9EDE66AC68D5}"/>
              </a:ext>
            </a:extLst>
          </p:cNvPr>
          <p:cNvSpPr>
            <a:spLocks noGrp="1" noRot="1" noMove="1" noResize="1" noEditPoints="1" noAdjustHandles="1" noChangeArrowheads="1" noChangeShapeType="1"/>
          </p:cNvSpPr>
          <p:nvPr/>
        </p:nvSpPr>
        <p:spPr>
          <a:xfrm>
            <a:off x="-1" y="6223819"/>
            <a:ext cx="12192001" cy="6341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F7C339-724B-0115-F109-E16D2CB928B6}"/>
              </a:ext>
            </a:extLst>
          </p:cNvPr>
          <p:cNvSpPr>
            <a:spLocks noGrp="1"/>
          </p:cNvSpPr>
          <p:nvPr>
            <p:ph type="title"/>
          </p:nvPr>
        </p:nvSpPr>
        <p:spPr>
          <a:xfrm>
            <a:off x="629271" y="642635"/>
            <a:ext cx="10933459" cy="646331"/>
          </a:xfrm>
        </p:spPr>
        <p:txBody>
          <a:bodyPr>
            <a:noAutofit/>
          </a:bodyPr>
          <a:lstStyle/>
          <a:p>
            <a:r>
              <a:rPr lang="en-US" sz="3600" dirty="0"/>
              <a:t>Global People Data Governance Board</a:t>
            </a:r>
          </a:p>
        </p:txBody>
      </p:sp>
      <p:sp>
        <p:nvSpPr>
          <p:cNvPr id="3" name="Text Placeholder 7">
            <a:extLst>
              <a:ext uri="{FF2B5EF4-FFF2-40B4-BE49-F238E27FC236}">
                <a16:creationId xmlns:a16="http://schemas.microsoft.com/office/drawing/2014/main" id="{BE07489D-35B0-EC87-0E5A-4177B077E3EF}"/>
              </a:ext>
            </a:extLst>
          </p:cNvPr>
          <p:cNvSpPr txBox="1">
            <a:spLocks/>
          </p:cNvSpPr>
          <p:nvPr/>
        </p:nvSpPr>
        <p:spPr>
          <a:xfrm>
            <a:off x="236307" y="1930303"/>
            <a:ext cx="2832322" cy="3729519"/>
          </a:xfrm>
          <a:prstGeom prst="rect">
            <a:avLst/>
          </a:prstGeom>
          <a:solidFill>
            <a:srgbClr val="F0F0F0"/>
          </a:solidFill>
        </p:spPr>
        <p:txBody>
          <a:bodyPr lIns="182880" tIns="144000" rIns="182880" bIns="72000"/>
          <a:lstStyle>
            <a:lvl1pPr marL="0" indent="0" algn="l" defTabSz="914354" rtl="0" eaLnBrk="1" latinLnBrk="0" hangingPunct="1">
              <a:lnSpc>
                <a:spcPct val="100000"/>
              </a:lnSpc>
              <a:spcBef>
                <a:spcPts val="0"/>
              </a:spcBef>
              <a:spcAft>
                <a:spcPts val="800"/>
              </a:spcAft>
              <a:buFont typeface="Arial" panose="020B0604020202020204" pitchFamily="34" charset="0"/>
              <a:buNone/>
              <a:tabLst/>
              <a:defRPr lang="en-US" sz="1400" kern="1200">
                <a:solidFill>
                  <a:schemeClr val="bg1"/>
                </a:solidFill>
                <a:latin typeface="Sarabun" pitchFamily="2" charset="-34"/>
                <a:ea typeface="+mn-ea"/>
                <a:cs typeface="Sarabun" pitchFamily="2" charset="-34"/>
              </a:defRPr>
            </a:lvl1pPr>
            <a:lvl2pPr marL="357699" indent="-349234" algn="l" defTabSz="914354" rtl="0" eaLnBrk="1" latinLnBrk="0" hangingPunct="1">
              <a:lnSpc>
                <a:spcPct val="100000"/>
              </a:lnSpc>
              <a:spcBef>
                <a:spcPts val="0"/>
              </a:spcBef>
              <a:spcAft>
                <a:spcPts val="800"/>
              </a:spcAft>
              <a:buFont typeface="Arial" panose="020B0604020202020204" pitchFamily="34" charset="0"/>
              <a:buChar char="•"/>
              <a:tabLst/>
              <a:defRPr lang="en-US" sz="1100" kern="1200" dirty="0" smtClean="0">
                <a:solidFill>
                  <a:schemeClr val="tx1"/>
                </a:solidFill>
                <a:latin typeface="Sarabun" pitchFamily="2" charset="-34"/>
                <a:ea typeface="+mn-ea"/>
                <a:cs typeface="Sarabun" pitchFamily="2" charset="-34"/>
              </a:defRPr>
            </a:lvl2pPr>
            <a:lvl3pPr marL="656134" indent="-298435" algn="l" defTabSz="914354" rtl="0" eaLnBrk="1" latinLnBrk="0" hangingPunct="1">
              <a:lnSpc>
                <a:spcPct val="100000"/>
              </a:lnSpc>
              <a:spcBef>
                <a:spcPts val="0"/>
              </a:spcBef>
              <a:spcAft>
                <a:spcPts val="800"/>
              </a:spcAft>
              <a:buFont typeface="System Font Regular"/>
              <a:buChar char="⁃"/>
              <a:tabLst/>
              <a:defRPr lang="en-US" sz="1100" kern="1200" dirty="0" smtClean="0">
                <a:solidFill>
                  <a:schemeClr val="tx1"/>
                </a:solidFill>
                <a:latin typeface="Sarabun" pitchFamily="2" charset="-34"/>
                <a:ea typeface="+mn-ea"/>
                <a:cs typeface="Sarabun" pitchFamily="2" charset="-34"/>
              </a:defRPr>
            </a:lvl3pPr>
            <a:lvl4pPr marL="954569" indent="-298435" algn="l" defTabSz="914354" rtl="0" eaLnBrk="1" latinLnBrk="0" hangingPunct="1">
              <a:lnSpc>
                <a:spcPct val="100000"/>
              </a:lnSpc>
              <a:spcBef>
                <a:spcPts val="0"/>
              </a:spcBef>
              <a:spcAft>
                <a:spcPts val="800"/>
              </a:spcAft>
              <a:buFont typeface="System Font Regular"/>
              <a:buChar char="⁃"/>
              <a:tabLst/>
              <a:defRPr lang="en-US" sz="1100" kern="1200" dirty="0" smtClean="0">
                <a:solidFill>
                  <a:schemeClr val="tx1"/>
                </a:solidFill>
                <a:latin typeface="Sarabun" pitchFamily="2" charset="-34"/>
                <a:ea typeface="+mn-ea"/>
                <a:cs typeface="Sarabun" pitchFamily="2" charset="-34"/>
              </a:defRPr>
            </a:lvl4pPr>
            <a:lvl5pPr marL="1303802" indent="-349234" algn="l" defTabSz="914354" rtl="0" eaLnBrk="1" latinLnBrk="0" hangingPunct="1">
              <a:lnSpc>
                <a:spcPct val="100000"/>
              </a:lnSpc>
              <a:spcBef>
                <a:spcPts val="0"/>
              </a:spcBef>
              <a:spcAft>
                <a:spcPts val="800"/>
              </a:spcAft>
              <a:buFont typeface="Arial" panose="020B0604020202020204" pitchFamily="34" charset="0"/>
              <a:buChar char="•"/>
              <a:tabLst/>
              <a:defRPr lang="en-US" sz="1100" kern="1200" dirty="0">
                <a:solidFill>
                  <a:schemeClr val="tx1"/>
                </a:solidFill>
                <a:latin typeface="Sarabun" pitchFamily="2" charset="-34"/>
                <a:ea typeface="+mn-ea"/>
                <a:cs typeface="Sarabun" pitchFamily="2" charset="-34"/>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2800" dirty="0">
                <a:solidFill>
                  <a:srgbClr val="000000"/>
                </a:solidFill>
                <a:latin typeface="Garamond" panose="02020404030301010803" pitchFamily="18" charset="0"/>
                <a:ea typeface="Segoe UI Black" panose="020B0A02040204020203" pitchFamily="34" charset="0"/>
                <a:cs typeface="Noto Serif Tamil Light" panose="02020402060505020204" pitchFamily="18" charset="0"/>
              </a:rPr>
              <a:t>01</a:t>
            </a:r>
          </a:p>
          <a:p>
            <a:pPr algn="ctr"/>
            <a:r>
              <a:rPr lang="en-GB" b="1" dirty="0">
                <a:solidFill>
                  <a:srgbClr val="00AEEF"/>
                </a:solidFill>
                <a:latin typeface="+mn-lt"/>
                <a:cs typeface="Noto Serif Tamil Light" panose="02020402060505020204" pitchFamily="18" charset="0"/>
              </a:rPr>
              <a:t>Purpose and Objectives</a:t>
            </a:r>
          </a:p>
          <a:p>
            <a:pPr algn="ctr"/>
            <a:r>
              <a:rPr lang="en-US" sz="1100" dirty="0">
                <a:solidFill>
                  <a:schemeClr val="tx1">
                    <a:lumMod val="75000"/>
                    <a:lumOff val="25000"/>
                  </a:schemeClr>
                </a:solidFill>
                <a:latin typeface="+mn-lt"/>
                <a:cs typeface="Sarabun Light" pitchFamily="2" charset="-34"/>
              </a:rPr>
              <a:t>The purpose of this cross functional board is to establish ongoing unified oversight and strategic direction for the management of Lockton’s global People data, The objective will be to ensure compliance with evolving data regulations, maintain data quality and security, and foster cross-functional collaboration. </a:t>
            </a:r>
            <a:endParaRPr lang="en-GB" dirty="0">
              <a:latin typeface="+mn-lt"/>
              <a:cs typeface="Noto Serif Tamil Light" panose="02020402060505020204" pitchFamily="18" charset="0"/>
            </a:endParaRPr>
          </a:p>
        </p:txBody>
      </p:sp>
      <p:sp>
        <p:nvSpPr>
          <p:cNvPr id="4" name="Text Placeholder 7">
            <a:extLst>
              <a:ext uri="{FF2B5EF4-FFF2-40B4-BE49-F238E27FC236}">
                <a16:creationId xmlns:a16="http://schemas.microsoft.com/office/drawing/2014/main" id="{C7A3817E-3B15-AAA9-5C73-B307E656051C}"/>
              </a:ext>
            </a:extLst>
          </p:cNvPr>
          <p:cNvSpPr txBox="1">
            <a:spLocks/>
          </p:cNvSpPr>
          <p:nvPr/>
        </p:nvSpPr>
        <p:spPr>
          <a:xfrm>
            <a:off x="3202034" y="1930303"/>
            <a:ext cx="2832322" cy="3729519"/>
          </a:xfrm>
          <a:prstGeom prst="rect">
            <a:avLst/>
          </a:prstGeom>
          <a:solidFill>
            <a:srgbClr val="F0F0F0"/>
          </a:solidFill>
        </p:spPr>
        <p:txBody>
          <a:bodyPr lIns="182880" tIns="144000" rIns="182880" bIns="72000"/>
          <a:lstStyle>
            <a:lvl1pPr marL="0" indent="0" algn="l" defTabSz="914354" rtl="0" eaLnBrk="1" latinLnBrk="0" hangingPunct="1">
              <a:lnSpc>
                <a:spcPct val="100000"/>
              </a:lnSpc>
              <a:spcBef>
                <a:spcPts val="0"/>
              </a:spcBef>
              <a:spcAft>
                <a:spcPts val="800"/>
              </a:spcAft>
              <a:buFont typeface="Arial" panose="020B0604020202020204" pitchFamily="34" charset="0"/>
              <a:buNone/>
              <a:tabLst/>
              <a:defRPr lang="en-US" sz="1400" kern="1200">
                <a:solidFill>
                  <a:schemeClr val="bg1"/>
                </a:solidFill>
                <a:latin typeface="Sarabun" pitchFamily="2" charset="-34"/>
                <a:ea typeface="+mn-ea"/>
                <a:cs typeface="Sarabun" pitchFamily="2" charset="-34"/>
              </a:defRPr>
            </a:lvl1pPr>
            <a:lvl2pPr marL="357699" indent="-349234" algn="l" defTabSz="914354" rtl="0" eaLnBrk="1" latinLnBrk="0" hangingPunct="1">
              <a:lnSpc>
                <a:spcPct val="100000"/>
              </a:lnSpc>
              <a:spcBef>
                <a:spcPts val="0"/>
              </a:spcBef>
              <a:spcAft>
                <a:spcPts val="800"/>
              </a:spcAft>
              <a:buFont typeface="Arial" panose="020B0604020202020204" pitchFamily="34" charset="0"/>
              <a:buChar char="•"/>
              <a:tabLst/>
              <a:defRPr lang="en-US" sz="1100" kern="1200" dirty="0" smtClean="0">
                <a:solidFill>
                  <a:schemeClr val="tx1"/>
                </a:solidFill>
                <a:latin typeface="Sarabun" pitchFamily="2" charset="-34"/>
                <a:ea typeface="+mn-ea"/>
                <a:cs typeface="Sarabun" pitchFamily="2" charset="-34"/>
              </a:defRPr>
            </a:lvl2pPr>
            <a:lvl3pPr marL="656134" indent="-298435" algn="l" defTabSz="914354" rtl="0" eaLnBrk="1" latinLnBrk="0" hangingPunct="1">
              <a:lnSpc>
                <a:spcPct val="100000"/>
              </a:lnSpc>
              <a:spcBef>
                <a:spcPts val="0"/>
              </a:spcBef>
              <a:spcAft>
                <a:spcPts val="800"/>
              </a:spcAft>
              <a:buFont typeface="System Font Regular"/>
              <a:buChar char="⁃"/>
              <a:tabLst/>
              <a:defRPr lang="en-US" sz="1100" kern="1200" dirty="0" smtClean="0">
                <a:solidFill>
                  <a:schemeClr val="tx1"/>
                </a:solidFill>
                <a:latin typeface="Sarabun" pitchFamily="2" charset="-34"/>
                <a:ea typeface="+mn-ea"/>
                <a:cs typeface="Sarabun" pitchFamily="2" charset="-34"/>
              </a:defRPr>
            </a:lvl3pPr>
            <a:lvl4pPr marL="954569" indent="-298435" algn="l" defTabSz="914354" rtl="0" eaLnBrk="1" latinLnBrk="0" hangingPunct="1">
              <a:lnSpc>
                <a:spcPct val="100000"/>
              </a:lnSpc>
              <a:spcBef>
                <a:spcPts val="0"/>
              </a:spcBef>
              <a:spcAft>
                <a:spcPts val="800"/>
              </a:spcAft>
              <a:buFont typeface="System Font Regular"/>
              <a:buChar char="⁃"/>
              <a:tabLst/>
              <a:defRPr lang="en-US" sz="1100" kern="1200" dirty="0" smtClean="0">
                <a:solidFill>
                  <a:schemeClr val="tx1"/>
                </a:solidFill>
                <a:latin typeface="Sarabun" pitchFamily="2" charset="-34"/>
                <a:ea typeface="+mn-ea"/>
                <a:cs typeface="Sarabun" pitchFamily="2" charset="-34"/>
              </a:defRPr>
            </a:lvl4pPr>
            <a:lvl5pPr marL="1303802" indent="-349234" algn="l" defTabSz="914354" rtl="0" eaLnBrk="1" latinLnBrk="0" hangingPunct="1">
              <a:lnSpc>
                <a:spcPct val="100000"/>
              </a:lnSpc>
              <a:spcBef>
                <a:spcPts val="0"/>
              </a:spcBef>
              <a:spcAft>
                <a:spcPts val="800"/>
              </a:spcAft>
              <a:buFont typeface="Arial" panose="020B0604020202020204" pitchFamily="34" charset="0"/>
              <a:buChar char="•"/>
              <a:tabLst/>
              <a:defRPr lang="en-US" sz="1100" kern="1200" dirty="0">
                <a:solidFill>
                  <a:schemeClr val="tx1"/>
                </a:solidFill>
                <a:latin typeface="Sarabun" pitchFamily="2" charset="-34"/>
                <a:ea typeface="+mn-ea"/>
                <a:cs typeface="Sarabun" pitchFamily="2" charset="-34"/>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800">
                <a:solidFill>
                  <a:srgbClr val="000000"/>
                </a:solidFill>
                <a:latin typeface="Garamond" panose="02020404030301010803" pitchFamily="18" charset="0"/>
                <a:ea typeface="Segoe UI Black" panose="020B0A02040204020203" pitchFamily="34" charset="0"/>
                <a:cs typeface="Noto Serif Tamil Light" panose="02020402060505020204" pitchFamily="18" charset="0"/>
              </a:rPr>
              <a:t>02</a:t>
            </a:r>
          </a:p>
          <a:p>
            <a:pPr algn="ctr"/>
            <a:r>
              <a:rPr lang="en-GB" b="1">
                <a:solidFill>
                  <a:srgbClr val="00AEEF"/>
                </a:solidFill>
                <a:latin typeface="+mn-lt"/>
                <a:cs typeface="Noto Serif Tamil Light" panose="02020402060505020204" pitchFamily="18" charset="0"/>
              </a:rPr>
              <a:t>Authority</a:t>
            </a:r>
          </a:p>
          <a:p>
            <a:pPr marL="171450" indent="-171450">
              <a:buFont typeface="Arial" panose="020B0604020202020204" pitchFamily="34" charset="0"/>
              <a:buChar char="•"/>
            </a:pPr>
            <a:r>
              <a:rPr lang="en-US" sz="1100">
                <a:solidFill>
                  <a:schemeClr val="tx1">
                    <a:lumMod val="75000"/>
                    <a:lumOff val="25000"/>
                  </a:schemeClr>
                </a:solidFill>
                <a:latin typeface="+mn-lt"/>
                <a:cs typeface="Sarabun Light" pitchFamily="2" charset="-34"/>
              </a:rPr>
              <a:t>Approve or reject proposed policies, standards, and technology design for use of People data globally.</a:t>
            </a:r>
          </a:p>
          <a:p>
            <a:pPr marL="171450" indent="-171450">
              <a:buFont typeface="Arial" panose="020B0604020202020204" pitchFamily="34" charset="0"/>
              <a:buChar char="•"/>
            </a:pPr>
            <a:r>
              <a:rPr lang="en-US" sz="1100">
                <a:solidFill>
                  <a:schemeClr val="tx1">
                    <a:lumMod val="75000"/>
                    <a:lumOff val="25000"/>
                  </a:schemeClr>
                </a:solidFill>
                <a:latin typeface="+mn-lt"/>
                <a:cs typeface="Sarabun Light" pitchFamily="2" charset="-34"/>
              </a:rPr>
              <a:t>Ensure compliance with evolving regulations and organizational needs.</a:t>
            </a:r>
          </a:p>
          <a:p>
            <a:pPr marL="171450" indent="-171450">
              <a:buFont typeface="Arial" panose="020B0604020202020204" pitchFamily="34" charset="0"/>
              <a:buChar char="•"/>
            </a:pPr>
            <a:r>
              <a:rPr lang="en-US" sz="1100">
                <a:solidFill>
                  <a:schemeClr val="tx1">
                    <a:lumMod val="75000"/>
                    <a:lumOff val="25000"/>
                  </a:schemeClr>
                </a:solidFill>
                <a:latin typeface="+mn-lt"/>
                <a:cs typeface="Sarabun Light" pitchFamily="2" charset="-34"/>
              </a:rPr>
              <a:t>Oversee and direct remediation actions for data quality, security, or compliance issues.</a:t>
            </a:r>
          </a:p>
          <a:p>
            <a:pPr marL="171450" indent="-171450">
              <a:buFont typeface="Arial" panose="020B0604020202020204" pitchFamily="34" charset="0"/>
              <a:buChar char="•"/>
            </a:pPr>
            <a:r>
              <a:rPr lang="en-US" sz="1100">
                <a:solidFill>
                  <a:schemeClr val="tx1">
                    <a:lumMod val="75000"/>
                    <a:lumOff val="25000"/>
                  </a:schemeClr>
                </a:solidFill>
                <a:latin typeface="+mn-lt"/>
                <a:cs typeface="Sarabun Light" pitchFamily="2" charset="-34"/>
              </a:rPr>
              <a:t>Escalate unresolved data governance matters to the appropriate executive leadership.</a:t>
            </a:r>
            <a:endParaRPr lang="en-US" sz="1100">
              <a:latin typeface="+mn-lt"/>
              <a:cs typeface="Noto Serif Tamil Light" panose="02020402060505020204" pitchFamily="18" charset="0"/>
            </a:endParaRPr>
          </a:p>
        </p:txBody>
      </p:sp>
      <p:sp>
        <p:nvSpPr>
          <p:cNvPr id="5" name="Text Placeholder 7">
            <a:extLst>
              <a:ext uri="{FF2B5EF4-FFF2-40B4-BE49-F238E27FC236}">
                <a16:creationId xmlns:a16="http://schemas.microsoft.com/office/drawing/2014/main" id="{CDB15659-CF00-20DF-37B4-5C2776557AE2}"/>
              </a:ext>
            </a:extLst>
          </p:cNvPr>
          <p:cNvSpPr txBox="1">
            <a:spLocks/>
          </p:cNvSpPr>
          <p:nvPr/>
        </p:nvSpPr>
        <p:spPr>
          <a:xfrm>
            <a:off x="6172977" y="1930303"/>
            <a:ext cx="2832322" cy="3729518"/>
          </a:xfrm>
          <a:prstGeom prst="rect">
            <a:avLst/>
          </a:prstGeom>
          <a:solidFill>
            <a:srgbClr val="F0F0F0"/>
          </a:solidFill>
        </p:spPr>
        <p:txBody>
          <a:bodyPr lIns="182880" tIns="144000" rIns="182880" bIns="72000"/>
          <a:lstStyle>
            <a:lvl1pPr marL="0" indent="0" algn="l" defTabSz="914354" rtl="0" eaLnBrk="1" latinLnBrk="0" hangingPunct="1">
              <a:lnSpc>
                <a:spcPct val="100000"/>
              </a:lnSpc>
              <a:spcBef>
                <a:spcPts val="0"/>
              </a:spcBef>
              <a:spcAft>
                <a:spcPts val="800"/>
              </a:spcAft>
              <a:buFont typeface="Arial" panose="020B0604020202020204" pitchFamily="34" charset="0"/>
              <a:buNone/>
              <a:tabLst/>
              <a:defRPr lang="en-US" sz="1400" kern="1200">
                <a:solidFill>
                  <a:schemeClr val="bg1"/>
                </a:solidFill>
                <a:latin typeface="Sarabun" pitchFamily="2" charset="-34"/>
                <a:ea typeface="+mn-ea"/>
                <a:cs typeface="Sarabun" pitchFamily="2" charset="-34"/>
              </a:defRPr>
            </a:lvl1pPr>
            <a:lvl2pPr marL="357699" indent="-349234" algn="l" defTabSz="914354" rtl="0" eaLnBrk="1" latinLnBrk="0" hangingPunct="1">
              <a:lnSpc>
                <a:spcPct val="100000"/>
              </a:lnSpc>
              <a:spcBef>
                <a:spcPts val="0"/>
              </a:spcBef>
              <a:spcAft>
                <a:spcPts val="800"/>
              </a:spcAft>
              <a:buFont typeface="Arial" panose="020B0604020202020204" pitchFamily="34" charset="0"/>
              <a:buChar char="•"/>
              <a:tabLst/>
              <a:defRPr lang="en-US" sz="1100" kern="1200" dirty="0" smtClean="0">
                <a:solidFill>
                  <a:schemeClr val="tx1"/>
                </a:solidFill>
                <a:latin typeface="Sarabun" pitchFamily="2" charset="-34"/>
                <a:ea typeface="+mn-ea"/>
                <a:cs typeface="Sarabun" pitchFamily="2" charset="-34"/>
              </a:defRPr>
            </a:lvl2pPr>
            <a:lvl3pPr marL="656134" indent="-298435" algn="l" defTabSz="914354" rtl="0" eaLnBrk="1" latinLnBrk="0" hangingPunct="1">
              <a:lnSpc>
                <a:spcPct val="100000"/>
              </a:lnSpc>
              <a:spcBef>
                <a:spcPts val="0"/>
              </a:spcBef>
              <a:spcAft>
                <a:spcPts val="800"/>
              </a:spcAft>
              <a:buFont typeface="System Font Regular"/>
              <a:buChar char="⁃"/>
              <a:tabLst/>
              <a:defRPr lang="en-US" sz="1100" kern="1200" dirty="0" smtClean="0">
                <a:solidFill>
                  <a:schemeClr val="tx1"/>
                </a:solidFill>
                <a:latin typeface="Sarabun" pitchFamily="2" charset="-34"/>
                <a:ea typeface="+mn-ea"/>
                <a:cs typeface="Sarabun" pitchFamily="2" charset="-34"/>
              </a:defRPr>
            </a:lvl3pPr>
            <a:lvl4pPr marL="954569" indent="-298435" algn="l" defTabSz="914354" rtl="0" eaLnBrk="1" latinLnBrk="0" hangingPunct="1">
              <a:lnSpc>
                <a:spcPct val="100000"/>
              </a:lnSpc>
              <a:spcBef>
                <a:spcPts val="0"/>
              </a:spcBef>
              <a:spcAft>
                <a:spcPts val="800"/>
              </a:spcAft>
              <a:buFont typeface="System Font Regular"/>
              <a:buChar char="⁃"/>
              <a:tabLst/>
              <a:defRPr lang="en-US" sz="1100" kern="1200" dirty="0" smtClean="0">
                <a:solidFill>
                  <a:schemeClr val="tx1"/>
                </a:solidFill>
                <a:latin typeface="Sarabun" pitchFamily="2" charset="-34"/>
                <a:ea typeface="+mn-ea"/>
                <a:cs typeface="Sarabun" pitchFamily="2" charset="-34"/>
              </a:defRPr>
            </a:lvl4pPr>
            <a:lvl5pPr marL="1303802" indent="-349234" algn="l" defTabSz="914354" rtl="0" eaLnBrk="1" latinLnBrk="0" hangingPunct="1">
              <a:lnSpc>
                <a:spcPct val="100000"/>
              </a:lnSpc>
              <a:spcBef>
                <a:spcPts val="0"/>
              </a:spcBef>
              <a:spcAft>
                <a:spcPts val="800"/>
              </a:spcAft>
              <a:buFont typeface="Arial" panose="020B0604020202020204" pitchFamily="34" charset="0"/>
              <a:buChar char="•"/>
              <a:tabLst/>
              <a:defRPr lang="en-US" sz="1100" kern="1200" dirty="0">
                <a:solidFill>
                  <a:schemeClr val="tx1"/>
                </a:solidFill>
                <a:latin typeface="Sarabun" pitchFamily="2" charset="-34"/>
                <a:ea typeface="+mn-ea"/>
                <a:cs typeface="Sarabun" pitchFamily="2" charset="-34"/>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800">
                <a:solidFill>
                  <a:srgbClr val="000000"/>
                </a:solidFill>
                <a:latin typeface="Garamond" panose="02020404030301010803" pitchFamily="18" charset="0"/>
                <a:ea typeface="Segoe UI Black" panose="020B0A02040204020203" pitchFamily="34" charset="0"/>
                <a:cs typeface="Noto Serif Tamil Light" panose="02020402060505020204" pitchFamily="18" charset="0"/>
              </a:rPr>
              <a:t>03</a:t>
            </a:r>
          </a:p>
          <a:p>
            <a:pPr algn="ctr"/>
            <a:r>
              <a:rPr lang="en-GB" b="1">
                <a:solidFill>
                  <a:srgbClr val="00AEEF"/>
                </a:solidFill>
                <a:latin typeface="+mn-lt"/>
                <a:cs typeface="Noto Serif Tamil Light" panose="02020402060505020204" pitchFamily="18" charset="0"/>
              </a:rPr>
              <a:t>Membership</a:t>
            </a:r>
          </a:p>
          <a:p>
            <a:pPr marL="171450" indent="-171450">
              <a:buFont typeface="Arial" panose="020B0604020202020204" pitchFamily="34" charset="0"/>
              <a:buChar char="•"/>
            </a:pPr>
            <a:r>
              <a:rPr lang="en-US" sz="1100">
                <a:solidFill>
                  <a:schemeClr val="tx1">
                    <a:lumMod val="75000"/>
                    <a:lumOff val="25000"/>
                  </a:schemeClr>
                </a:solidFill>
                <a:latin typeface="+mn-lt"/>
                <a:cs typeface="Sarabun Light" pitchFamily="2" charset="-34"/>
              </a:rPr>
              <a:t>People &amp; Culture Systems and HR Operations, as needed</a:t>
            </a:r>
          </a:p>
          <a:p>
            <a:pPr marL="171450" indent="-171450">
              <a:buFont typeface="Arial" panose="020B0604020202020204" pitchFamily="34" charset="0"/>
              <a:buChar char="•"/>
            </a:pPr>
            <a:r>
              <a:rPr lang="en-US" sz="1100">
                <a:solidFill>
                  <a:schemeClr val="tx1">
                    <a:lumMod val="75000"/>
                    <a:lumOff val="25000"/>
                  </a:schemeClr>
                </a:solidFill>
                <a:latin typeface="+mn-lt"/>
                <a:cs typeface="Sarabun Light" pitchFamily="2" charset="-34"/>
              </a:rPr>
              <a:t>Compliance, Data Privacy and Legal advisors, as needed</a:t>
            </a:r>
          </a:p>
          <a:p>
            <a:pPr marL="171450" indent="-171450">
              <a:buFont typeface="Arial" panose="020B0604020202020204" pitchFamily="34" charset="0"/>
              <a:buChar char="•"/>
            </a:pPr>
            <a:r>
              <a:rPr lang="en-US" sz="1100">
                <a:solidFill>
                  <a:schemeClr val="tx1">
                    <a:lumMod val="75000"/>
                    <a:lumOff val="25000"/>
                  </a:schemeClr>
                </a:solidFill>
                <a:latin typeface="+mn-lt"/>
                <a:cs typeface="Sarabun Light" pitchFamily="2" charset="-34"/>
              </a:rPr>
              <a:t>Information Security </a:t>
            </a:r>
          </a:p>
          <a:p>
            <a:pPr marL="171450" indent="-171450">
              <a:buFont typeface="Arial" panose="020B0604020202020204" pitchFamily="34" charset="0"/>
              <a:buChar char="•"/>
            </a:pPr>
            <a:r>
              <a:rPr lang="en-US" sz="1100">
                <a:solidFill>
                  <a:schemeClr val="tx1">
                    <a:lumMod val="75000"/>
                    <a:lumOff val="25000"/>
                  </a:schemeClr>
                </a:solidFill>
                <a:latin typeface="+mn-lt"/>
                <a:cs typeface="Sarabun Light" pitchFamily="2" charset="-34"/>
              </a:rPr>
              <a:t>IT Data Leader</a:t>
            </a:r>
          </a:p>
          <a:p>
            <a:pPr marL="171450" indent="-171450">
              <a:buFont typeface="Arial" panose="020B0604020202020204" pitchFamily="34" charset="0"/>
              <a:buChar char="•"/>
            </a:pPr>
            <a:r>
              <a:rPr lang="en-US" sz="1100">
                <a:solidFill>
                  <a:schemeClr val="tx1">
                    <a:lumMod val="75000"/>
                    <a:lumOff val="25000"/>
                  </a:schemeClr>
                </a:solidFill>
                <a:latin typeface="+mn-lt"/>
                <a:cs typeface="Sarabun Light" pitchFamily="2" charset="-34"/>
              </a:rPr>
              <a:t>Other subject matter experts or stakeholders as required by agenda</a:t>
            </a:r>
            <a:endParaRPr lang="en-GB" sz="1100">
              <a:solidFill>
                <a:schemeClr val="tx1">
                  <a:lumMod val="75000"/>
                  <a:lumOff val="25000"/>
                </a:schemeClr>
              </a:solidFill>
              <a:latin typeface="+mn-lt"/>
              <a:cs typeface="Sarabun Light" pitchFamily="2" charset="-34"/>
            </a:endParaRPr>
          </a:p>
        </p:txBody>
      </p:sp>
      <p:sp>
        <p:nvSpPr>
          <p:cNvPr id="6" name="Text Placeholder 7">
            <a:extLst>
              <a:ext uri="{FF2B5EF4-FFF2-40B4-BE49-F238E27FC236}">
                <a16:creationId xmlns:a16="http://schemas.microsoft.com/office/drawing/2014/main" id="{28C8C9A0-AF19-2CCA-0B69-5B37F5A03373}"/>
              </a:ext>
            </a:extLst>
          </p:cNvPr>
          <p:cNvSpPr txBox="1">
            <a:spLocks/>
          </p:cNvSpPr>
          <p:nvPr/>
        </p:nvSpPr>
        <p:spPr>
          <a:xfrm>
            <a:off x="9123372" y="1930303"/>
            <a:ext cx="2832321" cy="3729518"/>
          </a:xfrm>
          <a:prstGeom prst="rect">
            <a:avLst/>
          </a:prstGeom>
          <a:solidFill>
            <a:srgbClr val="F0F0F0"/>
          </a:solidFill>
        </p:spPr>
        <p:txBody>
          <a:bodyPr lIns="182880" tIns="144000" rIns="182880" bIns="72000"/>
          <a:lstStyle>
            <a:lvl1pPr marL="0" indent="0" algn="l" defTabSz="914354" rtl="0" eaLnBrk="1" latinLnBrk="0" hangingPunct="1">
              <a:lnSpc>
                <a:spcPct val="100000"/>
              </a:lnSpc>
              <a:spcBef>
                <a:spcPts val="0"/>
              </a:spcBef>
              <a:spcAft>
                <a:spcPts val="800"/>
              </a:spcAft>
              <a:buFont typeface="Arial" panose="020B0604020202020204" pitchFamily="34" charset="0"/>
              <a:buNone/>
              <a:tabLst/>
              <a:defRPr lang="en-US" sz="1400" kern="1200">
                <a:solidFill>
                  <a:schemeClr val="bg1"/>
                </a:solidFill>
                <a:latin typeface="Sarabun" pitchFamily="2" charset="-34"/>
                <a:ea typeface="+mn-ea"/>
                <a:cs typeface="Sarabun" pitchFamily="2" charset="-34"/>
              </a:defRPr>
            </a:lvl1pPr>
            <a:lvl2pPr marL="357699" indent="-349234" algn="l" defTabSz="914354" rtl="0" eaLnBrk="1" latinLnBrk="0" hangingPunct="1">
              <a:lnSpc>
                <a:spcPct val="100000"/>
              </a:lnSpc>
              <a:spcBef>
                <a:spcPts val="0"/>
              </a:spcBef>
              <a:spcAft>
                <a:spcPts val="800"/>
              </a:spcAft>
              <a:buFont typeface="Arial" panose="020B0604020202020204" pitchFamily="34" charset="0"/>
              <a:buChar char="•"/>
              <a:tabLst/>
              <a:defRPr lang="en-US" sz="1100" kern="1200" dirty="0" smtClean="0">
                <a:solidFill>
                  <a:schemeClr val="tx1"/>
                </a:solidFill>
                <a:latin typeface="Sarabun" pitchFamily="2" charset="-34"/>
                <a:ea typeface="+mn-ea"/>
                <a:cs typeface="Sarabun" pitchFamily="2" charset="-34"/>
              </a:defRPr>
            </a:lvl2pPr>
            <a:lvl3pPr marL="656134" indent="-298435" algn="l" defTabSz="914354" rtl="0" eaLnBrk="1" latinLnBrk="0" hangingPunct="1">
              <a:lnSpc>
                <a:spcPct val="100000"/>
              </a:lnSpc>
              <a:spcBef>
                <a:spcPts val="0"/>
              </a:spcBef>
              <a:spcAft>
                <a:spcPts val="800"/>
              </a:spcAft>
              <a:buFont typeface="System Font Regular"/>
              <a:buChar char="⁃"/>
              <a:tabLst/>
              <a:defRPr lang="en-US" sz="1100" kern="1200" dirty="0" smtClean="0">
                <a:solidFill>
                  <a:schemeClr val="tx1"/>
                </a:solidFill>
                <a:latin typeface="Sarabun" pitchFamily="2" charset="-34"/>
                <a:ea typeface="+mn-ea"/>
                <a:cs typeface="Sarabun" pitchFamily="2" charset="-34"/>
              </a:defRPr>
            </a:lvl3pPr>
            <a:lvl4pPr marL="954569" indent="-298435" algn="l" defTabSz="914354" rtl="0" eaLnBrk="1" latinLnBrk="0" hangingPunct="1">
              <a:lnSpc>
                <a:spcPct val="100000"/>
              </a:lnSpc>
              <a:spcBef>
                <a:spcPts val="0"/>
              </a:spcBef>
              <a:spcAft>
                <a:spcPts val="800"/>
              </a:spcAft>
              <a:buFont typeface="System Font Regular"/>
              <a:buChar char="⁃"/>
              <a:tabLst/>
              <a:defRPr lang="en-US" sz="1100" kern="1200" dirty="0" smtClean="0">
                <a:solidFill>
                  <a:schemeClr val="tx1"/>
                </a:solidFill>
                <a:latin typeface="Sarabun" pitchFamily="2" charset="-34"/>
                <a:ea typeface="+mn-ea"/>
                <a:cs typeface="Sarabun" pitchFamily="2" charset="-34"/>
              </a:defRPr>
            </a:lvl4pPr>
            <a:lvl5pPr marL="1303802" indent="-349234" algn="l" defTabSz="914354" rtl="0" eaLnBrk="1" latinLnBrk="0" hangingPunct="1">
              <a:lnSpc>
                <a:spcPct val="100000"/>
              </a:lnSpc>
              <a:spcBef>
                <a:spcPts val="0"/>
              </a:spcBef>
              <a:spcAft>
                <a:spcPts val="800"/>
              </a:spcAft>
              <a:buFont typeface="Arial" panose="020B0604020202020204" pitchFamily="34" charset="0"/>
              <a:buChar char="•"/>
              <a:tabLst/>
              <a:defRPr lang="en-US" sz="1100" kern="1200" dirty="0">
                <a:solidFill>
                  <a:schemeClr val="tx1"/>
                </a:solidFill>
                <a:latin typeface="Sarabun" pitchFamily="2" charset="-34"/>
                <a:ea typeface="+mn-ea"/>
                <a:cs typeface="Sarabun" pitchFamily="2" charset="-34"/>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800">
                <a:solidFill>
                  <a:srgbClr val="000000"/>
                </a:solidFill>
                <a:latin typeface="Garamond" panose="02020404030301010803" pitchFamily="18" charset="0"/>
                <a:ea typeface="Segoe UI Black" panose="020B0A02040204020203" pitchFamily="34" charset="0"/>
                <a:cs typeface="Noto Serif Tamil Light" panose="02020402060505020204" pitchFamily="18" charset="0"/>
              </a:rPr>
              <a:t>04</a:t>
            </a:r>
          </a:p>
          <a:p>
            <a:pPr algn="ctr"/>
            <a:r>
              <a:rPr lang="en-GB" b="1">
                <a:solidFill>
                  <a:srgbClr val="00AEEF"/>
                </a:solidFill>
                <a:latin typeface="+mn-lt"/>
                <a:cs typeface="Noto Serif Tamil Light" panose="02020402060505020204" pitchFamily="18" charset="0"/>
              </a:rPr>
              <a:t>Deliverables</a:t>
            </a:r>
          </a:p>
          <a:p>
            <a:pPr marL="171450" indent="-171450">
              <a:buFont typeface="Arial" panose="020B0604020202020204" pitchFamily="34" charset="0"/>
              <a:buChar char="•"/>
            </a:pPr>
            <a:r>
              <a:rPr lang="en-US" sz="1100">
                <a:solidFill>
                  <a:schemeClr val="tx1">
                    <a:lumMod val="75000"/>
                    <a:lumOff val="25000"/>
                  </a:schemeClr>
                </a:solidFill>
                <a:latin typeface="+mn-lt"/>
                <a:cs typeface="Sarabun Light" pitchFamily="2" charset="-34"/>
              </a:rPr>
              <a:t>Global People data governance policies, standards, and procedures</a:t>
            </a:r>
          </a:p>
          <a:p>
            <a:pPr marL="171450" indent="-171450">
              <a:buFont typeface="Arial" panose="020B0604020202020204" pitchFamily="34" charset="0"/>
              <a:buChar char="•"/>
            </a:pPr>
            <a:r>
              <a:rPr lang="en-US" sz="1100">
                <a:solidFill>
                  <a:schemeClr val="tx1">
                    <a:lumMod val="75000"/>
                    <a:lumOff val="25000"/>
                  </a:schemeClr>
                </a:solidFill>
                <a:latin typeface="+mn-lt"/>
                <a:cs typeface="Sarabun Light" pitchFamily="2" charset="-34"/>
              </a:rPr>
              <a:t>Regular compliance and data quality reports</a:t>
            </a:r>
          </a:p>
          <a:p>
            <a:pPr marL="171450" indent="-171450">
              <a:buFont typeface="Arial" panose="020B0604020202020204" pitchFamily="34" charset="0"/>
              <a:buChar char="•"/>
            </a:pPr>
            <a:r>
              <a:rPr lang="en-US" sz="1100">
                <a:solidFill>
                  <a:schemeClr val="tx1">
                    <a:lumMod val="75000"/>
                    <a:lumOff val="25000"/>
                  </a:schemeClr>
                </a:solidFill>
                <a:latin typeface="+mn-lt"/>
                <a:cs typeface="Sarabun Light" pitchFamily="2" charset="-34"/>
              </a:rPr>
              <a:t>Recommendations for regulatory updates and required process changes</a:t>
            </a:r>
          </a:p>
          <a:p>
            <a:pPr marL="171450" indent="-171450">
              <a:buFont typeface="Arial" panose="020B0604020202020204" pitchFamily="34" charset="0"/>
              <a:buChar char="•"/>
            </a:pPr>
            <a:r>
              <a:rPr lang="en-US" sz="1100">
                <a:solidFill>
                  <a:schemeClr val="tx1">
                    <a:lumMod val="75000"/>
                    <a:lumOff val="25000"/>
                  </a:schemeClr>
                </a:solidFill>
                <a:latin typeface="+mn-lt"/>
                <a:cs typeface="Sarabun Light" pitchFamily="2" charset="-34"/>
              </a:rPr>
              <a:t>Documentation of approved data management practices and decisions for transparency and accountability</a:t>
            </a:r>
          </a:p>
          <a:p>
            <a:pPr marL="171450" indent="-171450">
              <a:buFont typeface="Arial" panose="020B0604020202020204" pitchFamily="34" charset="0"/>
              <a:buChar char="•"/>
            </a:pPr>
            <a:r>
              <a:rPr lang="en-US" sz="1100">
                <a:solidFill>
                  <a:schemeClr val="tx1">
                    <a:lumMod val="75000"/>
                    <a:lumOff val="25000"/>
                  </a:schemeClr>
                </a:solidFill>
                <a:latin typeface="+mn-lt"/>
                <a:cs typeface="Sarabun Light" pitchFamily="2" charset="-34"/>
              </a:rPr>
              <a:t>Action plans for remediation of data issues or risks</a:t>
            </a:r>
          </a:p>
        </p:txBody>
      </p:sp>
      <p:sp>
        <p:nvSpPr>
          <p:cNvPr id="7" name="TextBox 6">
            <a:extLst>
              <a:ext uri="{FF2B5EF4-FFF2-40B4-BE49-F238E27FC236}">
                <a16:creationId xmlns:a16="http://schemas.microsoft.com/office/drawing/2014/main" id="{F09D9AA2-5C07-4F1C-C091-2BB44435D5A7}"/>
              </a:ext>
            </a:extLst>
          </p:cNvPr>
          <p:cNvSpPr txBox="1"/>
          <p:nvPr/>
        </p:nvSpPr>
        <p:spPr>
          <a:xfrm>
            <a:off x="629271" y="1444574"/>
            <a:ext cx="10807662" cy="523220"/>
          </a:xfrm>
          <a:prstGeom prst="rect">
            <a:avLst/>
          </a:prstGeom>
          <a:noFill/>
        </p:spPr>
        <p:txBody>
          <a:bodyPr wrap="square" lIns="91440" rtlCol="0">
            <a:noAutofit/>
          </a:bodyPr>
          <a:lstStyle/>
          <a:p>
            <a:r>
              <a:rPr lang="en-US" sz="1600"/>
              <a:t>We recommend establishing a Global People Data Governance Board as follows:</a:t>
            </a:r>
            <a:endParaRPr lang="en-US" sz="1600">
              <a:cs typeface="Noto Serif Tamil Light" panose="02020402060505020204" pitchFamily="18" charset="0"/>
            </a:endParaRPr>
          </a:p>
        </p:txBody>
      </p:sp>
    </p:spTree>
    <p:extLst>
      <p:ext uri="{BB962C8B-B14F-4D97-AF65-F5344CB8AC3E}">
        <p14:creationId xmlns:p14="http://schemas.microsoft.com/office/powerpoint/2010/main" val="2749586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9A9F6-ADFA-F9C5-61F3-3777A50A3D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DF92D1-9791-62FE-6591-29572577047B}"/>
              </a:ext>
            </a:extLst>
          </p:cNvPr>
          <p:cNvSpPr>
            <a:spLocks noGrp="1"/>
          </p:cNvSpPr>
          <p:nvPr>
            <p:ph type="title"/>
          </p:nvPr>
        </p:nvSpPr>
        <p:spPr>
          <a:xfrm>
            <a:off x="277091" y="401071"/>
            <a:ext cx="11195243" cy="956674"/>
          </a:xfrm>
        </p:spPr>
        <p:txBody>
          <a:bodyPr/>
          <a:lstStyle/>
          <a:p>
            <a:r>
              <a:rPr lang="en-GB" sz="4000" dirty="0">
                <a:latin typeface="Garamond"/>
              </a:rPr>
              <a:t>Risks and Issues</a:t>
            </a:r>
            <a:br>
              <a:rPr lang="en-GB" sz="4000" dirty="0"/>
            </a:br>
            <a:r>
              <a:rPr lang="en-GB" sz="1600" dirty="0">
                <a:latin typeface="Garamond"/>
              </a:rPr>
              <a:t>Prepared by: Kristen Beatty</a:t>
            </a:r>
            <a:br>
              <a:rPr lang="en-GB" sz="1600" dirty="0">
                <a:latin typeface="Garamond"/>
              </a:rPr>
            </a:br>
            <a:r>
              <a:rPr lang="en-GB" sz="1600" dirty="0">
                <a:latin typeface="Garamond"/>
              </a:rPr>
              <a:t>Date: December 17, 2025				</a:t>
            </a:r>
            <a:endParaRPr lang="en-GB" dirty="0">
              <a:latin typeface="Garamond"/>
            </a:endParaRPr>
          </a:p>
        </p:txBody>
      </p:sp>
      <p:graphicFrame>
        <p:nvGraphicFramePr>
          <p:cNvPr id="4" name="Table 3">
            <a:extLst>
              <a:ext uri="{FF2B5EF4-FFF2-40B4-BE49-F238E27FC236}">
                <a16:creationId xmlns:a16="http://schemas.microsoft.com/office/drawing/2014/main" id="{5D1B48CC-9325-DB70-AB87-00D545F1491A}"/>
              </a:ext>
            </a:extLst>
          </p:cNvPr>
          <p:cNvGraphicFramePr>
            <a:graphicFrameLocks noGrp="1"/>
          </p:cNvGraphicFramePr>
          <p:nvPr>
            <p:extLst>
              <p:ext uri="{D42A27DB-BD31-4B8C-83A1-F6EECF244321}">
                <p14:modId xmlns:p14="http://schemas.microsoft.com/office/powerpoint/2010/main" val="2797024175"/>
              </p:ext>
            </p:extLst>
          </p:nvPr>
        </p:nvGraphicFramePr>
        <p:xfrm>
          <a:off x="156006" y="1282558"/>
          <a:ext cx="11879987" cy="5335587"/>
        </p:xfrm>
        <a:graphic>
          <a:graphicData uri="http://schemas.openxmlformats.org/drawingml/2006/table">
            <a:tbl>
              <a:tblPr firstRow="1"/>
              <a:tblGrid>
                <a:gridCol w="902366">
                  <a:extLst>
                    <a:ext uri="{9D8B030D-6E8A-4147-A177-3AD203B41FA5}">
                      <a16:colId xmlns:a16="http://schemas.microsoft.com/office/drawing/2014/main" val="3474417782"/>
                    </a:ext>
                  </a:extLst>
                </a:gridCol>
                <a:gridCol w="5517336">
                  <a:extLst>
                    <a:ext uri="{9D8B030D-6E8A-4147-A177-3AD203B41FA5}">
                      <a16:colId xmlns:a16="http://schemas.microsoft.com/office/drawing/2014/main" val="2518035124"/>
                    </a:ext>
                  </a:extLst>
                </a:gridCol>
                <a:gridCol w="4082142">
                  <a:extLst>
                    <a:ext uri="{9D8B030D-6E8A-4147-A177-3AD203B41FA5}">
                      <a16:colId xmlns:a16="http://schemas.microsoft.com/office/drawing/2014/main" val="2019749367"/>
                    </a:ext>
                  </a:extLst>
                </a:gridCol>
                <a:gridCol w="653141">
                  <a:extLst>
                    <a:ext uri="{9D8B030D-6E8A-4147-A177-3AD203B41FA5}">
                      <a16:colId xmlns:a16="http://schemas.microsoft.com/office/drawing/2014/main" val="1554560860"/>
                    </a:ext>
                  </a:extLst>
                </a:gridCol>
                <a:gridCol w="725002">
                  <a:extLst>
                    <a:ext uri="{9D8B030D-6E8A-4147-A177-3AD203B41FA5}">
                      <a16:colId xmlns:a16="http://schemas.microsoft.com/office/drawing/2014/main" val="1101529514"/>
                    </a:ext>
                  </a:extLst>
                </a:gridCol>
              </a:tblGrid>
              <a:tr h="311754">
                <a:tc gridSpan="5">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900" dirty="0">
                          <a:solidFill>
                            <a:schemeClr val="bg1"/>
                          </a:solidFill>
                          <a:latin typeface="+mn-lt"/>
                          <a:ea typeface="EB Garamond"/>
                        </a:rPr>
                        <a:t>Top Risks and Issues  </a:t>
                      </a:r>
                      <a:endParaRPr lang="en-GB" sz="900" dirty="0">
                        <a:solidFill>
                          <a:schemeClr val="bg1"/>
                        </a:solidFill>
                        <a:latin typeface="+mn-lt"/>
                        <a:ea typeface="EB Garamond"/>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GB" sz="1200"/>
                    </a:p>
                  </a:txBody>
                  <a:tcPr>
                    <a:solidFill>
                      <a:srgbClr val="FF0000"/>
                    </a:solidFill>
                  </a:tcPr>
                </a:tc>
                <a:tc hMerge="1">
                  <a:txBody>
                    <a:bodyPr/>
                    <a:lstStyle/>
                    <a:p>
                      <a:pPr algn="ctr"/>
                      <a:endParaRPr lang="en-GB" sz="1200"/>
                    </a:p>
                  </a:txBody>
                  <a:tcPr>
                    <a:solidFill>
                      <a:srgbClr val="FF0000"/>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16143963"/>
                  </a:ext>
                </a:extLst>
              </a:tr>
              <a:tr h="496497">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900" b="1" baseline="0">
                          <a:solidFill>
                            <a:schemeClr val="bg1"/>
                          </a:solidFill>
                          <a:latin typeface="+mn-lt"/>
                          <a:ea typeface="EB Garamond"/>
                        </a:rPr>
                        <a:t>Workstream (Owner)</a:t>
                      </a:r>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lgn="ctr">
                        <a:buFont typeface="Arial" panose="020B0604020202020204" pitchFamily="34" charset="0"/>
                        <a:buNone/>
                      </a:pPr>
                      <a:r>
                        <a:rPr lang="en-US" sz="900" b="1">
                          <a:solidFill>
                            <a:schemeClr val="bg1"/>
                          </a:solidFill>
                          <a:latin typeface="+mn-lt"/>
                          <a:ea typeface="EB Garamond"/>
                        </a:rPr>
                        <a:t>Description </a:t>
                      </a:r>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lgn="ctr">
                        <a:buFont typeface="Arial" panose="020B0604020202020204" pitchFamily="34" charset="0"/>
                        <a:buNone/>
                      </a:pPr>
                      <a:r>
                        <a:rPr lang="en-US" sz="900" b="1" dirty="0">
                          <a:solidFill>
                            <a:schemeClr val="bg1"/>
                          </a:solidFill>
                          <a:latin typeface="+mn-lt"/>
                          <a:ea typeface="EB Garamond"/>
                        </a:rPr>
                        <a:t>Mitigation Plan</a:t>
                      </a:r>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lgn="ctr">
                        <a:buFont typeface="Arial" panose="020B0604020202020204" pitchFamily="34" charset="0"/>
                        <a:buNone/>
                      </a:pPr>
                      <a:r>
                        <a:rPr lang="en-US" sz="900" b="1" dirty="0">
                          <a:solidFill>
                            <a:schemeClr val="bg1"/>
                          </a:solidFill>
                          <a:latin typeface="+mn-lt"/>
                          <a:ea typeface="EB Garamond"/>
                        </a:rPr>
                        <a:t>Priority</a:t>
                      </a:r>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lgn="ctr">
                        <a:buFont typeface="Arial" panose="020B0604020202020204" pitchFamily="34" charset="0"/>
                        <a:buNone/>
                      </a:pPr>
                      <a:r>
                        <a:rPr lang="en-US" sz="900" b="1" dirty="0">
                          <a:solidFill>
                            <a:schemeClr val="bg1"/>
                          </a:solidFill>
                          <a:latin typeface="+mn-lt"/>
                          <a:ea typeface="EB Garamond"/>
                        </a:rPr>
                        <a:t>Status</a:t>
                      </a:r>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403267062"/>
                  </a:ext>
                </a:extLst>
              </a:tr>
              <a:tr h="900216">
                <a:tc>
                  <a:txBody>
                    <a:bodyPr/>
                    <a:lstStyle/>
                    <a:p>
                      <a:pPr marL="0" lvl="0" algn="l">
                        <a:buNone/>
                      </a:pPr>
                      <a:r>
                        <a:rPr lang="en-GB" sz="1000" b="0" i="0" u="none" strike="noStrike" kern="1200" baseline="0" noProof="0" dirty="0">
                          <a:solidFill>
                            <a:srgbClr val="000000"/>
                          </a:solidFill>
                          <a:latin typeface="+mn-lt"/>
                        </a:rPr>
                        <a:t>Kristen Beatty</a:t>
                      </a:r>
                      <a:endParaRPr lang="en-US" sz="1000" dirty="0">
                        <a:latin typeface="+mn-lt"/>
                      </a:endParaRPr>
                    </a:p>
                  </a:txBody>
                  <a:tcPr anchor="ctr">
                    <a:lnL w="12700">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marR="0" lvl="0" indent="0" algn="l">
                        <a:lnSpc>
                          <a:spcPct val="100000"/>
                        </a:lnSpc>
                        <a:spcBef>
                          <a:spcPts val="0"/>
                        </a:spcBef>
                        <a:spcAft>
                          <a:spcPts val="0"/>
                        </a:spcAft>
                        <a:buNone/>
                      </a:pPr>
                      <a:r>
                        <a:rPr lang="en-GB" sz="1000" b="1" i="0" u="none" strike="noStrike" kern="1200" baseline="0" noProof="0" dirty="0">
                          <a:solidFill>
                            <a:srgbClr val="000000"/>
                          </a:solidFill>
                          <a:latin typeface="+mn-lt"/>
                        </a:rPr>
                        <a:t>Vendor Assessment/Due Diligence: Risk </a:t>
                      </a:r>
                    </a:p>
                    <a:p>
                      <a:pPr marL="0" marR="0" lvl="0" indent="0" algn="l">
                        <a:lnSpc>
                          <a:spcPct val="100000"/>
                        </a:lnSpc>
                        <a:spcBef>
                          <a:spcPts val="0"/>
                        </a:spcBef>
                        <a:spcAft>
                          <a:spcPts val="0"/>
                        </a:spcAft>
                        <a:buNone/>
                      </a:pPr>
                      <a:r>
                        <a:rPr lang="en-GB" sz="1000" b="0" i="0" u="none" strike="noStrike" kern="1200" baseline="0" noProof="0" dirty="0">
                          <a:solidFill>
                            <a:srgbClr val="000000"/>
                          </a:solidFill>
                          <a:latin typeface="+mn-lt"/>
                        </a:rPr>
                        <a:t>Nuvento is a new development partner and will need to complete global vendor assessment/due diligence.  There is not a clearly defined process for global vendor assessment/due diligence.  This could cause a delay in signing the contract with Nuvento and could impact the start for MVP implementation.</a:t>
                      </a:r>
                      <a:endParaRPr lang="en-GB" sz="1000" dirty="0">
                        <a:latin typeface="+mn-lt"/>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lvl="0" indent="0" algn="l" defTabSz="914400">
                        <a:buFont typeface="Arial" panose="020B0604020202020204" pitchFamily="34" charset="0"/>
                        <a:buNone/>
                      </a:pPr>
                      <a:r>
                        <a:rPr lang="en-GB" sz="1000" kern="1200" dirty="0">
                          <a:solidFill>
                            <a:schemeClr val="dk1"/>
                          </a:solidFill>
                          <a:latin typeface="+mn-lt"/>
                          <a:ea typeface="EB Garamond"/>
                          <a:cs typeface="+mn-cs"/>
                        </a:rPr>
                        <a:t>The Lockton PM is managing Nuvento through the vendor assessment/due diligence process. Target completion in January to allow development to begin by the beginning of February.  </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indent="0" algn="ctr" defTabSz="914400" rtl="0" eaLnBrk="1" latinLnBrk="0" hangingPunct="1">
                        <a:buFont typeface="Arial" panose="020B0604020202020204" pitchFamily="34" charset="0"/>
                        <a:buNone/>
                      </a:pPr>
                      <a:r>
                        <a:rPr lang="en-US" sz="1000" kern="1200" baseline="0">
                          <a:solidFill>
                            <a:schemeClr val="dk1"/>
                          </a:solidFill>
                          <a:latin typeface="+mn-lt"/>
                          <a:ea typeface="EB Garamond"/>
                          <a:cs typeface="+mn-cs"/>
                        </a:rPr>
                        <a:t>High</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indent="0" algn="ctr" rtl="0" eaLnBrk="1" latinLnBrk="0" hangingPunct="1">
                        <a:buFont typeface="Arial" panose="020B0604020202020204" pitchFamily="34" charset="0"/>
                        <a:buNone/>
                      </a:pPr>
                      <a:r>
                        <a:rPr lang="en-US" sz="1000" kern="1200" baseline="0" dirty="0">
                          <a:solidFill>
                            <a:schemeClr val="dk1"/>
                          </a:solidFill>
                          <a:latin typeface="+mn-lt"/>
                          <a:ea typeface="EB Garamond"/>
                          <a:cs typeface="+mn-cs"/>
                        </a:rPr>
                        <a:t>In Progress</a:t>
                      </a:r>
                    </a:p>
                  </a:txBody>
                  <a:tcPr anchor="ctr">
                    <a:lnL w="12700" cap="flat" cmpd="sng" algn="ctr">
                      <a:solidFill>
                        <a:sysClr val="window" lastClr="FFFFFF"/>
                      </a:solidFill>
                      <a:prstDash val="solid"/>
                      <a:round/>
                      <a:headEnd type="none" w="med" len="med"/>
                      <a:tailEnd type="none" w="med" len="med"/>
                    </a:lnL>
                    <a:lnR w="12700">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extLst>
                  <a:ext uri="{0D108BD9-81ED-4DB2-BD59-A6C34878D82A}">
                    <a16:rowId xmlns:a16="http://schemas.microsoft.com/office/drawing/2014/main" val="775483446"/>
                  </a:ext>
                </a:extLst>
              </a:tr>
              <a:tr h="900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u="none" strike="noStrike" kern="1200" baseline="0" noProof="0" dirty="0">
                          <a:solidFill>
                            <a:srgbClr val="000000"/>
                          </a:solidFill>
                          <a:latin typeface="+mn-lt"/>
                        </a:rPr>
                        <a:t>Michael Scaduto/ Fiona Morris</a:t>
                      </a:r>
                    </a:p>
                  </a:txBody>
                  <a:tcPr anchor="ctr">
                    <a:lnL w="12700">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lvl="0" indent="0" algn="l">
                        <a:buNone/>
                      </a:pPr>
                      <a:r>
                        <a:rPr lang="en-GB" sz="1000" b="1" dirty="0">
                          <a:latin typeface="+mn-lt"/>
                        </a:rPr>
                        <a:t>Ingestion and Transformation Mapping Rules &amp; Rules Engine: Risk</a:t>
                      </a:r>
                    </a:p>
                    <a:p>
                      <a:pPr marL="0" lvl="0" indent="0" algn="l">
                        <a:buNone/>
                      </a:pPr>
                      <a:r>
                        <a:rPr lang="en-GB" sz="1000" dirty="0">
                          <a:latin typeface="+mn-lt"/>
                        </a:rPr>
                        <a:t>Global People Data &amp; Analytics will need to define the ingestion rules and transformation rules detailed requirements for the build.  The rules are potentially complex and will need to be accurately defined to enable the build.  </a:t>
                      </a:r>
                    </a:p>
                    <a:p>
                      <a:pPr marL="0" lvl="0" indent="0" algn="l">
                        <a:buNone/>
                      </a:pPr>
                      <a:endParaRPr lang="en-GB" sz="1000" dirty="0">
                        <a:latin typeface="+mn-lt"/>
                      </a:endParaRPr>
                    </a:p>
                    <a:p>
                      <a:pPr marL="0" lvl="0" indent="0" algn="l">
                        <a:buNone/>
                      </a:pPr>
                      <a:r>
                        <a:rPr lang="en-GB" sz="1000" dirty="0">
                          <a:latin typeface="+mn-lt"/>
                        </a:rPr>
                        <a:t>A </a:t>
                      </a:r>
                      <a:r>
                        <a:rPr lang="en-US" sz="1000" dirty="0">
                          <a:latin typeface="+mn-lt"/>
                        </a:rPr>
                        <a:t>user interface will need to be developed to support business users adding in additional rules versus development required.</a:t>
                      </a:r>
                      <a:endParaRPr lang="en-GB" sz="1000" dirty="0">
                        <a:highlight>
                          <a:srgbClr val="FFFF00"/>
                        </a:highlight>
                        <a:latin typeface="+mn-lt"/>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lvl="0" indent="0" algn="l">
                        <a:buNone/>
                      </a:pPr>
                      <a:r>
                        <a:rPr lang="en-US" sz="1000" dirty="0">
                          <a:latin typeface="+mn-lt"/>
                        </a:rPr>
                        <a:t>Fiona is gathering current mapping requirements and documenting current transformations that are performed manually.</a:t>
                      </a:r>
                    </a:p>
                    <a:p>
                      <a:pPr marL="0" lvl="0" indent="0" algn="l">
                        <a:buNone/>
                      </a:pPr>
                      <a:r>
                        <a:rPr lang="en-US" sz="1000" dirty="0">
                          <a:latin typeface="+mn-lt"/>
                        </a:rPr>
                        <a:t>Deep dive requirements sessions will be conducted with the Nuvento Business Analyst and the Lockton Business Analyst.  </a:t>
                      </a:r>
                    </a:p>
                    <a:p>
                      <a:pPr marL="0" lvl="0" indent="0" algn="l">
                        <a:buNone/>
                      </a:pPr>
                      <a:endParaRPr lang="en-US" sz="1000" dirty="0">
                        <a:latin typeface="+mn-lt"/>
                      </a:endParaRPr>
                    </a:p>
                    <a:p>
                      <a:pPr marL="0" lvl="0" indent="0" algn="l">
                        <a:buNone/>
                      </a:pPr>
                      <a:r>
                        <a:rPr lang="en-US" sz="1000" dirty="0">
                          <a:latin typeface="+mn-lt"/>
                        </a:rPr>
                        <a:t>A user interface is included in the requirements for Nuvento to build.</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lvl="0" indent="0" algn="ctr" defTabSz="914400">
                        <a:buNone/>
                      </a:pPr>
                      <a:r>
                        <a:rPr lang="en-US" sz="1000" kern="1200" baseline="0" dirty="0">
                          <a:solidFill>
                            <a:schemeClr val="dk1"/>
                          </a:solidFill>
                          <a:latin typeface="+mn-lt"/>
                          <a:ea typeface="EB Garamond"/>
                          <a:cs typeface="+mn-cs"/>
                        </a:rPr>
                        <a:t>High</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lvl="0" indent="0" algn="ctr">
                        <a:buNone/>
                      </a:pPr>
                      <a:r>
                        <a:rPr lang="en-US" sz="1000" kern="1200" baseline="0" dirty="0">
                          <a:solidFill>
                            <a:schemeClr val="dk1"/>
                          </a:solidFill>
                          <a:latin typeface="+mn-lt"/>
                          <a:ea typeface="EB Garamond"/>
                          <a:cs typeface="+mn-cs"/>
                        </a:rPr>
                        <a:t>In progress</a:t>
                      </a:r>
                    </a:p>
                  </a:txBody>
                  <a:tcPr anchor="ctr">
                    <a:lnL w="12700" cap="flat" cmpd="sng" algn="ctr">
                      <a:solidFill>
                        <a:sysClr val="window" lastClr="FFFFFF"/>
                      </a:solidFill>
                      <a:prstDash val="solid"/>
                      <a:round/>
                      <a:headEnd type="none" w="med" len="med"/>
                      <a:tailEnd type="none" w="med" len="med"/>
                    </a:lnL>
                    <a:lnR w="12700">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extLst>
                  <a:ext uri="{0D108BD9-81ED-4DB2-BD59-A6C34878D82A}">
                    <a16:rowId xmlns:a16="http://schemas.microsoft.com/office/drawing/2014/main" val="90679366"/>
                  </a:ext>
                </a:extLst>
              </a:tr>
              <a:tr h="900216">
                <a:tc>
                  <a:txBody>
                    <a:bodyPr/>
                    <a:lstStyle/>
                    <a:p>
                      <a:pPr marL="0" lvl="0" algn="l">
                        <a:buNone/>
                      </a:pPr>
                      <a:r>
                        <a:rPr lang="en-GB" sz="1000" b="0" i="0" u="none" strike="noStrike" kern="1200" baseline="0" noProof="0" dirty="0">
                          <a:solidFill>
                            <a:srgbClr val="000000"/>
                          </a:solidFill>
                          <a:latin typeface="+mn-lt"/>
                        </a:rPr>
                        <a:t>Michael Scaduto/ Fiona Morris</a:t>
                      </a:r>
                    </a:p>
                  </a:txBody>
                  <a:tcPr anchor="ctr">
                    <a:lnL w="12700">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lvl="0" indent="0" algn="l">
                        <a:buNone/>
                      </a:pPr>
                      <a:r>
                        <a:rPr lang="en-GB" sz="1000" b="1" i="0" u="none" strike="noStrike" kern="1200" baseline="0" noProof="0" dirty="0">
                          <a:solidFill>
                            <a:schemeClr val="dk1"/>
                          </a:solidFill>
                          <a:latin typeface="+mn-lt"/>
                        </a:rPr>
                        <a:t>Process Change Required (Change Management): Risk </a:t>
                      </a:r>
                    </a:p>
                    <a:p>
                      <a:pPr marL="0" lvl="0" indent="0" algn="l">
                        <a:buNone/>
                      </a:pPr>
                      <a:r>
                        <a:rPr lang="en-GB" sz="1000" b="0" i="0" u="none" strike="noStrike" kern="1200" baseline="0" noProof="0" dirty="0">
                          <a:solidFill>
                            <a:schemeClr val="dk1"/>
                          </a:solidFill>
                          <a:latin typeface="+mn-lt"/>
                        </a:rPr>
                        <a:t>Regions will be required to adopt a standardized data template for their data to get processed in HIVE. Even though the regions are provided a standard template today, they do not consistently use it. </a:t>
                      </a:r>
                    </a:p>
                    <a:p>
                      <a:pPr marL="0" lvl="0" indent="0" algn="l">
                        <a:buNone/>
                      </a:pPr>
                      <a:endParaRPr lang="en-GB" sz="1000" b="0" i="0" u="none" strike="noStrike" kern="1200" baseline="0" noProof="0" dirty="0">
                        <a:solidFill>
                          <a:schemeClr val="dk1"/>
                        </a:solidFill>
                        <a:latin typeface="+mn-lt"/>
                      </a:endParaRPr>
                    </a:p>
                    <a:p>
                      <a:pPr marL="0" lvl="0" indent="0" algn="l">
                        <a:buNone/>
                      </a:pPr>
                      <a:r>
                        <a:rPr lang="en-GB" sz="1000" b="0" i="0" u="none" strike="noStrike" kern="1200" baseline="0" noProof="0" dirty="0">
                          <a:solidFill>
                            <a:schemeClr val="dk1"/>
                          </a:solidFill>
                          <a:latin typeface="+mn-lt"/>
                        </a:rPr>
                        <a:t>Regions will be required to put the data in the correct format in the standardized template, or the data will be rejected in HIVE. Change management will be required to roll out required template and data field requirements.</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lvl="0" algn="l">
                        <a:lnSpc>
                          <a:spcPct val="100000"/>
                        </a:lnSpc>
                        <a:spcBef>
                          <a:spcPts val="0"/>
                        </a:spcBef>
                        <a:spcAft>
                          <a:spcPts val="0"/>
                        </a:spcAft>
                        <a:buNone/>
                      </a:pPr>
                      <a:r>
                        <a:rPr lang="en-US" sz="1000" dirty="0">
                          <a:latin typeface="+mn-lt"/>
                        </a:rPr>
                        <a:t>Engage Beth to develop a change management plan including communications and training to support the rollout of the standardized template and required data elements.  The template will need to be adopted for testing.</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lvl="0" indent="0" algn="ctr" defTabSz="914400">
                        <a:buNone/>
                      </a:pPr>
                      <a:r>
                        <a:rPr lang="en-US" sz="1000" kern="1200" baseline="0">
                          <a:solidFill>
                            <a:schemeClr val="dk1"/>
                          </a:solidFill>
                          <a:latin typeface="+mn-lt"/>
                          <a:ea typeface="EB Garamond"/>
                          <a:cs typeface="+mn-cs"/>
                        </a:rPr>
                        <a:t>Medium</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lvl="0" indent="0" algn="ctr">
                        <a:buNone/>
                      </a:pPr>
                      <a:r>
                        <a:rPr lang="en-US" sz="1000" kern="1200" baseline="0" dirty="0">
                          <a:solidFill>
                            <a:schemeClr val="dk1"/>
                          </a:solidFill>
                          <a:latin typeface="+mn-lt"/>
                          <a:ea typeface="EB Garamond"/>
                          <a:cs typeface="+mn-cs"/>
                        </a:rPr>
                        <a:t>Not started</a:t>
                      </a:r>
                    </a:p>
                  </a:txBody>
                  <a:tcPr anchor="ctr">
                    <a:lnL w="12700" cap="flat" cmpd="sng" algn="ctr">
                      <a:solidFill>
                        <a:sysClr val="window" lastClr="FFFFFF"/>
                      </a:solidFill>
                      <a:prstDash val="solid"/>
                      <a:round/>
                      <a:headEnd type="none" w="med" len="med"/>
                      <a:tailEnd type="none" w="med" len="med"/>
                    </a:lnL>
                    <a:lnR w="12700">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extLst>
                  <a:ext uri="{0D108BD9-81ED-4DB2-BD59-A6C34878D82A}">
                    <a16:rowId xmlns:a16="http://schemas.microsoft.com/office/drawing/2014/main" val="2823215769"/>
                  </a:ext>
                </a:extLst>
              </a:tr>
              <a:tr h="900216">
                <a:tc>
                  <a:txBody>
                    <a:bodyPr/>
                    <a:lstStyle/>
                    <a:p>
                      <a:pPr marL="0" lvl="0" algn="l">
                        <a:buNone/>
                      </a:pPr>
                      <a:r>
                        <a:rPr lang="en-GB" sz="1000" b="0" i="0" u="none" strike="noStrike" kern="1200" baseline="0" noProof="0" dirty="0">
                          <a:solidFill>
                            <a:srgbClr val="000000"/>
                          </a:solidFill>
                          <a:latin typeface="+mn-lt"/>
                        </a:rPr>
                        <a:t>Jamie Shaw/ Kristen Beatty</a:t>
                      </a:r>
                    </a:p>
                  </a:txBody>
                  <a:tcPr anchor="ctr">
                    <a:lnL w="12700">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marR="0" lvl="0" indent="0" algn="l" defTabSz="914400" rtl="0" eaLnBrk="1" latinLnBrk="0" hangingPunct="1">
                        <a:lnSpc>
                          <a:spcPct val="100000"/>
                        </a:lnSpc>
                        <a:spcBef>
                          <a:spcPts val="0"/>
                        </a:spcBef>
                        <a:spcAft>
                          <a:spcPts val="0"/>
                        </a:spcAft>
                        <a:buNone/>
                      </a:pPr>
                      <a:r>
                        <a:rPr lang="en-US" sz="1000" b="1" i="0" u="none" strike="noStrike" kern="1200" baseline="0" dirty="0">
                          <a:solidFill>
                            <a:schemeClr val="dk1"/>
                          </a:solidFill>
                          <a:latin typeface="+mn-lt"/>
                          <a:ea typeface="+mn-ea"/>
                          <a:cs typeface="+mn-cs"/>
                        </a:rPr>
                        <a:t>Data privacy &amp; compliance reviews required during implementation: </a:t>
                      </a:r>
                      <a:r>
                        <a:rPr lang="en-GB" sz="1000" b="1" i="0" u="none" strike="noStrike" kern="1200" baseline="0" noProof="0" dirty="0">
                          <a:solidFill>
                            <a:srgbClr val="000000"/>
                          </a:solidFill>
                          <a:latin typeface="+mn-lt"/>
                        </a:rPr>
                        <a:t>Risk </a:t>
                      </a:r>
                      <a:endParaRPr lang="en-US" sz="1000" b="0" i="0" u="none" strike="noStrike" kern="1200" baseline="0" dirty="0">
                        <a:solidFill>
                          <a:schemeClr val="dk1"/>
                        </a:solidFill>
                        <a:latin typeface="+mn-lt"/>
                        <a:ea typeface="+mn-ea"/>
                        <a:cs typeface="+mn-cs"/>
                      </a:endParaRPr>
                    </a:p>
                    <a:p>
                      <a:pPr marL="0" marR="0" lvl="0" indent="0" algn="l" defTabSz="914400" rtl="0" eaLnBrk="1" latinLnBrk="0" hangingPunct="1">
                        <a:lnSpc>
                          <a:spcPct val="100000"/>
                        </a:lnSpc>
                        <a:spcBef>
                          <a:spcPts val="0"/>
                        </a:spcBef>
                        <a:spcAft>
                          <a:spcPts val="0"/>
                        </a:spcAft>
                        <a:buNone/>
                      </a:pPr>
                      <a:r>
                        <a:rPr lang="en-US" sz="1000" b="0" i="0" u="none" strike="noStrike" kern="1200" baseline="0" dirty="0">
                          <a:solidFill>
                            <a:schemeClr val="dk1"/>
                          </a:solidFill>
                          <a:latin typeface="+mn-lt"/>
                          <a:ea typeface="+mn-ea"/>
                          <a:cs typeface="+mn-cs"/>
                        </a:rPr>
                        <a:t>The implementation plan needs to include sufficient time for due diligence/reviews with internal Lockton SMEs like data privacy and compliance at different stages, especially after design, before deployment, etc.  These reviews could impact the timeline if there are delays.</a:t>
                      </a:r>
                      <a:endParaRPr lang="en-GB" sz="1000" b="0" i="0" u="none" strike="noStrike" kern="1200" baseline="0" dirty="0">
                        <a:solidFill>
                          <a:schemeClr val="dk1"/>
                        </a:solidFill>
                        <a:latin typeface="+mn-lt"/>
                        <a:ea typeface="+mn-ea"/>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mn-lt"/>
                        </a:rPr>
                        <a:t>Implement a PACE program </a:t>
                      </a:r>
                      <a:r>
                        <a:rPr lang="en-US" sz="1000" dirty="0"/>
                        <a:t>Global People Data Governance Board to provide structured oversight for People data and AI.</a:t>
                      </a:r>
                    </a:p>
                    <a:p>
                      <a:pPr marL="0" lvl="0" indent="0" algn="l">
                        <a:buNone/>
                      </a:pPr>
                      <a:endParaRPr lang="en-US" sz="1000" dirty="0">
                        <a:latin typeface="+mn-lt"/>
                      </a:endParaRPr>
                    </a:p>
                    <a:p>
                      <a:pPr marL="0" lvl="0" indent="0" algn="l">
                        <a:buNone/>
                      </a:pPr>
                      <a:r>
                        <a:rPr lang="en-US" sz="1000" dirty="0">
                          <a:latin typeface="+mn-lt"/>
                        </a:rPr>
                        <a:t>Lockton PM will need to partner with Nuvento PM to build time into the project schedule to allow the reviews to occur. If the team experiences delays, the Lockton PM will escalate to leadership to help resolve.</a:t>
                      </a:r>
                      <a:endParaRPr lang="en-US" sz="1000" dirty="0">
                        <a:highlight>
                          <a:srgbClr val="F68A33"/>
                        </a:highlight>
                        <a:latin typeface="+mn-lt"/>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lvl="0" indent="0" algn="ctr" defTabSz="914400">
                        <a:buNone/>
                      </a:pPr>
                      <a:r>
                        <a:rPr lang="en-US" sz="1000" kern="1200" baseline="0" dirty="0">
                          <a:solidFill>
                            <a:schemeClr val="dk1"/>
                          </a:solidFill>
                          <a:latin typeface="+mn-lt"/>
                          <a:ea typeface="EB Garamond"/>
                          <a:cs typeface="+mn-cs"/>
                        </a:rPr>
                        <a:t>Medium</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baseline="0" dirty="0">
                          <a:solidFill>
                            <a:schemeClr val="dk1"/>
                          </a:solidFill>
                          <a:latin typeface="+mn-lt"/>
                          <a:ea typeface="EB Garamond"/>
                          <a:cs typeface="+mn-cs"/>
                        </a:rPr>
                        <a:t>In progress</a:t>
                      </a:r>
                    </a:p>
                  </a:txBody>
                  <a:tcPr anchor="ctr">
                    <a:lnL w="12700" cap="flat" cmpd="sng" algn="ctr">
                      <a:solidFill>
                        <a:sysClr val="window" lastClr="FFFFFF"/>
                      </a:solidFill>
                      <a:prstDash val="solid"/>
                      <a:round/>
                      <a:headEnd type="none" w="med" len="med"/>
                      <a:tailEnd type="none" w="med" len="med"/>
                    </a:lnL>
                    <a:lnR w="12700">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extLst>
                  <a:ext uri="{0D108BD9-81ED-4DB2-BD59-A6C34878D82A}">
                    <a16:rowId xmlns:a16="http://schemas.microsoft.com/office/drawing/2014/main" val="3587384985"/>
                  </a:ext>
                </a:extLst>
              </a:tr>
            </a:tbl>
          </a:graphicData>
        </a:graphic>
      </p:graphicFrame>
    </p:spTree>
    <p:extLst>
      <p:ext uri="{BB962C8B-B14F-4D97-AF65-F5344CB8AC3E}">
        <p14:creationId xmlns:p14="http://schemas.microsoft.com/office/powerpoint/2010/main" val="3359421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C8CDB-5B63-4174-D35B-139C4662B5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A990A3-5B7B-2776-520E-5DB49FBFFE9C}"/>
              </a:ext>
            </a:extLst>
          </p:cNvPr>
          <p:cNvSpPr>
            <a:spLocks noGrp="1"/>
          </p:cNvSpPr>
          <p:nvPr>
            <p:ph type="title"/>
          </p:nvPr>
        </p:nvSpPr>
        <p:spPr>
          <a:xfrm>
            <a:off x="277091" y="401071"/>
            <a:ext cx="11195243" cy="956674"/>
          </a:xfrm>
        </p:spPr>
        <p:txBody>
          <a:bodyPr/>
          <a:lstStyle/>
          <a:p>
            <a:r>
              <a:rPr lang="en-GB" sz="4000" dirty="0">
                <a:latin typeface="Garamond"/>
              </a:rPr>
              <a:t>Risks and Issues</a:t>
            </a:r>
            <a:br>
              <a:rPr lang="en-GB" sz="4000" dirty="0"/>
            </a:br>
            <a:r>
              <a:rPr lang="en-GB" sz="1600" dirty="0">
                <a:latin typeface="Garamond"/>
              </a:rPr>
              <a:t>Prepared by: Kristen Beatty</a:t>
            </a:r>
            <a:br>
              <a:rPr lang="en-GB" sz="1600" dirty="0">
                <a:latin typeface="Garamond"/>
              </a:rPr>
            </a:br>
            <a:r>
              <a:rPr lang="en-GB" sz="1600" dirty="0">
                <a:latin typeface="Garamond"/>
              </a:rPr>
              <a:t>Date: December 17, 2025				</a:t>
            </a:r>
            <a:endParaRPr lang="en-GB" dirty="0">
              <a:latin typeface="Garamond"/>
            </a:endParaRPr>
          </a:p>
        </p:txBody>
      </p:sp>
      <p:graphicFrame>
        <p:nvGraphicFramePr>
          <p:cNvPr id="4" name="Table 3">
            <a:extLst>
              <a:ext uri="{FF2B5EF4-FFF2-40B4-BE49-F238E27FC236}">
                <a16:creationId xmlns:a16="http://schemas.microsoft.com/office/drawing/2014/main" id="{07C0D7A3-4212-5154-0210-0F67CDF53839}"/>
              </a:ext>
            </a:extLst>
          </p:cNvPr>
          <p:cNvGraphicFramePr>
            <a:graphicFrameLocks noGrp="1"/>
          </p:cNvGraphicFramePr>
          <p:nvPr>
            <p:extLst>
              <p:ext uri="{D42A27DB-BD31-4B8C-83A1-F6EECF244321}">
                <p14:modId xmlns:p14="http://schemas.microsoft.com/office/powerpoint/2010/main" val="206157489"/>
              </p:ext>
            </p:extLst>
          </p:nvPr>
        </p:nvGraphicFramePr>
        <p:xfrm>
          <a:off x="156006" y="1393656"/>
          <a:ext cx="11879987" cy="2888365"/>
        </p:xfrm>
        <a:graphic>
          <a:graphicData uri="http://schemas.openxmlformats.org/drawingml/2006/table">
            <a:tbl>
              <a:tblPr firstRow="1"/>
              <a:tblGrid>
                <a:gridCol w="902366">
                  <a:extLst>
                    <a:ext uri="{9D8B030D-6E8A-4147-A177-3AD203B41FA5}">
                      <a16:colId xmlns:a16="http://schemas.microsoft.com/office/drawing/2014/main" val="3474417782"/>
                    </a:ext>
                  </a:extLst>
                </a:gridCol>
                <a:gridCol w="5517336">
                  <a:extLst>
                    <a:ext uri="{9D8B030D-6E8A-4147-A177-3AD203B41FA5}">
                      <a16:colId xmlns:a16="http://schemas.microsoft.com/office/drawing/2014/main" val="2518035124"/>
                    </a:ext>
                  </a:extLst>
                </a:gridCol>
                <a:gridCol w="4082142">
                  <a:extLst>
                    <a:ext uri="{9D8B030D-6E8A-4147-A177-3AD203B41FA5}">
                      <a16:colId xmlns:a16="http://schemas.microsoft.com/office/drawing/2014/main" val="2019749367"/>
                    </a:ext>
                  </a:extLst>
                </a:gridCol>
                <a:gridCol w="653141">
                  <a:extLst>
                    <a:ext uri="{9D8B030D-6E8A-4147-A177-3AD203B41FA5}">
                      <a16:colId xmlns:a16="http://schemas.microsoft.com/office/drawing/2014/main" val="1554560860"/>
                    </a:ext>
                  </a:extLst>
                </a:gridCol>
                <a:gridCol w="725002">
                  <a:extLst>
                    <a:ext uri="{9D8B030D-6E8A-4147-A177-3AD203B41FA5}">
                      <a16:colId xmlns:a16="http://schemas.microsoft.com/office/drawing/2014/main" val="1101529514"/>
                    </a:ext>
                  </a:extLst>
                </a:gridCol>
              </a:tblGrid>
              <a:tr h="311754">
                <a:tc gridSpan="5">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900" dirty="0">
                          <a:solidFill>
                            <a:schemeClr val="bg1"/>
                          </a:solidFill>
                          <a:latin typeface="+mn-lt"/>
                          <a:ea typeface="EB Garamond"/>
                        </a:rPr>
                        <a:t>Top Risks and Issues  </a:t>
                      </a:r>
                      <a:endParaRPr lang="en-GB" sz="900" dirty="0">
                        <a:solidFill>
                          <a:schemeClr val="bg1"/>
                        </a:solidFill>
                        <a:latin typeface="+mn-lt"/>
                        <a:ea typeface="EB Garamond"/>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GB" sz="1200"/>
                    </a:p>
                  </a:txBody>
                  <a:tcPr>
                    <a:solidFill>
                      <a:srgbClr val="FF0000"/>
                    </a:solidFill>
                  </a:tcPr>
                </a:tc>
                <a:tc hMerge="1">
                  <a:txBody>
                    <a:bodyPr/>
                    <a:lstStyle/>
                    <a:p>
                      <a:pPr algn="ctr"/>
                      <a:endParaRPr lang="en-GB" sz="1200"/>
                    </a:p>
                  </a:txBody>
                  <a:tcPr>
                    <a:solidFill>
                      <a:srgbClr val="FF0000"/>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16143963"/>
                  </a:ext>
                </a:extLst>
              </a:tr>
              <a:tr h="496497">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900" b="1" baseline="0">
                          <a:solidFill>
                            <a:schemeClr val="bg1"/>
                          </a:solidFill>
                          <a:latin typeface="+mn-lt"/>
                          <a:ea typeface="EB Garamond"/>
                        </a:rPr>
                        <a:t>Workstream (Owner)</a:t>
                      </a:r>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lgn="ctr">
                        <a:buFont typeface="Arial" panose="020B0604020202020204" pitchFamily="34" charset="0"/>
                        <a:buNone/>
                      </a:pPr>
                      <a:r>
                        <a:rPr lang="en-US" sz="900" b="1">
                          <a:solidFill>
                            <a:schemeClr val="bg1"/>
                          </a:solidFill>
                          <a:latin typeface="+mn-lt"/>
                          <a:ea typeface="EB Garamond"/>
                        </a:rPr>
                        <a:t>Description </a:t>
                      </a:r>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lgn="ctr">
                        <a:buFont typeface="Arial" panose="020B0604020202020204" pitchFamily="34" charset="0"/>
                        <a:buNone/>
                      </a:pPr>
                      <a:r>
                        <a:rPr lang="en-US" sz="900" b="1" dirty="0">
                          <a:solidFill>
                            <a:schemeClr val="bg1"/>
                          </a:solidFill>
                          <a:latin typeface="+mn-lt"/>
                          <a:ea typeface="EB Garamond"/>
                        </a:rPr>
                        <a:t>Mitigation Plan</a:t>
                      </a:r>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lgn="ctr">
                        <a:buFont typeface="Arial" panose="020B0604020202020204" pitchFamily="34" charset="0"/>
                        <a:buNone/>
                      </a:pPr>
                      <a:r>
                        <a:rPr lang="en-US" sz="900" b="1">
                          <a:solidFill>
                            <a:schemeClr val="bg1"/>
                          </a:solidFill>
                          <a:latin typeface="+mn-lt"/>
                          <a:ea typeface="EB Garamond"/>
                        </a:rPr>
                        <a:t>Priority</a:t>
                      </a:r>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lvl="0" indent="0" algn="ctr">
                        <a:buNone/>
                      </a:pPr>
                      <a:r>
                        <a:rPr lang="en-US" sz="900" b="1">
                          <a:solidFill>
                            <a:schemeClr val="bg1"/>
                          </a:solidFill>
                          <a:latin typeface="+mn-lt"/>
                          <a:ea typeface="EB Garamond"/>
                        </a:rPr>
                        <a:t>Status</a:t>
                      </a:r>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403267062"/>
                  </a:ext>
                </a:extLst>
              </a:tr>
              <a:tr h="1040057">
                <a:tc>
                  <a:txBody>
                    <a:bodyPr/>
                    <a:lstStyle/>
                    <a:p>
                      <a:pPr marL="0" lvl="0" algn="l" defTabSz="914400" rtl="0" eaLnBrk="1" latinLnBrk="0" hangingPunct="1">
                        <a:buNone/>
                      </a:pPr>
                      <a:r>
                        <a:rPr lang="en-US" sz="1000" b="0" i="0" u="none" strike="noStrike" kern="1200" baseline="0" dirty="0">
                          <a:solidFill>
                            <a:srgbClr val="000000"/>
                          </a:solidFill>
                          <a:latin typeface="+mn-lt"/>
                          <a:ea typeface="+mn-ea"/>
                          <a:cs typeface="+mn-cs"/>
                        </a:rPr>
                        <a:t>Jamie Shaw</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lvl="0" indent="0" algn="l">
                        <a:buNone/>
                      </a:pPr>
                      <a:r>
                        <a:rPr lang="en-US" sz="1000" b="1" dirty="0"/>
                        <a:t>Global People Data Governance Board: </a:t>
                      </a:r>
                      <a:r>
                        <a:rPr lang="en-GB" sz="1000" b="1" i="0" u="none" strike="noStrike" kern="1200" baseline="0" noProof="0" dirty="0">
                          <a:solidFill>
                            <a:srgbClr val="000000"/>
                          </a:solidFill>
                          <a:latin typeface="+mn-lt"/>
                        </a:rPr>
                        <a:t>Risk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u="none" strike="noStrike" kern="1200" baseline="0" noProof="0" dirty="0">
                          <a:solidFill>
                            <a:srgbClr val="000000"/>
                          </a:solidFill>
                          <a:latin typeface="+mn-lt"/>
                        </a:rPr>
                        <a:t>As part of due diligence, the team determined a governance board is needed </a:t>
                      </a:r>
                      <a:r>
                        <a:rPr lang="en-US" sz="1000" b="0" dirty="0"/>
                        <a:t>to provide structured oversight for People data from a Compliance, Data Privacy and InfoSec perspective.  This overlaps with the need for a data governance board with the Phenom project.  This board does not exist yet.  </a:t>
                      </a:r>
                      <a:endParaRPr lang="en-GB" sz="1000" b="0" dirty="0">
                        <a:latin typeface="+mn-lt"/>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mn-lt"/>
                        </a:rPr>
                        <a:t>Implement a PACE program </a:t>
                      </a:r>
                      <a:r>
                        <a:rPr lang="en-US" sz="1000" dirty="0"/>
                        <a:t>Global People Data Governance Board to provide structured oversight for People data and AI.</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lvl="0" indent="0" algn="ctr" defTabSz="914400">
                        <a:buNone/>
                      </a:pPr>
                      <a:r>
                        <a:rPr lang="en-US" sz="1000" kern="1200" baseline="0">
                          <a:solidFill>
                            <a:schemeClr val="dk1"/>
                          </a:solidFill>
                          <a:latin typeface="+mn-lt"/>
                          <a:ea typeface="EB Garamond"/>
                          <a:cs typeface="+mn-cs"/>
                        </a:rPr>
                        <a:t>Medium</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sz="1000" kern="1200" baseline="0" dirty="0">
                          <a:solidFill>
                            <a:schemeClr val="dk1"/>
                          </a:solidFill>
                          <a:latin typeface="+mn-lt"/>
                          <a:ea typeface="EB Garamond"/>
                          <a:cs typeface="+mn-cs"/>
                        </a:rPr>
                        <a:t>In Progress</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457857111"/>
                  </a:ext>
                </a:extLst>
              </a:tr>
              <a:tr h="1040057">
                <a:tc>
                  <a:txBody>
                    <a:bodyPr/>
                    <a:lstStyle/>
                    <a:p>
                      <a:pPr marL="0" lvl="0" algn="l">
                        <a:buNone/>
                      </a:pPr>
                      <a:r>
                        <a:rPr lang="en-GB" sz="1000" b="0" i="0" u="none" strike="noStrike" kern="1200" baseline="0" noProof="0" dirty="0">
                          <a:solidFill>
                            <a:srgbClr val="000000"/>
                          </a:solidFill>
                          <a:latin typeface="+mn-lt"/>
                        </a:rPr>
                        <a:t>Rajesh Paul/ Kristen Beatty</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lvl="0" indent="0" algn="l">
                        <a:buNone/>
                      </a:pPr>
                      <a:r>
                        <a:rPr lang="en-GB" sz="1000" b="1" i="0" u="none" strike="noStrike" kern="1200" baseline="0" dirty="0">
                          <a:solidFill>
                            <a:schemeClr val="dk1"/>
                          </a:solidFill>
                          <a:latin typeface="+mn-lt"/>
                          <a:ea typeface="+mn-ea"/>
                          <a:cs typeface="+mn-cs"/>
                        </a:rPr>
                        <a:t>Nuvento resourcing model: Risk </a:t>
                      </a:r>
                    </a:p>
                    <a:p>
                      <a:pPr marL="0" lvl="0" indent="0" algn="l">
                        <a:buNone/>
                      </a:pPr>
                      <a:r>
                        <a:rPr lang="en-GB" sz="1000" b="0" i="0" u="none" strike="noStrike" kern="1200" baseline="0" dirty="0">
                          <a:solidFill>
                            <a:schemeClr val="dk1"/>
                          </a:solidFill>
                          <a:latin typeface="+mn-lt"/>
                          <a:ea typeface="+mn-ea"/>
                          <a:cs typeface="+mn-cs"/>
                        </a:rPr>
                        <a:t>Team will use a mixture of onshore and offshore resources with mostly offshore resources currently proposed.  The time zones do not align well with our US based resources.</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lvl="0" algn="l">
                        <a:lnSpc>
                          <a:spcPct val="100000"/>
                        </a:lnSpc>
                        <a:spcBef>
                          <a:spcPts val="0"/>
                        </a:spcBef>
                        <a:spcAft>
                          <a:spcPts val="0"/>
                        </a:spcAft>
                        <a:buNone/>
                      </a:pPr>
                      <a:r>
                        <a:rPr lang="en-US" sz="1000" dirty="0">
                          <a:latin typeface="+mn-lt"/>
                        </a:rPr>
                        <a:t>Nuvento will schedule resources that will overlap with Core US Business hours and will provide an onshore Solutions Architect. Lockton team will get clarification if Nuvento will be providing a US based Engagement Director as well.  </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lvl="0" indent="0" algn="ctr" defTabSz="914400">
                        <a:buNone/>
                      </a:pPr>
                      <a:r>
                        <a:rPr lang="en-US" sz="1000" kern="1200" baseline="0">
                          <a:solidFill>
                            <a:schemeClr val="dk1"/>
                          </a:solidFill>
                          <a:latin typeface="+mn-lt"/>
                          <a:ea typeface="EB Garamond"/>
                          <a:cs typeface="+mn-cs"/>
                        </a:rPr>
                        <a:t>Low</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lvl="0" indent="0" algn="ctr">
                        <a:buNone/>
                      </a:pPr>
                      <a:r>
                        <a:rPr lang="en-US" sz="1000" kern="1200" baseline="0" dirty="0">
                          <a:solidFill>
                            <a:schemeClr val="dk1"/>
                          </a:solidFill>
                          <a:latin typeface="+mn-lt"/>
                          <a:ea typeface="EB Garamond"/>
                          <a:cs typeface="+mn-cs"/>
                        </a:rPr>
                        <a:t>In Progress</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507780391"/>
                  </a:ext>
                </a:extLst>
              </a:tr>
            </a:tbl>
          </a:graphicData>
        </a:graphic>
      </p:graphicFrame>
    </p:spTree>
    <p:extLst>
      <p:ext uri="{BB962C8B-B14F-4D97-AF65-F5344CB8AC3E}">
        <p14:creationId xmlns:p14="http://schemas.microsoft.com/office/powerpoint/2010/main" val="2776349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E63C0-265A-AF92-334C-355D893574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33F6FD-78BE-C021-67FF-38F5B4CD9763}"/>
              </a:ext>
            </a:extLst>
          </p:cNvPr>
          <p:cNvSpPr>
            <a:spLocks noGrp="1"/>
          </p:cNvSpPr>
          <p:nvPr>
            <p:ph type="title"/>
          </p:nvPr>
        </p:nvSpPr>
        <p:spPr>
          <a:xfrm>
            <a:off x="394996" y="365127"/>
            <a:ext cx="11402008" cy="430468"/>
          </a:xfrm>
        </p:spPr>
        <p:txBody>
          <a:bodyPr/>
          <a:lstStyle/>
          <a:p>
            <a:r>
              <a:rPr lang="en-US"/>
              <a:t>Recap</a:t>
            </a:r>
          </a:p>
        </p:txBody>
      </p:sp>
      <p:sp>
        <p:nvSpPr>
          <p:cNvPr id="5" name="TextBox 4">
            <a:extLst>
              <a:ext uri="{FF2B5EF4-FFF2-40B4-BE49-F238E27FC236}">
                <a16:creationId xmlns:a16="http://schemas.microsoft.com/office/drawing/2014/main" id="{10AE9319-1799-7D8B-5318-9BB90D56845F}"/>
              </a:ext>
            </a:extLst>
          </p:cNvPr>
          <p:cNvSpPr txBox="1"/>
          <p:nvPr/>
        </p:nvSpPr>
        <p:spPr>
          <a:xfrm>
            <a:off x="6430260" y="1396245"/>
            <a:ext cx="4374588" cy="4401205"/>
          </a:xfrm>
          <a:prstGeom prst="rect">
            <a:avLst/>
          </a:prstGeom>
          <a:noFill/>
        </p:spPr>
        <p:txBody>
          <a:bodyPr wrap="square">
            <a:spAutoFit/>
          </a:bodyPr>
          <a:lstStyle/>
          <a:p>
            <a:pPr marL="342891" indent="-342891" fontAlgn="base">
              <a:spcBef>
                <a:spcPct val="0"/>
              </a:spcBef>
              <a:spcAft>
                <a:spcPts val="1200"/>
              </a:spcAft>
              <a:buSzPct val="100000"/>
              <a:buFont typeface="Wingdings" panose="05000000000000000000" pitchFamily="2" charset="2"/>
              <a:buChar char="ü"/>
              <a:tabLst>
                <a:tab pos="457189" algn="l"/>
              </a:tabLst>
            </a:pPr>
            <a:r>
              <a:rPr lang="en-US" altLang="en-US" sz="1400" dirty="0"/>
              <a:t>Finalize Nuvento MSA &amp; SOW</a:t>
            </a:r>
          </a:p>
          <a:p>
            <a:pPr marL="342891" indent="-342891" fontAlgn="base">
              <a:spcBef>
                <a:spcPct val="0"/>
              </a:spcBef>
              <a:spcAft>
                <a:spcPts val="1200"/>
              </a:spcAft>
              <a:buSzPct val="100000"/>
              <a:buFont typeface="Wingdings" panose="05000000000000000000" pitchFamily="2" charset="2"/>
              <a:buChar char="ü"/>
              <a:tabLst>
                <a:tab pos="457189" algn="l"/>
              </a:tabLst>
            </a:pPr>
            <a:r>
              <a:rPr lang="en-US" altLang="en-US" sz="1400" dirty="0"/>
              <a:t>Complete Nuvento due diligence and onboarding</a:t>
            </a:r>
          </a:p>
          <a:p>
            <a:pPr marL="342891" indent="-342891" fontAlgn="base">
              <a:spcBef>
                <a:spcPct val="0"/>
              </a:spcBef>
              <a:spcAft>
                <a:spcPts val="1200"/>
              </a:spcAft>
              <a:buSzPct val="100000"/>
              <a:buFont typeface="Wingdings" panose="05000000000000000000" pitchFamily="2" charset="2"/>
              <a:buChar char="ü"/>
              <a:tabLst>
                <a:tab pos="457189" algn="l"/>
              </a:tabLst>
            </a:pPr>
            <a:r>
              <a:rPr lang="en-US" altLang="en-US" sz="1400" dirty="0"/>
              <a:t>Update the HIVE implementation plan</a:t>
            </a:r>
          </a:p>
          <a:p>
            <a:pPr marL="342891" indent="-342891" fontAlgn="base">
              <a:spcBef>
                <a:spcPct val="0"/>
              </a:spcBef>
              <a:spcAft>
                <a:spcPts val="1200"/>
              </a:spcAft>
              <a:buSzPct val="100000"/>
              <a:buFont typeface="Wingdings" panose="05000000000000000000" pitchFamily="2" charset="2"/>
              <a:buChar char="ü"/>
              <a:tabLst>
                <a:tab pos="457189" algn="l"/>
              </a:tabLst>
            </a:pPr>
            <a:r>
              <a:rPr lang="en-US" altLang="en-US" sz="1400" dirty="0"/>
              <a:t>Identify required resources and plan team capacity</a:t>
            </a:r>
          </a:p>
          <a:p>
            <a:pPr marL="342891" indent="-342891" fontAlgn="base">
              <a:spcBef>
                <a:spcPct val="0"/>
              </a:spcBef>
              <a:spcAft>
                <a:spcPts val="1200"/>
              </a:spcAft>
              <a:buSzPct val="100000"/>
              <a:buFont typeface="Wingdings" panose="05000000000000000000" pitchFamily="2" charset="2"/>
              <a:buChar char="ü"/>
              <a:tabLst>
                <a:tab pos="457189" algn="l"/>
              </a:tabLst>
            </a:pPr>
            <a:r>
              <a:rPr lang="en-US" altLang="en-US" sz="1400" dirty="0"/>
              <a:t>Initiate change management conversations</a:t>
            </a:r>
          </a:p>
          <a:p>
            <a:pPr marL="342891" indent="-342891" fontAlgn="base">
              <a:spcBef>
                <a:spcPct val="0"/>
              </a:spcBef>
              <a:spcAft>
                <a:spcPts val="1200"/>
              </a:spcAft>
              <a:buSzPct val="100000"/>
              <a:buFont typeface="Wingdings" panose="05000000000000000000" pitchFamily="2" charset="2"/>
              <a:buChar char="ü"/>
              <a:tabLst>
                <a:tab pos="457189" algn="l"/>
              </a:tabLst>
            </a:pPr>
            <a:r>
              <a:rPr lang="en-US" altLang="en-US" sz="1400" dirty="0"/>
              <a:t>Schedule recurring Steering Committee meetings</a:t>
            </a:r>
          </a:p>
          <a:p>
            <a:pPr marL="342891" indent="-342891" fontAlgn="base">
              <a:spcBef>
                <a:spcPct val="0"/>
              </a:spcBef>
              <a:spcAft>
                <a:spcPts val="1200"/>
              </a:spcAft>
              <a:buSzPct val="100000"/>
              <a:buFont typeface="Wingdings" panose="05000000000000000000" pitchFamily="2" charset="2"/>
              <a:buChar char="ü"/>
              <a:tabLst>
                <a:tab pos="457189" algn="l"/>
              </a:tabLst>
            </a:pPr>
            <a:r>
              <a:rPr lang="en-US" altLang="en-US" sz="1400" dirty="0"/>
              <a:t>Kick off the HIVE MVP Implementation project (Target: February 2026)</a:t>
            </a:r>
          </a:p>
          <a:p>
            <a:pPr marL="342891" indent="-342891" fontAlgn="base">
              <a:spcBef>
                <a:spcPct val="0"/>
              </a:spcBef>
              <a:spcAft>
                <a:spcPts val="1200"/>
              </a:spcAft>
              <a:buSzPct val="100000"/>
              <a:buFont typeface="Wingdings" panose="05000000000000000000" pitchFamily="2" charset="2"/>
              <a:buChar char="ü"/>
              <a:tabLst>
                <a:tab pos="457189" algn="l"/>
              </a:tabLst>
            </a:pPr>
            <a:r>
              <a:rPr lang="en-US" altLang="en-US" sz="1400" dirty="0"/>
              <a:t>Begin separate due diligence processes for Phenom and Cornerstone projects which will involve HIVE for integrations (TBD) – </a:t>
            </a:r>
            <a:r>
              <a:rPr lang="en-US" altLang="en-US" sz="1400" i="1" dirty="0"/>
              <a:t>starting in January 2026</a:t>
            </a:r>
            <a:endParaRPr lang="en-US" sz="1400" i="1" dirty="0"/>
          </a:p>
        </p:txBody>
      </p:sp>
      <p:sp>
        <p:nvSpPr>
          <p:cNvPr id="6" name="TextBox 5">
            <a:extLst>
              <a:ext uri="{FF2B5EF4-FFF2-40B4-BE49-F238E27FC236}">
                <a16:creationId xmlns:a16="http://schemas.microsoft.com/office/drawing/2014/main" id="{8C760C3D-88C0-734C-1AB8-F8DFFE8A11C7}"/>
              </a:ext>
            </a:extLst>
          </p:cNvPr>
          <p:cNvSpPr txBox="1"/>
          <p:nvPr/>
        </p:nvSpPr>
        <p:spPr>
          <a:xfrm>
            <a:off x="6777486" y="1026913"/>
            <a:ext cx="1840068" cy="369332"/>
          </a:xfrm>
          <a:prstGeom prst="rect">
            <a:avLst/>
          </a:prstGeom>
          <a:noFill/>
        </p:spPr>
        <p:txBody>
          <a:bodyPr wrap="square">
            <a:spAutoFit/>
          </a:bodyPr>
          <a:lstStyle/>
          <a:p>
            <a:r>
              <a:rPr lang="en-US" b="1">
                <a:solidFill>
                  <a:schemeClr val="accent1"/>
                </a:solidFill>
                <a:latin typeface="Garamond"/>
              </a:rPr>
              <a:t>Next Steps</a:t>
            </a:r>
            <a:endParaRPr lang="en-US" b="1">
              <a:solidFill>
                <a:schemeClr val="accent1"/>
              </a:solidFill>
            </a:endParaRPr>
          </a:p>
        </p:txBody>
      </p:sp>
      <p:sp>
        <p:nvSpPr>
          <p:cNvPr id="7" name="TextBox 6">
            <a:extLst>
              <a:ext uri="{FF2B5EF4-FFF2-40B4-BE49-F238E27FC236}">
                <a16:creationId xmlns:a16="http://schemas.microsoft.com/office/drawing/2014/main" id="{DE55701C-AC51-A67A-BFF6-693DF06A870F}"/>
              </a:ext>
            </a:extLst>
          </p:cNvPr>
          <p:cNvSpPr txBox="1"/>
          <p:nvPr/>
        </p:nvSpPr>
        <p:spPr>
          <a:xfrm>
            <a:off x="640407" y="1026913"/>
            <a:ext cx="1840068" cy="369332"/>
          </a:xfrm>
          <a:prstGeom prst="rect">
            <a:avLst/>
          </a:prstGeom>
          <a:noFill/>
        </p:spPr>
        <p:txBody>
          <a:bodyPr wrap="square">
            <a:spAutoFit/>
          </a:bodyPr>
          <a:lstStyle/>
          <a:p>
            <a:r>
              <a:rPr lang="en-US" b="1">
                <a:solidFill>
                  <a:schemeClr val="accent1"/>
                </a:solidFill>
                <a:latin typeface="Garamond"/>
              </a:rPr>
              <a:t>Summary</a:t>
            </a:r>
            <a:endParaRPr lang="en-US" b="1">
              <a:solidFill>
                <a:schemeClr val="accent1"/>
              </a:solidFill>
            </a:endParaRPr>
          </a:p>
        </p:txBody>
      </p:sp>
      <p:sp>
        <p:nvSpPr>
          <p:cNvPr id="10" name="TextBox 9">
            <a:extLst>
              <a:ext uri="{FF2B5EF4-FFF2-40B4-BE49-F238E27FC236}">
                <a16:creationId xmlns:a16="http://schemas.microsoft.com/office/drawing/2014/main" id="{43298633-664F-4CDC-FC3F-992171AA0528}"/>
              </a:ext>
            </a:extLst>
          </p:cNvPr>
          <p:cNvSpPr txBox="1"/>
          <p:nvPr/>
        </p:nvSpPr>
        <p:spPr>
          <a:xfrm>
            <a:off x="286446" y="1383782"/>
            <a:ext cx="5652238" cy="5109091"/>
          </a:xfrm>
          <a:prstGeom prst="rect">
            <a:avLst/>
          </a:prstGeom>
          <a:noFill/>
        </p:spPr>
        <p:txBody>
          <a:bodyPr wrap="square" rtlCol="0">
            <a:spAutoFit/>
          </a:bodyPr>
          <a:lstStyle/>
          <a:p>
            <a:pPr marL="342891" lvl="0" indent="-342891" fontAlgn="base">
              <a:spcBef>
                <a:spcPct val="0"/>
              </a:spcBef>
              <a:spcAft>
                <a:spcPts val="1200"/>
              </a:spcAft>
              <a:buSzPct val="100000"/>
              <a:buFont typeface="Wingdings" panose="05000000000000000000" pitchFamily="2" charset="2"/>
              <a:buChar char="ü"/>
              <a:tabLst>
                <a:tab pos="457189" algn="l"/>
              </a:tabLst>
            </a:pPr>
            <a:r>
              <a:rPr lang="en-US" sz="1400" dirty="0"/>
              <a:t>HIVE is Lockton’s internally built global People data repository, integrating legacy HCM sources and enabling connections to platforms like Phenom, Cornerstone, and Workday.</a:t>
            </a:r>
          </a:p>
          <a:p>
            <a:pPr marL="342891" lvl="0" indent="-342891" fontAlgn="base">
              <a:spcBef>
                <a:spcPct val="0"/>
              </a:spcBef>
              <a:spcAft>
                <a:spcPts val="1200"/>
              </a:spcAft>
              <a:buSzPct val="100000"/>
              <a:buFont typeface="Wingdings" panose="05000000000000000000" pitchFamily="2" charset="2"/>
              <a:buChar char="ü"/>
              <a:tabLst>
                <a:tab pos="457189" algn="l"/>
              </a:tabLst>
            </a:pPr>
            <a:r>
              <a:rPr lang="en-US" altLang="en-US" sz="1400" dirty="0"/>
              <a:t>HIVE will be hosted in the US, ensuring optimal performance and regulatory compliance for the largest user base. R</a:t>
            </a:r>
            <a:r>
              <a:rPr lang="en-US" sz="1400" dirty="0"/>
              <a:t>egulatory compliance outside of US will be ensured  through data privacy agreements.</a:t>
            </a:r>
          </a:p>
          <a:p>
            <a:pPr marL="342891" lvl="0" indent="-342891" fontAlgn="base">
              <a:spcBef>
                <a:spcPct val="0"/>
              </a:spcBef>
              <a:spcAft>
                <a:spcPts val="1200"/>
              </a:spcAft>
              <a:buSzPct val="100000"/>
              <a:buFont typeface="Wingdings" panose="05000000000000000000" pitchFamily="2" charset="2"/>
              <a:buChar char="ü"/>
              <a:tabLst>
                <a:tab pos="457189" algn="l"/>
              </a:tabLst>
            </a:pPr>
            <a:r>
              <a:rPr lang="en-US" altLang="en-US" sz="1400" dirty="0"/>
              <a:t>MVP will launch with dedicated DEV, TST, and PRD environments; additional environments will be added post MVP go-live.</a:t>
            </a:r>
          </a:p>
          <a:p>
            <a:pPr marL="342891" lvl="0" indent="-342891" fontAlgn="base">
              <a:spcBef>
                <a:spcPct val="0"/>
              </a:spcBef>
              <a:spcAft>
                <a:spcPts val="1200"/>
              </a:spcAft>
              <a:buSzPct val="100000"/>
              <a:buFont typeface="Wingdings" panose="05000000000000000000" pitchFamily="2" charset="2"/>
              <a:buChar char="ü"/>
              <a:tabLst>
                <a:tab pos="457189" algn="l"/>
              </a:tabLst>
            </a:pPr>
            <a:r>
              <a:rPr lang="en-US" altLang="en-US" sz="1400" dirty="0"/>
              <a:t>Data field acceptance will be managed by a configurable rules engine, supporting country- and region-specific compliance. </a:t>
            </a:r>
          </a:p>
          <a:p>
            <a:pPr marL="342891" lvl="0" indent="-342891" fontAlgn="base">
              <a:spcBef>
                <a:spcPct val="0"/>
              </a:spcBef>
              <a:spcAft>
                <a:spcPts val="1200"/>
              </a:spcAft>
              <a:buSzPct val="100000"/>
              <a:buFont typeface="Wingdings" panose="05000000000000000000" pitchFamily="2" charset="2"/>
              <a:buChar char="ü"/>
              <a:tabLst>
                <a:tab pos="457189" algn="l"/>
              </a:tabLst>
            </a:pPr>
            <a:r>
              <a:rPr lang="en-US" altLang="en-US" sz="1400" dirty="0"/>
              <a:t>Security and governance will be refined during implementation, with oversight from a formal Global People Data Governance Board. </a:t>
            </a:r>
          </a:p>
          <a:p>
            <a:pPr marL="342891" lvl="0" indent="-342891" fontAlgn="base">
              <a:spcBef>
                <a:spcPct val="0"/>
              </a:spcBef>
              <a:spcAft>
                <a:spcPts val="1200"/>
              </a:spcAft>
              <a:buSzPct val="100000"/>
              <a:buFont typeface="Wingdings" panose="05000000000000000000" pitchFamily="2" charset="2"/>
              <a:buChar char="ü"/>
              <a:tabLst>
                <a:tab pos="457189" algn="l"/>
              </a:tabLst>
            </a:pPr>
            <a:r>
              <a:rPr lang="en-US" altLang="en-US" sz="1400" dirty="0"/>
              <a:t>Latency and performance will be monitored and addressed as needed to support rapid delivery and future scalability. </a:t>
            </a:r>
          </a:p>
          <a:p>
            <a:pPr marL="342891" lvl="0" indent="-342891" fontAlgn="base">
              <a:spcBef>
                <a:spcPct val="0"/>
              </a:spcBef>
              <a:spcAft>
                <a:spcPts val="1200"/>
              </a:spcAft>
              <a:buSzPct val="100000"/>
              <a:buFont typeface="Wingdings" panose="05000000000000000000" pitchFamily="2" charset="2"/>
              <a:buChar char="ü"/>
              <a:tabLst>
                <a:tab pos="457189" algn="l"/>
              </a:tabLst>
            </a:pPr>
            <a:r>
              <a:rPr lang="en-US" altLang="en-US" sz="1400" dirty="0"/>
              <a:t>Nuvento is the implementation partner that we are beginning Due Diligence, contracting and onboarding in January for a February kick-off.</a:t>
            </a:r>
          </a:p>
        </p:txBody>
      </p:sp>
      <p:sp>
        <p:nvSpPr>
          <p:cNvPr id="12" name="Rectangle 5">
            <a:extLst>
              <a:ext uri="{FF2B5EF4-FFF2-40B4-BE49-F238E27FC236}">
                <a16:creationId xmlns:a16="http://schemas.microsoft.com/office/drawing/2014/main" id="{C72DCAE7-AF05-0AFB-8B0F-8FBCFFF35B5E}"/>
              </a:ext>
            </a:extLst>
          </p:cNvPr>
          <p:cNvSpPr>
            <a:spLocks noChangeArrowheads="1"/>
          </p:cNvSpPr>
          <p:nvPr/>
        </p:nvSpPr>
        <p:spPr bwMode="auto">
          <a:xfrm>
            <a:off x="0" y="-323165"/>
            <a:ext cx="3930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47344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396410-DA29-4735-54D1-33996CF4B988}"/>
              </a:ext>
            </a:extLst>
          </p:cNvPr>
          <p:cNvSpPr>
            <a:spLocks noGrp="1"/>
          </p:cNvSpPr>
          <p:nvPr>
            <p:ph type="title"/>
          </p:nvPr>
        </p:nvSpPr>
        <p:spPr/>
        <p:txBody>
          <a:bodyPr/>
          <a:lstStyle/>
          <a:p>
            <a:r>
              <a:rPr lang="en-US"/>
              <a:t>Appendix</a:t>
            </a:r>
          </a:p>
        </p:txBody>
      </p:sp>
    </p:spTree>
    <p:extLst>
      <p:ext uri="{BB962C8B-B14F-4D97-AF65-F5344CB8AC3E}">
        <p14:creationId xmlns:p14="http://schemas.microsoft.com/office/powerpoint/2010/main" val="236929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FCC0E-F318-DA0B-AC47-C33E024EEF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CBE3C4-CA71-5B6F-570C-574936144F36}"/>
              </a:ext>
            </a:extLst>
          </p:cNvPr>
          <p:cNvSpPr>
            <a:spLocks noGrp="1"/>
          </p:cNvSpPr>
          <p:nvPr>
            <p:ph type="title"/>
          </p:nvPr>
        </p:nvSpPr>
        <p:spPr>
          <a:xfrm>
            <a:off x="277091" y="401071"/>
            <a:ext cx="11195243" cy="956674"/>
          </a:xfrm>
        </p:spPr>
        <p:txBody>
          <a:bodyPr/>
          <a:lstStyle/>
          <a:p>
            <a:r>
              <a:rPr lang="en-GB" sz="4000" dirty="0">
                <a:latin typeface="Garamond"/>
              </a:rPr>
              <a:t>Risks and Issues - Closed</a:t>
            </a:r>
            <a:br>
              <a:rPr lang="en-GB" sz="4000" dirty="0"/>
            </a:br>
            <a:r>
              <a:rPr lang="en-GB" sz="1600" dirty="0">
                <a:latin typeface="Garamond"/>
              </a:rPr>
              <a:t>Prepared by: Kristen Beatty</a:t>
            </a:r>
            <a:br>
              <a:rPr lang="en-GB" sz="1600" dirty="0">
                <a:latin typeface="Garamond"/>
              </a:rPr>
            </a:br>
            <a:r>
              <a:rPr lang="en-GB" sz="1600" dirty="0">
                <a:latin typeface="Garamond"/>
              </a:rPr>
              <a:t>Date: December 17, 2025				</a:t>
            </a:r>
            <a:endParaRPr lang="en-GB" dirty="0">
              <a:latin typeface="Garamond"/>
            </a:endParaRPr>
          </a:p>
        </p:txBody>
      </p:sp>
      <p:graphicFrame>
        <p:nvGraphicFramePr>
          <p:cNvPr id="4" name="Table 3">
            <a:extLst>
              <a:ext uri="{FF2B5EF4-FFF2-40B4-BE49-F238E27FC236}">
                <a16:creationId xmlns:a16="http://schemas.microsoft.com/office/drawing/2014/main" id="{27EB29C5-58AA-BD57-A484-8C51F6E13672}"/>
              </a:ext>
            </a:extLst>
          </p:cNvPr>
          <p:cNvGraphicFramePr>
            <a:graphicFrameLocks noGrp="1"/>
          </p:cNvGraphicFramePr>
          <p:nvPr>
            <p:extLst>
              <p:ext uri="{D42A27DB-BD31-4B8C-83A1-F6EECF244321}">
                <p14:modId xmlns:p14="http://schemas.microsoft.com/office/powerpoint/2010/main" val="3184924195"/>
              </p:ext>
            </p:extLst>
          </p:nvPr>
        </p:nvGraphicFramePr>
        <p:xfrm>
          <a:off x="156006" y="1393656"/>
          <a:ext cx="11825198" cy="5028878"/>
        </p:xfrm>
        <a:graphic>
          <a:graphicData uri="http://schemas.openxmlformats.org/drawingml/2006/table">
            <a:tbl>
              <a:tblPr firstRow="1"/>
              <a:tblGrid>
                <a:gridCol w="1016075">
                  <a:extLst>
                    <a:ext uri="{9D8B030D-6E8A-4147-A177-3AD203B41FA5}">
                      <a16:colId xmlns:a16="http://schemas.microsoft.com/office/drawing/2014/main" val="3474417782"/>
                    </a:ext>
                  </a:extLst>
                </a:gridCol>
                <a:gridCol w="6212584">
                  <a:extLst>
                    <a:ext uri="{9D8B030D-6E8A-4147-A177-3AD203B41FA5}">
                      <a16:colId xmlns:a16="http://schemas.microsoft.com/office/drawing/2014/main" val="2518035124"/>
                    </a:ext>
                  </a:extLst>
                </a:gridCol>
                <a:gridCol w="4596539">
                  <a:extLst>
                    <a:ext uri="{9D8B030D-6E8A-4147-A177-3AD203B41FA5}">
                      <a16:colId xmlns:a16="http://schemas.microsoft.com/office/drawing/2014/main" val="2019749367"/>
                    </a:ext>
                  </a:extLst>
                </a:gridCol>
              </a:tblGrid>
              <a:tr h="300066">
                <a:tc gridSpan="3">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900" dirty="0">
                          <a:solidFill>
                            <a:schemeClr val="bg1"/>
                          </a:solidFill>
                          <a:latin typeface="+mn-lt"/>
                          <a:ea typeface="EB Garamond"/>
                        </a:rPr>
                        <a:t>Top Risks and Issues  </a:t>
                      </a:r>
                      <a:endParaRPr lang="en-GB" sz="900" dirty="0">
                        <a:solidFill>
                          <a:schemeClr val="bg1"/>
                        </a:solidFill>
                        <a:latin typeface="+mn-lt"/>
                        <a:ea typeface="EB Garamond"/>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GB" sz="1200"/>
                    </a:p>
                  </a:txBody>
                  <a:tcPr>
                    <a:solidFill>
                      <a:srgbClr val="FF0000"/>
                    </a:solidFill>
                  </a:tcPr>
                </a:tc>
                <a:tc hMerge="1">
                  <a:txBody>
                    <a:bodyPr/>
                    <a:lstStyle/>
                    <a:p>
                      <a:pPr algn="ctr"/>
                      <a:endParaRPr lang="en-GB" sz="1200"/>
                    </a:p>
                  </a:txBody>
                  <a:tcPr>
                    <a:solidFill>
                      <a:srgbClr val="FF0000"/>
                    </a:solidFill>
                  </a:tcPr>
                </a:tc>
                <a:extLst>
                  <a:ext uri="{0D108BD9-81ED-4DB2-BD59-A6C34878D82A}">
                    <a16:rowId xmlns:a16="http://schemas.microsoft.com/office/drawing/2014/main" val="916143963"/>
                  </a:ext>
                </a:extLst>
              </a:tr>
              <a:tr h="47788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900" b="1" baseline="0">
                          <a:solidFill>
                            <a:schemeClr val="bg1"/>
                          </a:solidFill>
                          <a:latin typeface="+mn-lt"/>
                          <a:ea typeface="EB Garamond"/>
                        </a:rPr>
                        <a:t>Workstream (Owner)</a:t>
                      </a:r>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lgn="ctr">
                        <a:buFont typeface="Arial" panose="020B0604020202020204" pitchFamily="34" charset="0"/>
                        <a:buNone/>
                      </a:pPr>
                      <a:r>
                        <a:rPr lang="en-US" sz="900" b="1" dirty="0">
                          <a:solidFill>
                            <a:schemeClr val="bg1"/>
                          </a:solidFill>
                          <a:latin typeface="+mn-lt"/>
                          <a:ea typeface="EB Garamond"/>
                        </a:rPr>
                        <a:t>Description </a:t>
                      </a:r>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lgn="ctr">
                        <a:buFont typeface="Arial" panose="020B0604020202020204" pitchFamily="34" charset="0"/>
                        <a:buNone/>
                      </a:pPr>
                      <a:r>
                        <a:rPr lang="en-US" sz="900" b="1" dirty="0">
                          <a:solidFill>
                            <a:schemeClr val="bg1"/>
                          </a:solidFill>
                          <a:latin typeface="+mn-lt"/>
                          <a:ea typeface="EB Garamond"/>
                        </a:rPr>
                        <a:t>Mitigation Plan</a:t>
                      </a:r>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403267062"/>
                  </a:ext>
                </a:extLst>
              </a:tr>
              <a:tr h="8279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kern="1200" baseline="0" dirty="0">
                          <a:solidFill>
                            <a:srgbClr val="000000"/>
                          </a:solidFill>
                          <a:latin typeface="+mn-lt"/>
                          <a:ea typeface="+mn-ea"/>
                          <a:cs typeface="+mn-cs"/>
                        </a:rPr>
                        <a:t>Rajesh Paul</a:t>
                      </a:r>
                      <a:endParaRPr lang="en-GB" sz="1000" b="0" i="0" u="none" strike="noStrike" kern="1200" baseline="0" noProof="0" dirty="0">
                        <a:solidFill>
                          <a:srgbClr val="000000"/>
                        </a:solidFill>
                        <a:latin typeface="+mn-lt"/>
                      </a:endParaRPr>
                    </a:p>
                  </a:txBody>
                  <a:tcPr anchor="ctr">
                    <a:lnL w="12700">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dirty="0">
                          <a:latin typeface="+mn-lt"/>
                        </a:rPr>
                        <a:t>New IT components and experience levels: </a:t>
                      </a:r>
                      <a:r>
                        <a:rPr lang="en-GB" sz="1000" b="1" i="0" u="none" strike="noStrike" kern="1200" baseline="0" noProof="0" dirty="0">
                          <a:solidFill>
                            <a:srgbClr val="000000"/>
                          </a:solidFill>
                          <a:latin typeface="+mn-lt"/>
                        </a:rPr>
                        <a:t>Risk</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u="none" strike="noStrike" kern="1200" baseline="0" noProof="0" dirty="0">
                          <a:solidFill>
                            <a:srgbClr val="000000"/>
                          </a:solidFill>
                          <a:latin typeface="+mn-lt"/>
                        </a:rPr>
                        <a:t>Microsoft Fabric and Purview are new technologies for Lockton.  Our team has limited knowledge regarding these two products </a:t>
                      </a:r>
                      <a:endParaRPr lang="en-GB" sz="1000" b="1" i="0" u="none" strike="noStrike" kern="1200" baseline="0" dirty="0">
                        <a:solidFill>
                          <a:srgbClr val="000000"/>
                        </a:solidFill>
                        <a:latin typeface="+mn-lt"/>
                        <a:ea typeface="+mn-ea"/>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lvl="0" indent="0" algn="l">
                        <a:buNone/>
                      </a:pPr>
                      <a:r>
                        <a:rPr lang="en-US" sz="1000" b="1" dirty="0">
                          <a:latin typeface="+mn-lt"/>
                        </a:rPr>
                        <a:t>Closed - </a:t>
                      </a:r>
                      <a:r>
                        <a:rPr lang="en-US" sz="1000" dirty="0">
                          <a:latin typeface="+mn-lt"/>
                        </a:rPr>
                        <a:t>Our resources are currently working in sandbox to learn </a:t>
                      </a:r>
                      <a:r>
                        <a:rPr lang="en-GB" sz="1000" b="0" i="0" u="none" strike="noStrike" kern="1200" baseline="0" noProof="0" dirty="0">
                          <a:solidFill>
                            <a:srgbClr val="000000"/>
                          </a:solidFill>
                          <a:latin typeface="+mn-lt"/>
                        </a:rPr>
                        <a:t>Microsoft Fabric and Purview </a:t>
                      </a:r>
                      <a:endParaRPr lang="en-US" sz="1000" dirty="0">
                        <a:latin typeface="+mn-lt"/>
                      </a:endParaRPr>
                    </a:p>
                    <a:p>
                      <a:pPr marL="0" lvl="0" indent="0" algn="l">
                        <a:buNone/>
                      </a:pPr>
                      <a:r>
                        <a:rPr lang="en-US" sz="1000" dirty="0">
                          <a:latin typeface="+mn-lt"/>
                        </a:rPr>
                        <a:t>We will partner with Nuvento to supplement our resources</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extLst>
                  <a:ext uri="{0D108BD9-81ED-4DB2-BD59-A6C34878D82A}">
                    <a16:rowId xmlns:a16="http://schemas.microsoft.com/office/drawing/2014/main" val="1376860260"/>
                  </a:ext>
                </a:extLst>
              </a:tr>
              <a:tr h="855740">
                <a:tc>
                  <a:txBody>
                    <a:bodyPr/>
                    <a:lstStyle/>
                    <a:p>
                      <a:pPr marL="0" lvl="0" algn="l">
                        <a:buNone/>
                      </a:pPr>
                      <a:r>
                        <a:rPr lang="en-GB" sz="1000" b="0" i="0" u="none" strike="noStrike" kern="1200" baseline="0" noProof="0" dirty="0">
                          <a:solidFill>
                            <a:srgbClr val="000000"/>
                          </a:solidFill>
                          <a:latin typeface="+mn-lt"/>
                        </a:rPr>
                        <a:t>Kristen Beatty</a:t>
                      </a:r>
                    </a:p>
                  </a:txBody>
                  <a:tcPr anchor="ctr">
                    <a:lnL w="12700">
                      <a:solidFill>
                        <a:sysClr val="window" lastClr="FFFFFF"/>
                      </a:solidFill>
                    </a:lnL>
                    <a:lnR w="12700">
                      <a:solidFill>
                        <a:sysClr val="window" lastClr="FFFFFF"/>
                      </a:solidFill>
                    </a:lnR>
                    <a:lnT w="12700">
                      <a:solidFill>
                        <a:sysClr val="window" lastClr="FFFFFF"/>
                      </a:solidFill>
                    </a:lnT>
                    <a:lnB w="127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lvl="0" indent="0" algn="l">
                        <a:buNone/>
                      </a:pPr>
                      <a:r>
                        <a:rPr lang="en-GB" sz="1000" b="1" i="0" u="none" strike="noStrike" kern="1200" baseline="0" dirty="0">
                          <a:solidFill>
                            <a:srgbClr val="000000"/>
                          </a:solidFill>
                          <a:latin typeface="+mn-lt"/>
                          <a:ea typeface="+mn-ea"/>
                          <a:cs typeface="+mn-cs"/>
                        </a:rPr>
                        <a:t>IT Resource availability: </a:t>
                      </a:r>
                      <a:r>
                        <a:rPr lang="en-GB" sz="1000" b="1" i="0" u="none" strike="noStrike" kern="1200" baseline="0" noProof="0" dirty="0">
                          <a:solidFill>
                            <a:srgbClr val="000000"/>
                          </a:solidFill>
                          <a:latin typeface="+mn-lt"/>
                        </a:rPr>
                        <a:t>Risk </a:t>
                      </a:r>
                      <a:r>
                        <a:rPr lang="en-GB" sz="1000" b="1" i="0" u="none" strike="noStrike" kern="1200" baseline="0" dirty="0">
                          <a:solidFill>
                            <a:srgbClr val="000000"/>
                          </a:solidFill>
                          <a:latin typeface="+mn-lt"/>
                          <a:ea typeface="+mn-ea"/>
                          <a:cs typeface="+mn-cs"/>
                        </a:rPr>
                        <a:t> </a:t>
                      </a:r>
                    </a:p>
                    <a:p>
                      <a:pPr marL="0" lvl="0" indent="0" algn="l">
                        <a:buNone/>
                      </a:pPr>
                      <a:r>
                        <a:rPr lang="en-GB" sz="1000" b="0" i="0" u="none" strike="noStrike" kern="1200" baseline="0" dirty="0">
                          <a:solidFill>
                            <a:srgbClr val="000000"/>
                          </a:solidFill>
                          <a:latin typeface="+mn-lt"/>
                          <a:ea typeface="+mn-ea"/>
                          <a:cs typeface="+mn-cs"/>
                        </a:rPr>
                        <a:t>Potential IT resource capacity constraints.</a:t>
                      </a:r>
                    </a:p>
                  </a:txBody>
                  <a:tcPr anchor="ctr">
                    <a:lnL w="12700">
                      <a:solidFill>
                        <a:sysClr val="window" lastClr="FFFFFF"/>
                      </a:solidFill>
                    </a:lnL>
                    <a:lnR w="12700">
                      <a:solidFill>
                        <a:sysClr val="window" lastClr="FFFFFF"/>
                      </a:solidFill>
                    </a:lnR>
                    <a:lnT w="12700">
                      <a:solidFill>
                        <a:sysClr val="window" lastClr="FFFFFF"/>
                      </a:solidFill>
                    </a:lnT>
                    <a:lnB w="127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i="0" u="none" strike="noStrike" kern="1200" baseline="0" dirty="0">
                          <a:solidFill>
                            <a:srgbClr val="000000"/>
                          </a:solidFill>
                          <a:latin typeface="+mn-lt"/>
                          <a:ea typeface="+mn-ea"/>
                          <a:cs typeface="+mn-cs"/>
                        </a:rPr>
                        <a:t>Closed</a:t>
                      </a:r>
                      <a:r>
                        <a:rPr lang="en-GB" sz="1000" b="0" i="0" u="none" strike="noStrike" kern="1200" baseline="0" dirty="0">
                          <a:solidFill>
                            <a:srgbClr val="000000"/>
                          </a:solidFill>
                          <a:latin typeface="+mn-lt"/>
                          <a:ea typeface="+mn-ea"/>
                          <a:cs typeface="+mn-cs"/>
                        </a:rPr>
                        <a:t> – Team has engaged Nuvento to supplement existing Lockton IT resources </a:t>
                      </a:r>
                      <a:endParaRPr lang="en-US" sz="1000" dirty="0">
                        <a:latin typeface="+mn-lt"/>
                      </a:endParaRPr>
                    </a:p>
                  </a:txBody>
                  <a:tcPr anchor="ctr">
                    <a:lnL w="12700">
                      <a:solidFill>
                        <a:sysClr val="window" lastClr="FFFFFF"/>
                      </a:solidFill>
                    </a:lnL>
                    <a:lnR w="12700">
                      <a:solidFill>
                        <a:sysClr val="window" lastClr="FFFFFF"/>
                      </a:solidFill>
                    </a:lnR>
                    <a:lnT w="12700">
                      <a:solidFill>
                        <a:sysClr val="window" lastClr="FFFFFF"/>
                      </a:solidFill>
                    </a:lnT>
                    <a:lnB w="127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extLst>
                  <a:ext uri="{0D108BD9-81ED-4DB2-BD59-A6C34878D82A}">
                    <a16:rowId xmlns:a16="http://schemas.microsoft.com/office/drawing/2014/main" val="3958163379"/>
                  </a:ext>
                </a:extLst>
              </a:tr>
              <a:tr h="855740">
                <a:tc>
                  <a:txBody>
                    <a:bodyPr/>
                    <a:lstStyle/>
                    <a:p>
                      <a:pPr marL="0" lvl="0" algn="l" defTabSz="914400" rtl="0" eaLnBrk="1" latinLnBrk="0" hangingPunct="1">
                        <a:buNone/>
                      </a:pPr>
                      <a:r>
                        <a:rPr lang="en-US" sz="1000" b="0" i="0" u="none" strike="noStrike" kern="1200" baseline="0" dirty="0">
                          <a:solidFill>
                            <a:srgbClr val="000000"/>
                          </a:solidFill>
                          <a:latin typeface="+mn-lt"/>
                          <a:ea typeface="+mn-ea"/>
                          <a:cs typeface="+mn-cs"/>
                        </a:rPr>
                        <a:t>Rajesh Paul</a:t>
                      </a:r>
                    </a:p>
                    <a:p>
                      <a:pPr marL="0" lvl="0" algn="l" defTabSz="914400" rtl="0" eaLnBrk="1" latinLnBrk="0" hangingPunct="1">
                        <a:buNone/>
                      </a:pPr>
                      <a:r>
                        <a:rPr lang="en-US" sz="1000" b="0" i="0" u="none" strike="noStrike" kern="1200" baseline="0" dirty="0">
                          <a:solidFill>
                            <a:srgbClr val="000000"/>
                          </a:solidFill>
                          <a:latin typeface="+mn-lt"/>
                          <a:ea typeface="+mn-ea"/>
                          <a:cs typeface="+mn-cs"/>
                        </a:rPr>
                        <a:t>Kristen Beatty</a:t>
                      </a:r>
                    </a:p>
                  </a:txBody>
                  <a:tcPr anchor="ctr">
                    <a:lnL w="12700">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marR="0" lvl="0" indent="0" algn="l" defTabSz="914400" rtl="0" eaLnBrk="1" latinLnBrk="0" hangingPunct="1">
                        <a:lnSpc>
                          <a:spcPct val="100000"/>
                        </a:lnSpc>
                        <a:spcBef>
                          <a:spcPts val="0"/>
                        </a:spcBef>
                        <a:spcAft>
                          <a:spcPts val="0"/>
                        </a:spcAft>
                        <a:buNone/>
                      </a:pPr>
                      <a:r>
                        <a:rPr lang="en-GB" sz="1000" b="1" i="0" u="none" strike="noStrike" kern="1200" baseline="0" dirty="0" err="1">
                          <a:solidFill>
                            <a:schemeClr val="dk1"/>
                          </a:solidFill>
                          <a:latin typeface="+mn-lt"/>
                          <a:ea typeface="+mn-ea"/>
                          <a:cs typeface="+mn-cs"/>
                        </a:rPr>
                        <a:t>Nuvento’s</a:t>
                      </a:r>
                      <a:r>
                        <a:rPr lang="en-GB" sz="1000" b="1" i="0" u="none" strike="noStrike" kern="1200" baseline="0" dirty="0">
                          <a:solidFill>
                            <a:schemeClr val="dk1"/>
                          </a:solidFill>
                          <a:latin typeface="+mn-lt"/>
                          <a:ea typeface="+mn-ea"/>
                          <a:cs typeface="+mn-cs"/>
                        </a:rPr>
                        <a:t> understanding of the HIVE MVP scope: Risk</a:t>
                      </a:r>
                    </a:p>
                    <a:p>
                      <a:pPr marL="0" marR="0" lvl="0" indent="0" algn="l" defTabSz="914400" rtl="0" eaLnBrk="1" latinLnBrk="0" hangingPunct="1">
                        <a:lnSpc>
                          <a:spcPct val="100000"/>
                        </a:lnSpc>
                        <a:spcBef>
                          <a:spcPts val="0"/>
                        </a:spcBef>
                        <a:spcAft>
                          <a:spcPts val="0"/>
                        </a:spcAft>
                        <a:buNone/>
                      </a:pPr>
                      <a:r>
                        <a:rPr lang="en-US" sz="1000" b="0" i="0" u="none" strike="noStrike" kern="1200" baseline="0" dirty="0">
                          <a:solidFill>
                            <a:schemeClr val="dk1"/>
                          </a:solidFill>
                          <a:latin typeface="+mn-lt"/>
                          <a:ea typeface="+mn-ea"/>
                          <a:cs typeface="+mn-cs"/>
                        </a:rPr>
                        <a:t>Nuvento will need to fully understand the HIVE MVP scope to accurately bid, develop a proposed implementation plan and resource the project.  </a:t>
                      </a:r>
                      <a:endParaRPr lang="en-GB" sz="1000" b="0" i="0" u="none" strike="noStrike" kern="1200" baseline="0" dirty="0">
                        <a:solidFill>
                          <a:schemeClr val="dk1"/>
                        </a:solidFill>
                        <a:latin typeface="+mn-lt"/>
                        <a:ea typeface="+mn-ea"/>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lvl="0" indent="0" algn="l">
                        <a:buNone/>
                      </a:pPr>
                      <a:r>
                        <a:rPr lang="en-US" sz="1000" b="1" dirty="0">
                          <a:latin typeface="+mn-lt"/>
                        </a:rPr>
                        <a:t>Closed</a:t>
                      </a:r>
                      <a:r>
                        <a:rPr lang="en-US" sz="1000" dirty="0">
                          <a:latin typeface="+mn-lt"/>
                        </a:rPr>
                        <a:t> - The team met with Nuvento on December 12 to review the scope and current proposal. Nuvento team provided an updated proposal on December 15. The project team will review the current proposal to ensure it accurately captures the scope.  Review scheduled December 18.</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extLst>
                  <a:ext uri="{0D108BD9-81ED-4DB2-BD59-A6C34878D82A}">
                    <a16:rowId xmlns:a16="http://schemas.microsoft.com/office/drawing/2014/main" val="1051886012"/>
                  </a:ext>
                </a:extLst>
              </a:tr>
              <a:tr h="855740">
                <a:tc>
                  <a:txBody>
                    <a:bodyPr/>
                    <a:lstStyle/>
                    <a:p>
                      <a:pPr marL="0" lvl="0" algn="l" defTabSz="914400" rtl="0" eaLnBrk="1" latinLnBrk="0" hangingPunct="1">
                        <a:buNone/>
                      </a:pPr>
                      <a:r>
                        <a:rPr lang="en-US" sz="1000" b="0" i="0" u="none" strike="noStrike" kern="1200" baseline="0" dirty="0">
                          <a:solidFill>
                            <a:srgbClr val="000000"/>
                          </a:solidFill>
                          <a:latin typeface="+mn-lt"/>
                          <a:ea typeface="+mn-ea"/>
                          <a:cs typeface="+mn-cs"/>
                        </a:rPr>
                        <a:t>Rajesh Paul</a:t>
                      </a:r>
                    </a:p>
                  </a:txBody>
                  <a:tcPr anchor="ctr">
                    <a:lnL w="12700">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marR="0" lvl="0" indent="0" algn="l" defTabSz="914400" rtl="0" eaLnBrk="1" latinLnBrk="0" hangingPunct="1">
                        <a:lnSpc>
                          <a:spcPct val="100000"/>
                        </a:lnSpc>
                        <a:spcBef>
                          <a:spcPts val="0"/>
                        </a:spcBef>
                        <a:spcAft>
                          <a:spcPts val="0"/>
                        </a:spcAft>
                        <a:buNone/>
                      </a:pPr>
                      <a:r>
                        <a:rPr lang="en-GB" sz="1000" b="1" i="0" u="none" strike="noStrike" kern="1200" baseline="0" dirty="0">
                          <a:solidFill>
                            <a:srgbClr val="000000"/>
                          </a:solidFill>
                          <a:latin typeface="+mn-lt"/>
                          <a:ea typeface="+mn-ea"/>
                          <a:cs typeface="+mn-cs"/>
                        </a:rPr>
                        <a:t>Infrastructure set up required: Risk</a:t>
                      </a:r>
                    </a:p>
                    <a:p>
                      <a:pPr marL="0" marR="0" lvl="0" indent="0" algn="l" defTabSz="914400" rtl="0" eaLnBrk="1" latinLnBrk="0" hangingPunct="1">
                        <a:lnSpc>
                          <a:spcPct val="100000"/>
                        </a:lnSpc>
                        <a:spcBef>
                          <a:spcPts val="0"/>
                        </a:spcBef>
                        <a:spcAft>
                          <a:spcPts val="0"/>
                        </a:spcAft>
                        <a:buNone/>
                      </a:pPr>
                      <a:r>
                        <a:rPr lang="en-GB" sz="1000" b="0" i="0" u="none" strike="noStrike" kern="1200" baseline="0" noProof="0" dirty="0">
                          <a:solidFill>
                            <a:srgbClr val="000000"/>
                          </a:solidFill>
                          <a:latin typeface="+mn-lt"/>
                        </a:rPr>
                        <a:t>Product Infrastructure and Dev Ops need to set up the infrastructure for Nuvento to be able to begin the development by February </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lvl="0" indent="0" algn="l">
                        <a:buNone/>
                      </a:pPr>
                      <a:r>
                        <a:rPr lang="en-US" sz="1000" b="1" dirty="0">
                          <a:latin typeface="+mn-lt"/>
                        </a:rPr>
                        <a:t>Closed</a:t>
                      </a:r>
                      <a:r>
                        <a:rPr lang="en-US" sz="1000" dirty="0">
                          <a:latin typeface="+mn-lt"/>
                        </a:rPr>
                        <a:t>: IT Resource managers are identifying additional resources required to complete the set-up.  If the set up is lagging behind schedule, Nuvento can begin with requirements sessions</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extLst>
                  <a:ext uri="{0D108BD9-81ED-4DB2-BD59-A6C34878D82A}">
                    <a16:rowId xmlns:a16="http://schemas.microsoft.com/office/drawing/2014/main" val="2140949809"/>
                  </a:ext>
                </a:extLst>
              </a:tr>
              <a:tr h="8557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u="none" strike="noStrike" kern="1200" baseline="0" noProof="0" dirty="0">
                          <a:solidFill>
                            <a:srgbClr val="000000"/>
                          </a:solidFill>
                          <a:latin typeface="+mn-lt"/>
                        </a:rPr>
                        <a:t>Michael Scaduto/</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u="none" strike="noStrike" kern="1200" baseline="0" noProof="0" dirty="0">
                          <a:solidFill>
                            <a:srgbClr val="000000"/>
                          </a:solidFill>
                          <a:latin typeface="+mn-lt"/>
                        </a:rPr>
                        <a:t>Jamie Shaw</a:t>
                      </a:r>
                    </a:p>
                  </a:txBody>
                  <a:tcPr anchor="ctr">
                    <a:lnL w="12700">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lvl="0" indent="0" algn="l">
                        <a:buNone/>
                      </a:pPr>
                      <a:r>
                        <a:rPr lang="en-GB" sz="1000" b="1" dirty="0">
                          <a:latin typeface="+mn-lt"/>
                        </a:rPr>
                        <a:t>Lockton BA: Issue</a:t>
                      </a:r>
                    </a:p>
                    <a:p>
                      <a:pPr marL="0" lvl="0" indent="0" algn="l">
                        <a:buNone/>
                      </a:pPr>
                      <a:r>
                        <a:rPr lang="en-GB" sz="1000" b="0" dirty="0">
                          <a:latin typeface="+mn-lt"/>
                        </a:rPr>
                        <a:t>A Lockton BA is needed to support this project.  We do not have a Lockton BA available. We need to determine if HRIS can support this or if an IT BA is needed.</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tc>
                  <a:txBody>
                    <a:bodyPr/>
                    <a:lstStyle/>
                    <a:p>
                      <a:pPr marL="0" lvl="0" indent="0" algn="l">
                        <a:buNone/>
                      </a:pPr>
                      <a:r>
                        <a:rPr lang="en-US" sz="1000" b="1" dirty="0">
                          <a:latin typeface="+mn-lt"/>
                        </a:rPr>
                        <a:t>Closed</a:t>
                      </a:r>
                      <a:r>
                        <a:rPr lang="en-US" sz="1000" dirty="0">
                          <a:latin typeface="+mn-lt"/>
                        </a:rPr>
                        <a:t> – Will be resourced from Business Architecture team</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0">
                      <a:noFill/>
                    </a:lnTlToBr>
                    <a:lnBlToTr w="0">
                      <a:noFill/>
                    </a:lnBlToTr>
                    <a:solidFill>
                      <a:schemeClr val="bg2">
                        <a:lumMod val="20000"/>
                        <a:lumOff val="80000"/>
                      </a:schemeClr>
                    </a:solidFill>
                  </a:tcPr>
                </a:tc>
                <a:extLst>
                  <a:ext uri="{0D108BD9-81ED-4DB2-BD59-A6C34878D82A}">
                    <a16:rowId xmlns:a16="http://schemas.microsoft.com/office/drawing/2014/main" val="3998399460"/>
                  </a:ext>
                </a:extLst>
              </a:tr>
            </a:tbl>
          </a:graphicData>
        </a:graphic>
      </p:graphicFrame>
    </p:spTree>
    <p:extLst>
      <p:ext uri="{BB962C8B-B14F-4D97-AF65-F5344CB8AC3E}">
        <p14:creationId xmlns:p14="http://schemas.microsoft.com/office/powerpoint/2010/main" val="3856586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522BD-29F7-DD0A-B1FC-DA702D3A191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11BC467-69B9-B0C8-94FF-0C8F610D7BD7}"/>
              </a:ext>
            </a:extLst>
          </p:cNvPr>
          <p:cNvSpPr>
            <a:spLocks noGrp="1"/>
          </p:cNvSpPr>
          <p:nvPr>
            <p:ph type="body" sz="quarter" idx="22"/>
          </p:nvPr>
        </p:nvSpPr>
        <p:spPr/>
        <p:txBody>
          <a:bodyPr/>
          <a:lstStyle/>
          <a:p>
            <a:r>
              <a:rPr lang="en-US"/>
              <a:t>This diagram provides a step-by-step process of the unified data integrations with legacy HCM systems and downstream systems, mapping the data both for inbound and outbound integrations for unified data.</a:t>
            </a:r>
          </a:p>
        </p:txBody>
      </p:sp>
      <p:sp>
        <p:nvSpPr>
          <p:cNvPr id="3" name="Title 2">
            <a:extLst>
              <a:ext uri="{FF2B5EF4-FFF2-40B4-BE49-F238E27FC236}">
                <a16:creationId xmlns:a16="http://schemas.microsoft.com/office/drawing/2014/main" id="{D353FAA6-3A36-5698-9512-FD955CC3E9BC}"/>
              </a:ext>
            </a:extLst>
          </p:cNvPr>
          <p:cNvSpPr>
            <a:spLocks noGrp="1"/>
          </p:cNvSpPr>
          <p:nvPr>
            <p:ph type="title"/>
          </p:nvPr>
        </p:nvSpPr>
        <p:spPr/>
        <p:txBody>
          <a:bodyPr/>
          <a:lstStyle/>
          <a:p>
            <a:r>
              <a:rPr lang="en-US"/>
              <a:t>HIVE Microsoft-based Ecosystem</a:t>
            </a:r>
          </a:p>
        </p:txBody>
      </p:sp>
      <p:sp>
        <p:nvSpPr>
          <p:cNvPr id="13" name="Rectangle 12">
            <a:extLst>
              <a:ext uri="{FF2B5EF4-FFF2-40B4-BE49-F238E27FC236}">
                <a16:creationId xmlns:a16="http://schemas.microsoft.com/office/drawing/2014/main" id="{D0744F2B-AA29-C320-CDCB-4476AA3C52E1}"/>
              </a:ext>
            </a:extLst>
          </p:cNvPr>
          <p:cNvSpPr/>
          <p:nvPr/>
        </p:nvSpPr>
        <p:spPr bwMode="gray">
          <a:xfrm>
            <a:off x="8529612" y="1509938"/>
            <a:ext cx="3534569" cy="3220712"/>
          </a:xfrm>
          <a:prstGeom prst="rect">
            <a:avLst/>
          </a:prstGeom>
          <a:solidFill>
            <a:schemeClr val="accent3">
              <a:lumMod val="20000"/>
              <a:lumOff val="80000"/>
            </a:schemeClr>
          </a:solidFill>
          <a:ln w="19050" algn="ctr">
            <a:solidFill>
              <a:schemeClr val="bg1"/>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a:ln>
                <a:noFill/>
              </a:ln>
              <a:solidFill>
                <a:prstClr val="white"/>
              </a:solidFill>
              <a:effectLst/>
              <a:uLnTx/>
              <a:uFillTx/>
            </a:endParaRPr>
          </a:p>
        </p:txBody>
      </p:sp>
      <p:sp>
        <p:nvSpPr>
          <p:cNvPr id="26" name="Rectangle 25">
            <a:extLst>
              <a:ext uri="{FF2B5EF4-FFF2-40B4-BE49-F238E27FC236}">
                <a16:creationId xmlns:a16="http://schemas.microsoft.com/office/drawing/2014/main" id="{815EB909-5AF2-9709-FDB7-1AE232E953A8}"/>
              </a:ext>
            </a:extLst>
          </p:cNvPr>
          <p:cNvSpPr/>
          <p:nvPr/>
        </p:nvSpPr>
        <p:spPr bwMode="gray">
          <a:xfrm>
            <a:off x="3278633" y="1390706"/>
            <a:ext cx="4938132" cy="3620197"/>
          </a:xfrm>
          <a:prstGeom prst="rect">
            <a:avLst/>
          </a:prstGeom>
          <a:solidFill>
            <a:schemeClr val="accent2">
              <a:lumMod val="20000"/>
              <a:lumOff val="80000"/>
            </a:schemeClr>
          </a:solidFill>
          <a:ln w="19050" algn="ctr">
            <a:solidFill>
              <a:schemeClr val="bg1"/>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a:ln>
                <a:noFill/>
              </a:ln>
              <a:solidFill>
                <a:prstClr val="white"/>
              </a:solidFill>
              <a:effectLst/>
              <a:uLnTx/>
              <a:uFillTx/>
            </a:endParaRPr>
          </a:p>
        </p:txBody>
      </p:sp>
      <p:sp>
        <p:nvSpPr>
          <p:cNvPr id="40" name="Rectangle 39">
            <a:extLst>
              <a:ext uri="{FF2B5EF4-FFF2-40B4-BE49-F238E27FC236}">
                <a16:creationId xmlns:a16="http://schemas.microsoft.com/office/drawing/2014/main" id="{28551528-45F0-08AB-1D17-404B43D51987}"/>
              </a:ext>
            </a:extLst>
          </p:cNvPr>
          <p:cNvSpPr/>
          <p:nvPr/>
        </p:nvSpPr>
        <p:spPr>
          <a:xfrm>
            <a:off x="127819" y="1412761"/>
            <a:ext cx="2922163" cy="359813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 Placeholder 1">
            <a:extLst>
              <a:ext uri="{FF2B5EF4-FFF2-40B4-BE49-F238E27FC236}">
                <a16:creationId xmlns:a16="http://schemas.microsoft.com/office/drawing/2014/main" id="{F12F199B-802B-A133-CB48-F6818F47270B}"/>
              </a:ext>
            </a:extLst>
          </p:cNvPr>
          <p:cNvSpPr txBox="1">
            <a:spLocks/>
          </p:cNvSpPr>
          <p:nvPr/>
        </p:nvSpPr>
        <p:spPr>
          <a:xfrm>
            <a:off x="463295" y="844952"/>
            <a:ext cx="11277600" cy="595243"/>
          </a:xfrm>
          <a:prstGeom prst="rect">
            <a:avLst/>
          </a:prstGeom>
        </p:spPr>
        <p:txBody>
          <a:bodyPr vert="horz" lIns="0" tIns="0" rIns="0" bIns="0" rtlCol="0">
            <a:noAutofit/>
          </a:bodyPr>
          <a:lstStyle>
            <a:lvl1pPr marL="0" marR="0" indent="0" algn="l" defTabSz="914400" rtl="0" eaLnBrk="1" fontAlgn="base" latinLnBrk="0" hangingPunct="1">
              <a:lnSpc>
                <a:spcPct val="100000"/>
              </a:lnSpc>
              <a:spcBef>
                <a:spcPts val="500"/>
              </a:spcBef>
              <a:spcAft>
                <a:spcPts val="300"/>
              </a:spcAft>
              <a:buClr>
                <a:schemeClr val="tx1"/>
              </a:buClr>
              <a:buSzPct val="100000"/>
              <a:buFont typeface="Arial" panose="020B0604020202020204" pitchFamily="34" charset="0"/>
              <a:buNone/>
              <a:tabLst/>
              <a:defRPr sz="1400" b="0" kern="1200">
                <a:solidFill>
                  <a:schemeClr val="bg1">
                    <a:lumMod val="50000"/>
                  </a:schemeClr>
                </a:solidFill>
                <a:latin typeface="+mn-lt"/>
                <a:ea typeface="+mn-ea"/>
                <a:cs typeface="+mn-cs"/>
              </a:defRPr>
            </a:lvl1pPr>
            <a:lvl2pPr marL="461963" marR="0" indent="-234950"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Char char="-"/>
              <a:tabLst/>
              <a:defRPr sz="1600" kern="1200">
                <a:solidFill>
                  <a:schemeClr val="tx1"/>
                </a:solidFill>
                <a:latin typeface="+mn-lt"/>
                <a:ea typeface="+mn-ea"/>
                <a:cs typeface="+mn-cs"/>
              </a:defRPr>
            </a:lvl2pPr>
            <a:lvl3pPr marL="649224" marR="0" indent="-192024" algn="l" defTabSz="914400" rtl="0" eaLnBrk="1" fontAlgn="base" latinLnBrk="0" hangingPunct="1">
              <a:lnSpc>
                <a:spcPct val="100000"/>
              </a:lnSpc>
              <a:spcBef>
                <a:spcPts val="500"/>
              </a:spcBef>
              <a:spcAft>
                <a:spcPts val="300"/>
              </a:spcAft>
              <a:buClr>
                <a:schemeClr val="tx1"/>
              </a:buClr>
              <a:buSzPct val="100000"/>
              <a:buFont typeface="Wingdings" panose="05000000000000000000" pitchFamily="2" charset="2"/>
              <a:buChar char=""/>
              <a:tabLst/>
              <a:defRPr sz="1600" kern="1200">
                <a:solidFill>
                  <a:schemeClr val="tx1"/>
                </a:solidFill>
                <a:latin typeface="+mn-lt"/>
                <a:ea typeface="+mn-ea"/>
                <a:cs typeface="+mn-cs"/>
              </a:defRPr>
            </a:lvl3pPr>
            <a:lvl4pPr marL="914400" marR="0" indent="-227013" algn="l" defTabSz="914400" rtl="0" eaLnBrk="1" fontAlgn="base" latinLnBrk="0" hangingPunct="1">
              <a:lnSpc>
                <a:spcPct val="100000"/>
              </a:lnSpc>
              <a:spcBef>
                <a:spcPts val="500"/>
              </a:spcBef>
              <a:spcAft>
                <a:spcPts val="300"/>
              </a:spcAft>
              <a:buClr>
                <a:schemeClr val="tx1"/>
              </a:buClr>
              <a:buSzPct val="100000"/>
              <a:buFont typeface="Symbol" panose="05050102010706020507" pitchFamily="18" charset="2"/>
              <a:buChar char="-"/>
              <a:tabLst/>
              <a:defRPr sz="1600" kern="1200">
                <a:solidFill>
                  <a:schemeClr val="tx1"/>
                </a:solidFill>
                <a:latin typeface="+mn-lt"/>
                <a:ea typeface="+mn-ea"/>
                <a:cs typeface="+mn-cs"/>
              </a:defRPr>
            </a:lvl4pPr>
            <a:lvl5pPr marL="1106424" marR="0" indent="-192024" algn="l" defTabSz="914400" rtl="0" eaLnBrk="1" fontAlgn="base" latinLnBrk="0" hangingPunct="1">
              <a:lnSpc>
                <a:spcPct val="100000"/>
              </a:lnSpc>
              <a:spcBef>
                <a:spcPts val="500"/>
              </a:spcBef>
              <a:spcAft>
                <a:spcPts val="300"/>
              </a:spcAft>
              <a:buClr>
                <a:schemeClr val="tx1"/>
              </a:buClr>
              <a:buSzPct val="100000"/>
              <a:buFont typeface="Arial" panose="020B0604020202020204" pitchFamily="34" charset="0"/>
              <a:buChar char="•"/>
              <a:tabLst/>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t>This diagram provides a step-by-step process of the unified data integrations with legacy HCM systems and downstream systems, mapping the data both for inbound and outbound integrations for unified data.</a:t>
            </a:r>
          </a:p>
        </p:txBody>
      </p:sp>
      <p:sp>
        <p:nvSpPr>
          <p:cNvPr id="47" name="Rectangle 46">
            <a:extLst>
              <a:ext uri="{FF2B5EF4-FFF2-40B4-BE49-F238E27FC236}">
                <a16:creationId xmlns:a16="http://schemas.microsoft.com/office/drawing/2014/main" id="{B47704BC-2F22-0B71-56C0-9865DE48C0BA}"/>
              </a:ext>
            </a:extLst>
          </p:cNvPr>
          <p:cNvSpPr/>
          <p:nvPr/>
        </p:nvSpPr>
        <p:spPr bwMode="gray">
          <a:xfrm>
            <a:off x="368171" y="1867006"/>
            <a:ext cx="2523600" cy="2866692"/>
          </a:xfrm>
          <a:prstGeom prst="rect">
            <a:avLst/>
          </a:prstGeom>
          <a:solidFill>
            <a:srgbClr val="FFFFFF"/>
          </a:solidFill>
          <a:ln w="19050" algn="ctr">
            <a:solidFill>
              <a:schemeClr val="tx1"/>
            </a:solidFill>
            <a:prstDash val="solid"/>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000" b="1" i="0" u="none" strike="noStrike" kern="0" cap="none" spc="0" normalizeH="0" baseline="0" noProof="0">
              <a:ln>
                <a:noFill/>
              </a:ln>
              <a:solidFill>
                <a:prstClr val="white"/>
              </a:solidFill>
              <a:effectLst/>
              <a:uLnTx/>
              <a:uFillTx/>
            </a:endParaRPr>
          </a:p>
        </p:txBody>
      </p:sp>
      <p:sp>
        <p:nvSpPr>
          <p:cNvPr id="52" name="Rectangle 51">
            <a:extLst>
              <a:ext uri="{FF2B5EF4-FFF2-40B4-BE49-F238E27FC236}">
                <a16:creationId xmlns:a16="http://schemas.microsoft.com/office/drawing/2014/main" id="{2535688E-0A6A-EEF8-16F9-E90CB0CBDBF5}"/>
              </a:ext>
            </a:extLst>
          </p:cNvPr>
          <p:cNvSpPr/>
          <p:nvPr/>
        </p:nvSpPr>
        <p:spPr bwMode="gray">
          <a:xfrm>
            <a:off x="8517150" y="4860272"/>
            <a:ext cx="3481401" cy="1595078"/>
          </a:xfrm>
          <a:prstGeom prst="rect">
            <a:avLst/>
          </a:prstGeom>
          <a:solidFill>
            <a:schemeClr val="bg2">
              <a:lumMod val="40000"/>
              <a:lumOff val="60000"/>
            </a:schemeClr>
          </a:solidFill>
          <a:ln w="19050" algn="ctr">
            <a:solidFill>
              <a:schemeClr val="bg1"/>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a:ln>
                <a:noFill/>
              </a:ln>
              <a:solidFill>
                <a:prstClr val="white"/>
              </a:solidFill>
              <a:effectLst/>
              <a:uLnTx/>
              <a:uFillTx/>
            </a:endParaRPr>
          </a:p>
        </p:txBody>
      </p:sp>
      <p:sp>
        <p:nvSpPr>
          <p:cNvPr id="54" name="TextBox 53">
            <a:extLst>
              <a:ext uri="{FF2B5EF4-FFF2-40B4-BE49-F238E27FC236}">
                <a16:creationId xmlns:a16="http://schemas.microsoft.com/office/drawing/2014/main" id="{0652FE6B-54E3-7BB2-358D-2DA10861DF03}"/>
              </a:ext>
            </a:extLst>
          </p:cNvPr>
          <p:cNvSpPr txBox="1"/>
          <p:nvPr/>
        </p:nvSpPr>
        <p:spPr>
          <a:xfrm>
            <a:off x="4229482" y="3647521"/>
            <a:ext cx="684244" cy="246221"/>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lang="en-US" sz="800" kern="0"/>
              <a:t>Receive and Validate</a:t>
            </a:r>
            <a:endParaRPr kumimoji="0" lang="en-US" sz="800" b="0" i="0" u="none" strike="noStrike" kern="0" cap="none" spc="0" normalizeH="0" baseline="0" noProof="0">
              <a:ln>
                <a:noFill/>
              </a:ln>
              <a:effectLst/>
              <a:uLnTx/>
              <a:uFillTx/>
            </a:endParaRPr>
          </a:p>
        </p:txBody>
      </p:sp>
      <p:sp>
        <p:nvSpPr>
          <p:cNvPr id="56" name="Oval 55">
            <a:extLst>
              <a:ext uri="{FF2B5EF4-FFF2-40B4-BE49-F238E27FC236}">
                <a16:creationId xmlns:a16="http://schemas.microsoft.com/office/drawing/2014/main" id="{3E91E36A-C2FA-B383-990F-5EAC5BA1AF59}"/>
              </a:ext>
            </a:extLst>
          </p:cNvPr>
          <p:cNvSpPr>
            <a:spLocks noChangeAspect="1"/>
          </p:cNvSpPr>
          <p:nvPr/>
        </p:nvSpPr>
        <p:spPr>
          <a:xfrm>
            <a:off x="263229" y="3385857"/>
            <a:ext cx="230430" cy="217028"/>
          </a:xfrm>
          <a:prstGeom prst="ellipse">
            <a:avLst/>
          </a:prstGeom>
          <a:solidFill>
            <a:schemeClr val="tx1"/>
          </a:solidFill>
          <a:ln w="25400" cap="flat" cmpd="sng" algn="ctr">
            <a:noFill/>
            <a:prstDash val="solid"/>
          </a:ln>
          <a:effectLst/>
        </p:spPr>
        <p:txBody>
          <a:bodyPr lIns="45720" rIns="45720" rtlCol="0" anchor="ctr"/>
          <a:lstStyle/>
          <a:p>
            <a:pPr marL="0" marR="0" lvl="0" indent="0" algn="ctr" defTabSz="914400" eaLnBrk="1" fontAlgn="auto" latinLnBrk="0" hangingPunct="1">
              <a:lnSpc>
                <a:spcPct val="100000"/>
              </a:lnSpc>
              <a:spcBef>
                <a:spcPct val="20000"/>
              </a:spcBef>
              <a:spcAft>
                <a:spcPts val="0"/>
              </a:spcAft>
              <a:buClrTx/>
              <a:buSzTx/>
              <a:buFontTx/>
              <a:buNone/>
              <a:tabLst/>
              <a:defRPr/>
            </a:pPr>
            <a:r>
              <a:rPr kumimoji="0" lang="en-US" sz="1000" b="1" i="0" u="none" strike="noStrike" kern="0" cap="none" spc="0" normalizeH="0" baseline="0" noProof="0">
                <a:ln>
                  <a:noFill/>
                </a:ln>
                <a:solidFill>
                  <a:prstClr val="white"/>
                </a:solidFill>
                <a:effectLst/>
                <a:uLnTx/>
                <a:uFillTx/>
                <a:cs typeface="Arial" charset="0"/>
              </a:rPr>
              <a:t>1</a:t>
            </a:r>
          </a:p>
        </p:txBody>
      </p:sp>
      <p:grpSp>
        <p:nvGrpSpPr>
          <p:cNvPr id="57" name="Group 56">
            <a:extLst>
              <a:ext uri="{FF2B5EF4-FFF2-40B4-BE49-F238E27FC236}">
                <a16:creationId xmlns:a16="http://schemas.microsoft.com/office/drawing/2014/main" id="{6A757804-FBC9-9800-9D67-C9B5B6D6F71B}"/>
              </a:ext>
            </a:extLst>
          </p:cNvPr>
          <p:cNvGrpSpPr/>
          <p:nvPr/>
        </p:nvGrpSpPr>
        <p:grpSpPr>
          <a:xfrm>
            <a:off x="4362419" y="3167425"/>
            <a:ext cx="436729" cy="412181"/>
            <a:chOff x="7404414" y="3257458"/>
            <a:chExt cx="648463" cy="798976"/>
          </a:xfrm>
        </p:grpSpPr>
        <p:sp>
          <p:nvSpPr>
            <p:cNvPr id="58" name="Rectangle 57">
              <a:extLst>
                <a:ext uri="{FF2B5EF4-FFF2-40B4-BE49-F238E27FC236}">
                  <a16:creationId xmlns:a16="http://schemas.microsoft.com/office/drawing/2014/main" id="{2683904A-C20D-2363-B239-FCE589C3102C}"/>
                </a:ext>
              </a:extLst>
            </p:cNvPr>
            <p:cNvSpPr/>
            <p:nvPr/>
          </p:nvSpPr>
          <p:spPr bwMode="gray">
            <a:xfrm>
              <a:off x="7404414" y="3257458"/>
              <a:ext cx="648463" cy="798976"/>
            </a:xfrm>
            <a:prstGeom prst="rect">
              <a:avLst/>
            </a:prstGeom>
            <a:ln>
              <a:solidFill>
                <a:schemeClr val="accent3"/>
              </a:solidFill>
              <a:headEnd/>
              <a:tailEnd/>
            </a:ln>
          </p:spPr>
          <p:style>
            <a:lnRef idx="2">
              <a:schemeClr val="accent6"/>
            </a:lnRef>
            <a:fillRef idx="1">
              <a:schemeClr val="lt1"/>
            </a:fillRef>
            <a:effectRef idx="0">
              <a:schemeClr val="accent6"/>
            </a:effectRef>
            <a:fontRef idx="minor">
              <a:schemeClr val="dk1"/>
            </a:fontRef>
          </p:style>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000" b="1" i="0" u="none" strike="noStrike" kern="0" normalizeH="0" baseline="0" noProof="0">
                <a:solidFill>
                  <a:prstClr val="white"/>
                </a:solidFill>
                <a:uLnTx/>
                <a:uFillTx/>
              </a:endParaRPr>
            </a:p>
          </p:txBody>
        </p:sp>
        <p:grpSp>
          <p:nvGrpSpPr>
            <p:cNvPr id="59" name="Group 58">
              <a:extLst>
                <a:ext uri="{FF2B5EF4-FFF2-40B4-BE49-F238E27FC236}">
                  <a16:creationId xmlns:a16="http://schemas.microsoft.com/office/drawing/2014/main" id="{3677582D-5D16-7342-94CA-B73F6DBE643E}"/>
                </a:ext>
              </a:extLst>
            </p:cNvPr>
            <p:cNvGrpSpPr/>
            <p:nvPr/>
          </p:nvGrpSpPr>
          <p:grpSpPr>
            <a:xfrm>
              <a:off x="7480852" y="3318612"/>
              <a:ext cx="460925" cy="625232"/>
              <a:chOff x="7707275" y="3538173"/>
              <a:chExt cx="588928" cy="850675"/>
            </a:xfrm>
            <a:solidFill>
              <a:sysClr val="window" lastClr="FFFFFF"/>
            </a:solidFill>
          </p:grpSpPr>
          <p:sp>
            <p:nvSpPr>
              <p:cNvPr id="75" name="Freeform 15">
                <a:extLst>
                  <a:ext uri="{FF2B5EF4-FFF2-40B4-BE49-F238E27FC236}">
                    <a16:creationId xmlns:a16="http://schemas.microsoft.com/office/drawing/2014/main" id="{CFC3286B-FEA3-D985-7D1C-06DB87DBAEAA}"/>
                  </a:ext>
                </a:extLst>
              </p:cNvPr>
              <p:cNvSpPr>
                <a:spLocks noChangeAspect="1" noEditPoints="1"/>
              </p:cNvSpPr>
              <p:nvPr/>
            </p:nvSpPr>
            <p:spPr bwMode="auto">
              <a:xfrm>
                <a:off x="7707275" y="3538173"/>
                <a:ext cx="588928" cy="850675"/>
              </a:xfrm>
              <a:custGeom>
                <a:avLst/>
                <a:gdLst>
                  <a:gd name="T0" fmla="*/ 93 w 103"/>
                  <a:gd name="T1" fmla="*/ 15 h 148"/>
                  <a:gd name="T2" fmla="*/ 84 w 103"/>
                  <a:gd name="T3" fmla="*/ 37 h 148"/>
                  <a:gd name="T4" fmla="*/ 19 w 103"/>
                  <a:gd name="T5" fmla="*/ 37 h 148"/>
                  <a:gd name="T6" fmla="*/ 10 w 103"/>
                  <a:gd name="T7" fmla="*/ 15 h 148"/>
                  <a:gd name="T8" fmla="*/ 0 w 103"/>
                  <a:gd name="T9" fmla="*/ 25 h 148"/>
                  <a:gd name="T10" fmla="*/ 0 w 103"/>
                  <a:gd name="T11" fmla="*/ 137 h 148"/>
                  <a:gd name="T12" fmla="*/ 10 w 103"/>
                  <a:gd name="T13" fmla="*/ 148 h 148"/>
                  <a:gd name="T14" fmla="*/ 93 w 103"/>
                  <a:gd name="T15" fmla="*/ 148 h 148"/>
                  <a:gd name="T16" fmla="*/ 103 w 103"/>
                  <a:gd name="T17" fmla="*/ 137 h 148"/>
                  <a:gd name="T18" fmla="*/ 103 w 103"/>
                  <a:gd name="T19" fmla="*/ 25 h 148"/>
                  <a:gd name="T20" fmla="*/ 93 w 103"/>
                  <a:gd name="T21" fmla="*/ 15 h 148"/>
                  <a:gd name="T22" fmla="*/ 78 w 103"/>
                  <a:gd name="T23" fmla="*/ 30 h 148"/>
                  <a:gd name="T24" fmla="*/ 85 w 103"/>
                  <a:gd name="T25" fmla="*/ 15 h 148"/>
                  <a:gd name="T26" fmla="*/ 69 w 103"/>
                  <a:gd name="T27" fmla="*/ 15 h 148"/>
                  <a:gd name="T28" fmla="*/ 64 w 103"/>
                  <a:gd name="T29" fmla="*/ 0 h 148"/>
                  <a:gd name="T30" fmla="*/ 40 w 103"/>
                  <a:gd name="T31" fmla="*/ 0 h 148"/>
                  <a:gd name="T32" fmla="*/ 35 w 103"/>
                  <a:gd name="T33" fmla="*/ 15 h 148"/>
                  <a:gd name="T34" fmla="*/ 19 w 103"/>
                  <a:gd name="T35" fmla="*/ 15 h 148"/>
                  <a:gd name="T36" fmla="*/ 25 w 103"/>
                  <a:gd name="T37" fmla="*/ 30 h 148"/>
                  <a:gd name="T38" fmla="*/ 78 w 103"/>
                  <a:gd name="T39" fmla="*/ 3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3" h="148">
                    <a:moveTo>
                      <a:pt x="93" y="15"/>
                    </a:moveTo>
                    <a:cubicBezTo>
                      <a:pt x="84" y="37"/>
                      <a:pt x="84" y="37"/>
                      <a:pt x="84" y="37"/>
                    </a:cubicBezTo>
                    <a:cubicBezTo>
                      <a:pt x="19" y="37"/>
                      <a:pt x="19" y="37"/>
                      <a:pt x="19" y="37"/>
                    </a:cubicBezTo>
                    <a:cubicBezTo>
                      <a:pt x="10" y="15"/>
                      <a:pt x="10" y="15"/>
                      <a:pt x="10" y="15"/>
                    </a:cubicBezTo>
                    <a:cubicBezTo>
                      <a:pt x="5" y="15"/>
                      <a:pt x="0" y="20"/>
                      <a:pt x="0" y="25"/>
                    </a:cubicBezTo>
                    <a:cubicBezTo>
                      <a:pt x="0" y="137"/>
                      <a:pt x="0" y="137"/>
                      <a:pt x="0" y="137"/>
                    </a:cubicBezTo>
                    <a:cubicBezTo>
                      <a:pt x="0" y="143"/>
                      <a:pt x="5" y="148"/>
                      <a:pt x="10" y="148"/>
                    </a:cubicBezTo>
                    <a:cubicBezTo>
                      <a:pt x="93" y="148"/>
                      <a:pt x="93" y="148"/>
                      <a:pt x="93" y="148"/>
                    </a:cubicBezTo>
                    <a:cubicBezTo>
                      <a:pt x="99" y="148"/>
                      <a:pt x="103" y="143"/>
                      <a:pt x="103" y="137"/>
                    </a:cubicBezTo>
                    <a:cubicBezTo>
                      <a:pt x="103" y="25"/>
                      <a:pt x="103" y="25"/>
                      <a:pt x="103" y="25"/>
                    </a:cubicBezTo>
                    <a:cubicBezTo>
                      <a:pt x="103" y="20"/>
                      <a:pt x="99" y="15"/>
                      <a:pt x="93" y="15"/>
                    </a:cubicBezTo>
                    <a:close/>
                    <a:moveTo>
                      <a:pt x="78" y="30"/>
                    </a:moveTo>
                    <a:cubicBezTo>
                      <a:pt x="85" y="15"/>
                      <a:pt x="85" y="15"/>
                      <a:pt x="85" y="15"/>
                    </a:cubicBezTo>
                    <a:cubicBezTo>
                      <a:pt x="69" y="15"/>
                      <a:pt x="69" y="15"/>
                      <a:pt x="69" y="15"/>
                    </a:cubicBezTo>
                    <a:cubicBezTo>
                      <a:pt x="64" y="0"/>
                      <a:pt x="64" y="0"/>
                      <a:pt x="64" y="0"/>
                    </a:cubicBezTo>
                    <a:cubicBezTo>
                      <a:pt x="40" y="0"/>
                      <a:pt x="40" y="0"/>
                      <a:pt x="40" y="0"/>
                    </a:cubicBezTo>
                    <a:cubicBezTo>
                      <a:pt x="35" y="15"/>
                      <a:pt x="35" y="15"/>
                      <a:pt x="35" y="15"/>
                    </a:cubicBezTo>
                    <a:cubicBezTo>
                      <a:pt x="19" y="15"/>
                      <a:pt x="19" y="15"/>
                      <a:pt x="19" y="15"/>
                    </a:cubicBezTo>
                    <a:cubicBezTo>
                      <a:pt x="25" y="30"/>
                      <a:pt x="25" y="30"/>
                      <a:pt x="25" y="30"/>
                    </a:cubicBezTo>
                    <a:lnTo>
                      <a:pt x="78" y="30"/>
                    </a:lnTo>
                    <a:close/>
                  </a:path>
                </a:pathLst>
              </a:custGeom>
              <a:ln>
                <a:solidFill>
                  <a:schemeClr val="accent3"/>
                </a:solidFill>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i="0" u="none" strike="noStrike" kern="0" normalizeH="0" baseline="0" noProof="0">
                  <a:solidFill>
                    <a:prstClr val="black"/>
                  </a:solidFill>
                  <a:uLnTx/>
                  <a:uFillTx/>
                </a:endParaRPr>
              </a:p>
            </p:txBody>
          </p:sp>
          <p:sp>
            <p:nvSpPr>
              <p:cNvPr id="76" name="Freeform 89">
                <a:extLst>
                  <a:ext uri="{FF2B5EF4-FFF2-40B4-BE49-F238E27FC236}">
                    <a16:creationId xmlns:a16="http://schemas.microsoft.com/office/drawing/2014/main" id="{91839AE2-C717-7599-2396-B8A076CFEEE0}"/>
                  </a:ext>
                </a:extLst>
              </p:cNvPr>
              <p:cNvSpPr>
                <a:spLocks noChangeAspect="1"/>
              </p:cNvSpPr>
              <p:nvPr/>
            </p:nvSpPr>
            <p:spPr bwMode="auto">
              <a:xfrm>
                <a:off x="7826066" y="3816286"/>
                <a:ext cx="376478" cy="392313"/>
              </a:xfrm>
              <a:custGeom>
                <a:avLst/>
                <a:gdLst>
                  <a:gd name="T0" fmla="*/ 38 w 101"/>
                  <a:gd name="T1" fmla="*/ 105 h 105"/>
                  <a:gd name="T2" fmla="*/ 29 w 101"/>
                  <a:gd name="T3" fmla="*/ 101 h 105"/>
                  <a:gd name="T4" fmla="*/ 3 w 101"/>
                  <a:gd name="T5" fmla="*/ 66 h 105"/>
                  <a:gd name="T6" fmla="*/ 5 w 101"/>
                  <a:gd name="T7" fmla="*/ 52 h 105"/>
                  <a:gd name="T8" fmla="*/ 19 w 101"/>
                  <a:gd name="T9" fmla="*/ 54 h 105"/>
                  <a:gd name="T10" fmla="*/ 37 w 101"/>
                  <a:gd name="T11" fmla="*/ 77 h 105"/>
                  <a:gd name="T12" fmla="*/ 80 w 101"/>
                  <a:gd name="T13" fmla="*/ 7 h 105"/>
                  <a:gd name="T14" fmla="*/ 94 w 101"/>
                  <a:gd name="T15" fmla="*/ 3 h 105"/>
                  <a:gd name="T16" fmla="*/ 98 w 101"/>
                  <a:gd name="T17" fmla="*/ 18 h 105"/>
                  <a:gd name="T18" fmla="*/ 46 w 101"/>
                  <a:gd name="T19" fmla="*/ 100 h 105"/>
                  <a:gd name="T20" fmla="*/ 38 w 101"/>
                  <a:gd name="T21" fmla="*/ 105 h 105"/>
                  <a:gd name="T22" fmla="*/ 38 w 101"/>
                  <a:gd name="T23"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1" h="105">
                    <a:moveTo>
                      <a:pt x="38" y="105"/>
                    </a:moveTo>
                    <a:cubicBezTo>
                      <a:pt x="34" y="105"/>
                      <a:pt x="31" y="104"/>
                      <a:pt x="29" y="101"/>
                    </a:cubicBezTo>
                    <a:cubicBezTo>
                      <a:pt x="3" y="66"/>
                      <a:pt x="3" y="66"/>
                      <a:pt x="3" y="66"/>
                    </a:cubicBezTo>
                    <a:cubicBezTo>
                      <a:pt x="0" y="62"/>
                      <a:pt x="0" y="55"/>
                      <a:pt x="5" y="52"/>
                    </a:cubicBezTo>
                    <a:cubicBezTo>
                      <a:pt x="9" y="48"/>
                      <a:pt x="16" y="49"/>
                      <a:pt x="19" y="54"/>
                    </a:cubicBezTo>
                    <a:cubicBezTo>
                      <a:pt x="37" y="77"/>
                      <a:pt x="37" y="77"/>
                      <a:pt x="37" y="77"/>
                    </a:cubicBezTo>
                    <a:cubicBezTo>
                      <a:pt x="80" y="7"/>
                      <a:pt x="80" y="7"/>
                      <a:pt x="80" y="7"/>
                    </a:cubicBezTo>
                    <a:cubicBezTo>
                      <a:pt x="83" y="2"/>
                      <a:pt x="90" y="0"/>
                      <a:pt x="94" y="3"/>
                    </a:cubicBezTo>
                    <a:cubicBezTo>
                      <a:pt x="99" y="6"/>
                      <a:pt x="101" y="13"/>
                      <a:pt x="98" y="18"/>
                    </a:cubicBezTo>
                    <a:cubicBezTo>
                      <a:pt x="46" y="100"/>
                      <a:pt x="46" y="100"/>
                      <a:pt x="46" y="100"/>
                    </a:cubicBezTo>
                    <a:cubicBezTo>
                      <a:pt x="44" y="103"/>
                      <a:pt x="41" y="105"/>
                      <a:pt x="38" y="105"/>
                    </a:cubicBezTo>
                    <a:cubicBezTo>
                      <a:pt x="38" y="105"/>
                      <a:pt x="38" y="105"/>
                      <a:pt x="38" y="105"/>
                    </a:cubicBezTo>
                    <a:close/>
                  </a:path>
                </a:pathLst>
              </a:custGeom>
              <a:ln>
                <a:solidFill>
                  <a:schemeClr val="accent3"/>
                </a:solidFill>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i="0" u="none" strike="noStrike" kern="0" normalizeH="0" baseline="0" noProof="0">
                  <a:solidFill>
                    <a:prstClr val="black"/>
                  </a:solidFill>
                  <a:uLnTx/>
                  <a:uFillTx/>
                </a:endParaRPr>
              </a:p>
            </p:txBody>
          </p:sp>
        </p:grpSp>
      </p:grpSp>
      <p:sp>
        <p:nvSpPr>
          <p:cNvPr id="78" name="Freeform 145">
            <a:extLst>
              <a:ext uri="{FF2B5EF4-FFF2-40B4-BE49-F238E27FC236}">
                <a16:creationId xmlns:a16="http://schemas.microsoft.com/office/drawing/2014/main" id="{76BCF87D-EF34-E870-D737-1D672687BDEE}"/>
              </a:ext>
            </a:extLst>
          </p:cNvPr>
          <p:cNvSpPr>
            <a:spLocks noChangeAspect="1" noEditPoints="1"/>
          </p:cNvSpPr>
          <p:nvPr/>
        </p:nvSpPr>
        <p:spPr bwMode="auto">
          <a:xfrm>
            <a:off x="5146153" y="2160859"/>
            <a:ext cx="768595" cy="696256"/>
          </a:xfrm>
          <a:custGeom>
            <a:avLst/>
            <a:gdLst>
              <a:gd name="T0" fmla="*/ 111 w 147"/>
              <a:gd name="T1" fmla="*/ 38 h 125"/>
              <a:gd name="T2" fmla="*/ 116 w 147"/>
              <a:gd name="T3" fmla="*/ 38 h 125"/>
              <a:gd name="T4" fmla="*/ 116 w 147"/>
              <a:gd name="T5" fmla="*/ 53 h 125"/>
              <a:gd name="T6" fmla="*/ 147 w 147"/>
              <a:gd name="T7" fmla="*/ 26 h 125"/>
              <a:gd name="T8" fmla="*/ 116 w 147"/>
              <a:gd name="T9" fmla="*/ 0 h 125"/>
              <a:gd name="T10" fmla="*/ 116 w 147"/>
              <a:gd name="T11" fmla="*/ 17 h 125"/>
              <a:gd name="T12" fmla="*/ 111 w 147"/>
              <a:gd name="T13" fmla="*/ 17 h 125"/>
              <a:gd name="T14" fmla="*/ 55 w 147"/>
              <a:gd name="T15" fmla="*/ 55 h 125"/>
              <a:gd name="T16" fmla="*/ 15 w 147"/>
              <a:gd name="T17" fmla="*/ 85 h 125"/>
              <a:gd name="T18" fmla="*/ 0 w 147"/>
              <a:gd name="T19" fmla="*/ 85 h 125"/>
              <a:gd name="T20" fmla="*/ 0 w 147"/>
              <a:gd name="T21" fmla="*/ 106 h 125"/>
              <a:gd name="T22" fmla="*/ 15 w 147"/>
              <a:gd name="T23" fmla="*/ 106 h 125"/>
              <a:gd name="T24" fmla="*/ 71 w 147"/>
              <a:gd name="T25" fmla="*/ 68 h 125"/>
              <a:gd name="T26" fmla="*/ 111 w 147"/>
              <a:gd name="T27" fmla="*/ 38 h 125"/>
              <a:gd name="T28" fmla="*/ 40 w 147"/>
              <a:gd name="T29" fmla="*/ 51 h 125"/>
              <a:gd name="T30" fmla="*/ 43 w 147"/>
              <a:gd name="T31" fmla="*/ 46 h 125"/>
              <a:gd name="T32" fmla="*/ 52 w 147"/>
              <a:gd name="T33" fmla="*/ 35 h 125"/>
              <a:gd name="T34" fmla="*/ 15 w 147"/>
              <a:gd name="T35" fmla="*/ 19 h 125"/>
              <a:gd name="T36" fmla="*/ 0 w 147"/>
              <a:gd name="T37" fmla="*/ 19 h 125"/>
              <a:gd name="T38" fmla="*/ 0 w 147"/>
              <a:gd name="T39" fmla="*/ 39 h 125"/>
              <a:gd name="T40" fmla="*/ 15 w 147"/>
              <a:gd name="T41" fmla="*/ 39 h 125"/>
              <a:gd name="T42" fmla="*/ 40 w 147"/>
              <a:gd name="T43" fmla="*/ 51 h 125"/>
              <a:gd name="T44" fmla="*/ 116 w 147"/>
              <a:gd name="T45" fmla="*/ 87 h 125"/>
              <a:gd name="T46" fmla="*/ 111 w 147"/>
              <a:gd name="T47" fmla="*/ 87 h 125"/>
              <a:gd name="T48" fmla="*/ 85 w 147"/>
              <a:gd name="T49" fmla="*/ 74 h 125"/>
              <a:gd name="T50" fmla="*/ 83 w 147"/>
              <a:gd name="T51" fmla="*/ 77 h 125"/>
              <a:gd name="T52" fmla="*/ 72 w 147"/>
              <a:gd name="T53" fmla="*/ 90 h 125"/>
              <a:gd name="T54" fmla="*/ 111 w 147"/>
              <a:gd name="T55" fmla="*/ 107 h 125"/>
              <a:gd name="T56" fmla="*/ 116 w 147"/>
              <a:gd name="T57" fmla="*/ 107 h 125"/>
              <a:gd name="T58" fmla="*/ 116 w 147"/>
              <a:gd name="T59" fmla="*/ 125 h 125"/>
              <a:gd name="T60" fmla="*/ 147 w 147"/>
              <a:gd name="T61" fmla="*/ 98 h 125"/>
              <a:gd name="T62" fmla="*/ 116 w 147"/>
              <a:gd name="T63" fmla="*/ 72 h 125"/>
              <a:gd name="T64" fmla="*/ 116 w 147"/>
              <a:gd name="T65" fmla="*/ 8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7" h="125">
                <a:moveTo>
                  <a:pt x="111" y="38"/>
                </a:moveTo>
                <a:cubicBezTo>
                  <a:pt x="116" y="38"/>
                  <a:pt x="116" y="38"/>
                  <a:pt x="116" y="38"/>
                </a:cubicBezTo>
                <a:cubicBezTo>
                  <a:pt x="116" y="53"/>
                  <a:pt x="116" y="53"/>
                  <a:pt x="116" y="53"/>
                </a:cubicBezTo>
                <a:cubicBezTo>
                  <a:pt x="147" y="26"/>
                  <a:pt x="147" y="26"/>
                  <a:pt x="147" y="26"/>
                </a:cubicBezTo>
                <a:cubicBezTo>
                  <a:pt x="116" y="0"/>
                  <a:pt x="116" y="0"/>
                  <a:pt x="116" y="0"/>
                </a:cubicBezTo>
                <a:cubicBezTo>
                  <a:pt x="116" y="17"/>
                  <a:pt x="116" y="17"/>
                  <a:pt x="116" y="17"/>
                </a:cubicBezTo>
                <a:cubicBezTo>
                  <a:pt x="111" y="17"/>
                  <a:pt x="111" y="17"/>
                  <a:pt x="111" y="17"/>
                </a:cubicBezTo>
                <a:cubicBezTo>
                  <a:pt x="84" y="17"/>
                  <a:pt x="68" y="37"/>
                  <a:pt x="55" y="55"/>
                </a:cubicBezTo>
                <a:cubicBezTo>
                  <a:pt x="43" y="71"/>
                  <a:pt x="32" y="85"/>
                  <a:pt x="15" y="85"/>
                </a:cubicBezTo>
                <a:cubicBezTo>
                  <a:pt x="0" y="85"/>
                  <a:pt x="0" y="85"/>
                  <a:pt x="0" y="85"/>
                </a:cubicBezTo>
                <a:cubicBezTo>
                  <a:pt x="0" y="106"/>
                  <a:pt x="0" y="106"/>
                  <a:pt x="0" y="106"/>
                </a:cubicBezTo>
                <a:cubicBezTo>
                  <a:pt x="15" y="106"/>
                  <a:pt x="15" y="106"/>
                  <a:pt x="15" y="106"/>
                </a:cubicBezTo>
                <a:cubicBezTo>
                  <a:pt x="42" y="106"/>
                  <a:pt x="58" y="86"/>
                  <a:pt x="71" y="68"/>
                </a:cubicBezTo>
                <a:cubicBezTo>
                  <a:pt x="83" y="52"/>
                  <a:pt x="94" y="38"/>
                  <a:pt x="111" y="38"/>
                </a:cubicBezTo>
                <a:close/>
                <a:moveTo>
                  <a:pt x="40" y="51"/>
                </a:moveTo>
                <a:cubicBezTo>
                  <a:pt x="41" y="49"/>
                  <a:pt x="42" y="48"/>
                  <a:pt x="43" y="46"/>
                </a:cubicBezTo>
                <a:cubicBezTo>
                  <a:pt x="46" y="43"/>
                  <a:pt x="49" y="39"/>
                  <a:pt x="52" y="35"/>
                </a:cubicBezTo>
                <a:cubicBezTo>
                  <a:pt x="43" y="26"/>
                  <a:pt x="31" y="19"/>
                  <a:pt x="15" y="19"/>
                </a:cubicBezTo>
                <a:cubicBezTo>
                  <a:pt x="0" y="19"/>
                  <a:pt x="0" y="19"/>
                  <a:pt x="0" y="19"/>
                </a:cubicBezTo>
                <a:cubicBezTo>
                  <a:pt x="0" y="39"/>
                  <a:pt x="0" y="39"/>
                  <a:pt x="0" y="39"/>
                </a:cubicBezTo>
                <a:cubicBezTo>
                  <a:pt x="15" y="39"/>
                  <a:pt x="15" y="39"/>
                  <a:pt x="15" y="39"/>
                </a:cubicBezTo>
                <a:cubicBezTo>
                  <a:pt x="25" y="39"/>
                  <a:pt x="33" y="44"/>
                  <a:pt x="40" y="51"/>
                </a:cubicBezTo>
                <a:close/>
                <a:moveTo>
                  <a:pt x="116" y="87"/>
                </a:moveTo>
                <a:cubicBezTo>
                  <a:pt x="111" y="87"/>
                  <a:pt x="111" y="87"/>
                  <a:pt x="111" y="87"/>
                </a:cubicBezTo>
                <a:cubicBezTo>
                  <a:pt x="101" y="87"/>
                  <a:pt x="93" y="81"/>
                  <a:pt x="85" y="74"/>
                </a:cubicBezTo>
                <a:cubicBezTo>
                  <a:pt x="85" y="75"/>
                  <a:pt x="84" y="76"/>
                  <a:pt x="83" y="77"/>
                </a:cubicBezTo>
                <a:cubicBezTo>
                  <a:pt x="80" y="81"/>
                  <a:pt x="76" y="86"/>
                  <a:pt x="72" y="90"/>
                </a:cubicBezTo>
                <a:cubicBezTo>
                  <a:pt x="82" y="100"/>
                  <a:pt x="95" y="107"/>
                  <a:pt x="111" y="107"/>
                </a:cubicBezTo>
                <a:cubicBezTo>
                  <a:pt x="116" y="107"/>
                  <a:pt x="116" y="107"/>
                  <a:pt x="116" y="107"/>
                </a:cubicBezTo>
                <a:cubicBezTo>
                  <a:pt x="116" y="125"/>
                  <a:pt x="116" y="125"/>
                  <a:pt x="116" y="125"/>
                </a:cubicBezTo>
                <a:cubicBezTo>
                  <a:pt x="147" y="98"/>
                  <a:pt x="147" y="98"/>
                  <a:pt x="147" y="98"/>
                </a:cubicBezTo>
                <a:cubicBezTo>
                  <a:pt x="116" y="72"/>
                  <a:pt x="116" y="72"/>
                  <a:pt x="116" y="72"/>
                </a:cubicBezTo>
                <a:lnTo>
                  <a:pt x="116" y="87"/>
                </a:lnTo>
                <a:close/>
              </a:path>
            </a:pathLst>
          </a:custGeom>
          <a:solidFill>
            <a:schemeClr val="accent3"/>
          </a:solidFill>
          <a:ln>
            <a:solidFill>
              <a:schemeClr val="accent3"/>
            </a:solidFill>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endParaRPr>
          </a:p>
        </p:txBody>
      </p:sp>
      <p:sp>
        <p:nvSpPr>
          <p:cNvPr id="80" name="Oval 79">
            <a:extLst>
              <a:ext uri="{FF2B5EF4-FFF2-40B4-BE49-F238E27FC236}">
                <a16:creationId xmlns:a16="http://schemas.microsoft.com/office/drawing/2014/main" id="{DDFFFDBB-0054-54EF-7352-B4E3DEB8CBD6}"/>
              </a:ext>
            </a:extLst>
          </p:cNvPr>
          <p:cNvSpPr>
            <a:spLocks noChangeAspect="1"/>
          </p:cNvSpPr>
          <p:nvPr/>
        </p:nvSpPr>
        <p:spPr>
          <a:xfrm>
            <a:off x="5392904" y="1822622"/>
            <a:ext cx="232377" cy="218861"/>
          </a:xfrm>
          <a:prstGeom prst="ellipse">
            <a:avLst/>
          </a:prstGeom>
          <a:solidFill>
            <a:schemeClr val="tx1"/>
          </a:solidFill>
          <a:ln w="25400" cap="flat" cmpd="sng" algn="ctr">
            <a:solidFill>
              <a:schemeClr val="tx1"/>
            </a:solidFill>
            <a:prstDash val="solid"/>
          </a:ln>
          <a:effectLst/>
        </p:spPr>
        <p:txBody>
          <a:bodyPr lIns="45720" rIns="45720" rtlCol="0" anchor="ctr"/>
          <a:lstStyle/>
          <a:p>
            <a:pPr marL="0" marR="0" lvl="0" indent="0" algn="ctr" defTabSz="914400" eaLnBrk="1" fontAlgn="auto" latinLnBrk="0" hangingPunct="1">
              <a:lnSpc>
                <a:spcPct val="100000"/>
              </a:lnSpc>
              <a:spcBef>
                <a:spcPct val="20000"/>
              </a:spcBef>
              <a:spcAft>
                <a:spcPts val="0"/>
              </a:spcAft>
              <a:buClrTx/>
              <a:buSzTx/>
              <a:buFontTx/>
              <a:buNone/>
              <a:tabLst/>
              <a:defRPr/>
            </a:pPr>
            <a:r>
              <a:rPr kumimoji="0" lang="en-US" sz="1000" b="1" i="0" u="none" strike="noStrike" kern="0" cap="none" spc="0" normalizeH="0" baseline="0" noProof="0">
                <a:ln>
                  <a:noFill/>
                </a:ln>
                <a:solidFill>
                  <a:prstClr val="white"/>
                </a:solidFill>
                <a:effectLst/>
                <a:uLnTx/>
                <a:uFillTx/>
                <a:cs typeface="Arial" charset="0"/>
              </a:rPr>
              <a:t>4</a:t>
            </a:r>
          </a:p>
        </p:txBody>
      </p:sp>
      <p:sp>
        <p:nvSpPr>
          <p:cNvPr id="82" name="Oval 81">
            <a:extLst>
              <a:ext uri="{FF2B5EF4-FFF2-40B4-BE49-F238E27FC236}">
                <a16:creationId xmlns:a16="http://schemas.microsoft.com/office/drawing/2014/main" id="{08F7860F-E368-5586-B92A-F3DCC5479F41}"/>
              </a:ext>
            </a:extLst>
          </p:cNvPr>
          <p:cNvSpPr>
            <a:spLocks noChangeAspect="1"/>
          </p:cNvSpPr>
          <p:nvPr/>
        </p:nvSpPr>
        <p:spPr>
          <a:xfrm>
            <a:off x="4447213" y="2844352"/>
            <a:ext cx="230430" cy="217028"/>
          </a:xfrm>
          <a:prstGeom prst="ellipse">
            <a:avLst/>
          </a:prstGeom>
          <a:solidFill>
            <a:schemeClr val="tx1"/>
          </a:solidFill>
          <a:ln w="25400" cap="flat" cmpd="sng" algn="ctr">
            <a:solidFill>
              <a:schemeClr val="tx1"/>
            </a:solidFill>
            <a:prstDash val="solid"/>
          </a:ln>
          <a:effectLst/>
        </p:spPr>
        <p:txBody>
          <a:bodyPr lIns="45720" rIns="45720" rtlCol="0" anchor="ctr"/>
          <a:lstStyle/>
          <a:p>
            <a:pPr marL="0" marR="0" lvl="0" indent="0" algn="ctr" defTabSz="914400" eaLnBrk="1" fontAlgn="auto" latinLnBrk="0" hangingPunct="1">
              <a:lnSpc>
                <a:spcPct val="100000"/>
              </a:lnSpc>
              <a:spcBef>
                <a:spcPct val="20000"/>
              </a:spcBef>
              <a:spcAft>
                <a:spcPts val="0"/>
              </a:spcAft>
              <a:buClrTx/>
              <a:buSzTx/>
              <a:buFontTx/>
              <a:buNone/>
              <a:tabLst/>
              <a:defRPr/>
            </a:pPr>
            <a:r>
              <a:rPr kumimoji="0" lang="en-US" sz="1000" b="1" i="0" u="none" strike="noStrike" kern="0" cap="none" spc="0" normalizeH="0" baseline="0" noProof="0">
                <a:ln>
                  <a:noFill/>
                </a:ln>
                <a:solidFill>
                  <a:prstClr val="white"/>
                </a:solidFill>
                <a:effectLst/>
                <a:uLnTx/>
                <a:uFillTx/>
                <a:cs typeface="Arial" charset="0"/>
              </a:rPr>
              <a:t>3</a:t>
            </a:r>
          </a:p>
        </p:txBody>
      </p:sp>
      <p:sp>
        <p:nvSpPr>
          <p:cNvPr id="88" name="TextBox 87">
            <a:extLst>
              <a:ext uri="{FF2B5EF4-FFF2-40B4-BE49-F238E27FC236}">
                <a16:creationId xmlns:a16="http://schemas.microsoft.com/office/drawing/2014/main" id="{B52D31FC-C7FE-D257-D0D0-B626CDE9CFBF}"/>
              </a:ext>
            </a:extLst>
          </p:cNvPr>
          <p:cNvSpPr txBox="1"/>
          <p:nvPr/>
        </p:nvSpPr>
        <p:spPr>
          <a:xfrm>
            <a:off x="5106958" y="2878414"/>
            <a:ext cx="769261" cy="246221"/>
          </a:xfrm>
          <a:prstGeom prst="rect">
            <a:avLst/>
          </a:prstGeom>
          <a:noFill/>
        </p:spPr>
        <p:txBody>
          <a:bodyPr wrap="square" lIns="0" tIns="0" rIns="0" bIns="0" rtlCol="0">
            <a:spAutoFit/>
          </a:bodyPr>
          <a:lstStyle/>
          <a:p>
            <a:pPr algn="ctr" defTabSz="914400">
              <a:spcBef>
                <a:spcPts val="600"/>
              </a:spcBef>
              <a:buSzPct val="100000"/>
            </a:pPr>
            <a:r>
              <a:rPr lang="en-US" sz="800"/>
              <a:t>Mapping unified data</a:t>
            </a:r>
          </a:p>
        </p:txBody>
      </p:sp>
      <p:sp>
        <p:nvSpPr>
          <p:cNvPr id="90" name="TextBox 89">
            <a:extLst>
              <a:ext uri="{FF2B5EF4-FFF2-40B4-BE49-F238E27FC236}">
                <a16:creationId xmlns:a16="http://schemas.microsoft.com/office/drawing/2014/main" id="{FDAE5004-A043-FBF9-71C6-994BFF576AC5}"/>
              </a:ext>
            </a:extLst>
          </p:cNvPr>
          <p:cNvSpPr txBox="1"/>
          <p:nvPr/>
        </p:nvSpPr>
        <p:spPr>
          <a:xfrm>
            <a:off x="7113306" y="3616997"/>
            <a:ext cx="643450" cy="246221"/>
          </a:xfrm>
          <a:prstGeom prst="rect">
            <a:avLst/>
          </a:prstGeom>
          <a:noFill/>
        </p:spPr>
        <p:txBody>
          <a:bodyPr wrap="square" lIns="0" tIns="0" rIns="0" bIns="0" rtlCol="0">
            <a:spAutoFit/>
          </a:bodyPr>
          <a:lstStyle/>
          <a:p>
            <a:pPr algn="ctr" defTabSz="914400">
              <a:spcBef>
                <a:spcPts val="600"/>
              </a:spcBef>
              <a:buSzPct val="100000"/>
            </a:pPr>
            <a:r>
              <a:rPr lang="en-US" sz="800"/>
              <a:t>Integration Service</a:t>
            </a:r>
          </a:p>
        </p:txBody>
      </p:sp>
      <p:sp>
        <p:nvSpPr>
          <p:cNvPr id="93" name="Oval 92">
            <a:extLst>
              <a:ext uri="{FF2B5EF4-FFF2-40B4-BE49-F238E27FC236}">
                <a16:creationId xmlns:a16="http://schemas.microsoft.com/office/drawing/2014/main" id="{D7B1E6B2-8AC4-6737-4D83-73CD9FD8D9D6}"/>
              </a:ext>
            </a:extLst>
          </p:cNvPr>
          <p:cNvSpPr>
            <a:spLocks noChangeAspect="1"/>
          </p:cNvSpPr>
          <p:nvPr/>
        </p:nvSpPr>
        <p:spPr>
          <a:xfrm>
            <a:off x="3758193" y="2848846"/>
            <a:ext cx="230430" cy="217028"/>
          </a:xfrm>
          <a:prstGeom prst="ellipse">
            <a:avLst/>
          </a:prstGeom>
          <a:solidFill>
            <a:schemeClr val="tx1"/>
          </a:solidFill>
          <a:ln w="25400" cap="flat" cmpd="sng" algn="ctr">
            <a:solidFill>
              <a:schemeClr val="tx1"/>
            </a:solidFill>
            <a:prstDash val="solid"/>
          </a:ln>
          <a:effectLst/>
        </p:spPr>
        <p:txBody>
          <a:bodyPr lIns="45720" rIns="45720" rtlCol="0" anchor="ctr"/>
          <a:lstStyle/>
          <a:p>
            <a:pPr marL="0" marR="0" lvl="0" indent="0" algn="ctr" defTabSz="914400" eaLnBrk="1" fontAlgn="auto" latinLnBrk="0" hangingPunct="1">
              <a:lnSpc>
                <a:spcPct val="100000"/>
              </a:lnSpc>
              <a:spcBef>
                <a:spcPct val="20000"/>
              </a:spcBef>
              <a:spcAft>
                <a:spcPts val="0"/>
              </a:spcAft>
              <a:buClrTx/>
              <a:buSzTx/>
              <a:buFontTx/>
              <a:buNone/>
              <a:tabLst/>
              <a:defRPr/>
            </a:pPr>
            <a:r>
              <a:rPr kumimoji="0" lang="en-US" sz="1000" i="0" u="none" strike="noStrike" kern="0" cap="none" spc="0" normalizeH="0" baseline="0" noProof="0">
                <a:ln>
                  <a:noFill/>
                </a:ln>
                <a:solidFill>
                  <a:prstClr val="white"/>
                </a:solidFill>
                <a:effectLst/>
                <a:uLnTx/>
                <a:uFillTx/>
                <a:cs typeface="Arial" charset="0"/>
              </a:rPr>
              <a:t>2</a:t>
            </a:r>
          </a:p>
        </p:txBody>
      </p:sp>
      <p:grpSp>
        <p:nvGrpSpPr>
          <p:cNvPr id="96" name="Group 95">
            <a:extLst>
              <a:ext uri="{FF2B5EF4-FFF2-40B4-BE49-F238E27FC236}">
                <a16:creationId xmlns:a16="http://schemas.microsoft.com/office/drawing/2014/main" id="{B73171FB-A612-18E7-2119-D19FFFFBD30B}"/>
              </a:ext>
            </a:extLst>
          </p:cNvPr>
          <p:cNvGrpSpPr/>
          <p:nvPr/>
        </p:nvGrpSpPr>
        <p:grpSpPr>
          <a:xfrm>
            <a:off x="6059608" y="2132482"/>
            <a:ext cx="769262" cy="724633"/>
            <a:chOff x="6015820" y="2257129"/>
            <a:chExt cx="476764" cy="659032"/>
          </a:xfrm>
        </p:grpSpPr>
        <p:sp>
          <p:nvSpPr>
            <p:cNvPr id="98" name="Rectangle 97">
              <a:extLst>
                <a:ext uri="{FF2B5EF4-FFF2-40B4-BE49-F238E27FC236}">
                  <a16:creationId xmlns:a16="http://schemas.microsoft.com/office/drawing/2014/main" id="{F76360C2-D10B-E26A-C9D8-01893A49ACAD}"/>
                </a:ext>
              </a:extLst>
            </p:cNvPr>
            <p:cNvSpPr/>
            <p:nvPr/>
          </p:nvSpPr>
          <p:spPr bwMode="gray">
            <a:xfrm>
              <a:off x="6015820" y="2257129"/>
              <a:ext cx="476764" cy="659032"/>
            </a:xfrm>
            <a:prstGeom prst="rect">
              <a:avLst/>
            </a:prstGeom>
            <a:ln>
              <a:solidFill>
                <a:schemeClr val="accent3"/>
              </a:solidFill>
              <a:headEnd/>
              <a:tailEnd/>
            </a:ln>
          </p:spPr>
          <p:style>
            <a:lnRef idx="2">
              <a:schemeClr val="accent6"/>
            </a:lnRef>
            <a:fillRef idx="1">
              <a:schemeClr val="lt1"/>
            </a:fillRef>
            <a:effectRef idx="0">
              <a:schemeClr val="accent6"/>
            </a:effectRef>
            <a:fontRef idx="minor">
              <a:schemeClr val="dk1"/>
            </a:fontRef>
          </p:style>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000" b="1" i="0" u="none" strike="noStrike" kern="0" cap="none" spc="0" normalizeH="0" baseline="0" noProof="0">
                <a:ln>
                  <a:noFill/>
                </a:ln>
                <a:solidFill>
                  <a:prstClr val="white"/>
                </a:solidFill>
                <a:effectLst/>
                <a:uLnTx/>
                <a:uFillTx/>
              </a:endParaRPr>
            </a:p>
          </p:txBody>
        </p:sp>
        <p:grpSp>
          <p:nvGrpSpPr>
            <p:cNvPr id="100" name="Group 99">
              <a:extLst>
                <a:ext uri="{FF2B5EF4-FFF2-40B4-BE49-F238E27FC236}">
                  <a16:creationId xmlns:a16="http://schemas.microsoft.com/office/drawing/2014/main" id="{FAB259D9-26B6-F37F-66C8-642C9B0AA553}"/>
                </a:ext>
              </a:extLst>
            </p:cNvPr>
            <p:cNvGrpSpPr/>
            <p:nvPr/>
          </p:nvGrpSpPr>
          <p:grpSpPr>
            <a:xfrm>
              <a:off x="6102931" y="2384573"/>
              <a:ext cx="305102" cy="360712"/>
              <a:chOff x="9520341" y="3925879"/>
              <a:chExt cx="1173867" cy="1181122"/>
            </a:xfrm>
            <a:solidFill>
              <a:schemeClr val="bg1"/>
            </a:solidFill>
          </p:grpSpPr>
          <p:sp>
            <p:nvSpPr>
              <p:cNvPr id="102" name="Rectangle 5">
                <a:extLst>
                  <a:ext uri="{FF2B5EF4-FFF2-40B4-BE49-F238E27FC236}">
                    <a16:creationId xmlns:a16="http://schemas.microsoft.com/office/drawing/2014/main" id="{39329147-1162-94B4-1478-81D56224AE2C}"/>
                  </a:ext>
                </a:extLst>
              </p:cNvPr>
              <p:cNvSpPr>
                <a:spLocks noChangeArrowheads="1"/>
              </p:cNvSpPr>
              <p:nvPr/>
            </p:nvSpPr>
            <p:spPr bwMode="gray">
              <a:xfrm rot="13486273">
                <a:off x="10016586" y="3925879"/>
                <a:ext cx="181377" cy="1173867"/>
              </a:xfrm>
              <a:prstGeom prst="rect">
                <a:avLst/>
              </a:prstGeom>
              <a:ln>
                <a:solidFill>
                  <a:schemeClr val="accent3"/>
                </a:solidFill>
                <a:headEnd/>
                <a:tailEnd/>
              </a:ln>
            </p:spPr>
            <p:style>
              <a:lnRef idx="2">
                <a:schemeClr val="accent5"/>
              </a:lnRef>
              <a:fillRef idx="1">
                <a:schemeClr val="lt1"/>
              </a:fillRef>
              <a:effectRef idx="0">
                <a:schemeClr val="accent5"/>
              </a:effectRef>
              <a:fontRef idx="minor">
                <a:schemeClr val="dk1"/>
              </a:fontRef>
            </p:style>
            <p:txBody>
              <a:bodyPr rot="10800000" wrap="none" lIns="45720" rIns="45720" anchor="ctr"/>
              <a:lstStyle/>
              <a:p>
                <a:pPr>
                  <a:spcBef>
                    <a:spcPct val="50000"/>
                  </a:spcBef>
                </a:pPr>
                <a:endParaRPr lang="en-US" sz="1800">
                  <a:solidFill>
                    <a:srgbClr val="000000"/>
                  </a:solidFill>
                </a:endParaRPr>
              </a:p>
            </p:txBody>
          </p:sp>
          <p:sp>
            <p:nvSpPr>
              <p:cNvPr id="103" name="Rectangle 6">
                <a:extLst>
                  <a:ext uri="{FF2B5EF4-FFF2-40B4-BE49-F238E27FC236}">
                    <a16:creationId xmlns:a16="http://schemas.microsoft.com/office/drawing/2014/main" id="{2BE1E441-DD34-D5D4-481F-7CACDAAD922C}"/>
                  </a:ext>
                </a:extLst>
              </p:cNvPr>
              <p:cNvSpPr>
                <a:spLocks noChangeArrowheads="1"/>
              </p:cNvSpPr>
              <p:nvPr/>
            </p:nvSpPr>
            <p:spPr bwMode="gray">
              <a:xfrm rot="18903012">
                <a:off x="10016586" y="3925879"/>
                <a:ext cx="181377" cy="1173867"/>
              </a:xfrm>
              <a:prstGeom prst="rect">
                <a:avLst/>
              </a:prstGeom>
              <a:ln>
                <a:solidFill>
                  <a:schemeClr val="accent3"/>
                </a:solidFill>
                <a:headEnd/>
                <a:tailEnd/>
              </a:ln>
            </p:spPr>
            <p:style>
              <a:lnRef idx="2">
                <a:schemeClr val="accent5"/>
              </a:lnRef>
              <a:fillRef idx="1">
                <a:schemeClr val="lt1"/>
              </a:fillRef>
              <a:effectRef idx="0">
                <a:schemeClr val="accent5"/>
              </a:effectRef>
              <a:fontRef idx="minor">
                <a:schemeClr val="dk1"/>
              </a:fontRef>
            </p:style>
            <p:txBody>
              <a:bodyPr wrap="none" lIns="45720" rIns="45720" anchor="ctr"/>
              <a:lstStyle/>
              <a:p>
                <a:pPr>
                  <a:spcBef>
                    <a:spcPct val="50000"/>
                  </a:spcBef>
                </a:pPr>
                <a:endParaRPr lang="en-US" sz="1800">
                  <a:solidFill>
                    <a:srgbClr val="000000"/>
                  </a:solidFill>
                </a:endParaRPr>
              </a:p>
            </p:txBody>
          </p:sp>
          <p:sp>
            <p:nvSpPr>
              <p:cNvPr id="104" name="Rectangle 7">
                <a:extLst>
                  <a:ext uri="{FF2B5EF4-FFF2-40B4-BE49-F238E27FC236}">
                    <a16:creationId xmlns:a16="http://schemas.microsoft.com/office/drawing/2014/main" id="{22DA4529-9365-8BEC-81BC-6FCF5A2F8720}"/>
                  </a:ext>
                </a:extLst>
              </p:cNvPr>
              <p:cNvSpPr>
                <a:spLocks noChangeArrowheads="1"/>
              </p:cNvSpPr>
              <p:nvPr/>
            </p:nvSpPr>
            <p:spPr bwMode="gray">
              <a:xfrm rot="16200000">
                <a:off x="10016586" y="3933133"/>
                <a:ext cx="181377" cy="1173867"/>
              </a:xfrm>
              <a:prstGeom prst="rect">
                <a:avLst/>
              </a:prstGeom>
              <a:ln>
                <a:solidFill>
                  <a:schemeClr val="accent3"/>
                </a:solidFill>
                <a:headEnd/>
                <a:tailEnd/>
              </a:ln>
            </p:spPr>
            <p:style>
              <a:lnRef idx="2">
                <a:schemeClr val="accent5"/>
              </a:lnRef>
              <a:fillRef idx="1">
                <a:schemeClr val="lt1"/>
              </a:fillRef>
              <a:effectRef idx="0">
                <a:schemeClr val="accent5"/>
              </a:effectRef>
              <a:fontRef idx="minor">
                <a:schemeClr val="dk1"/>
              </a:fontRef>
            </p:style>
            <p:txBody>
              <a:bodyPr vert="eaVert" wrap="none" lIns="45720" rIns="45720" anchor="ctr"/>
              <a:lstStyle/>
              <a:p>
                <a:pPr>
                  <a:spcBef>
                    <a:spcPct val="50000"/>
                  </a:spcBef>
                </a:pPr>
                <a:endParaRPr lang="en-US" sz="1800">
                  <a:solidFill>
                    <a:srgbClr val="000000"/>
                  </a:solidFill>
                </a:endParaRPr>
              </a:p>
            </p:txBody>
          </p:sp>
          <p:sp>
            <p:nvSpPr>
              <p:cNvPr id="105" name="Rectangle 8">
                <a:extLst>
                  <a:ext uri="{FF2B5EF4-FFF2-40B4-BE49-F238E27FC236}">
                    <a16:creationId xmlns:a16="http://schemas.microsoft.com/office/drawing/2014/main" id="{9E4790F1-1C2E-D165-01D0-447450B916F4}"/>
                  </a:ext>
                </a:extLst>
              </p:cNvPr>
              <p:cNvSpPr>
                <a:spLocks noChangeArrowheads="1"/>
              </p:cNvSpPr>
              <p:nvPr/>
            </p:nvSpPr>
            <p:spPr bwMode="gray">
              <a:xfrm>
                <a:off x="10018038" y="3933134"/>
                <a:ext cx="181377" cy="1173867"/>
              </a:xfrm>
              <a:prstGeom prst="rect">
                <a:avLst/>
              </a:prstGeom>
              <a:ln>
                <a:solidFill>
                  <a:schemeClr val="accent3"/>
                </a:solidFill>
                <a:headEnd/>
                <a:tailEnd/>
              </a:ln>
            </p:spPr>
            <p:style>
              <a:lnRef idx="2">
                <a:schemeClr val="accent5"/>
              </a:lnRef>
              <a:fillRef idx="1">
                <a:schemeClr val="lt1"/>
              </a:fillRef>
              <a:effectRef idx="0">
                <a:schemeClr val="accent5"/>
              </a:effectRef>
              <a:fontRef idx="minor">
                <a:schemeClr val="dk1"/>
              </a:fontRef>
            </p:style>
            <p:txBody>
              <a:bodyPr wrap="none" lIns="45720" rIns="45720" anchor="ctr"/>
              <a:lstStyle/>
              <a:p>
                <a:pPr>
                  <a:spcBef>
                    <a:spcPct val="50000"/>
                  </a:spcBef>
                </a:pPr>
                <a:endParaRPr lang="en-US" sz="1800">
                  <a:solidFill>
                    <a:srgbClr val="000000"/>
                  </a:solidFill>
                </a:endParaRPr>
              </a:p>
            </p:txBody>
          </p:sp>
          <p:sp>
            <p:nvSpPr>
              <p:cNvPr id="106" name="Oval 9">
                <a:extLst>
                  <a:ext uri="{FF2B5EF4-FFF2-40B4-BE49-F238E27FC236}">
                    <a16:creationId xmlns:a16="http://schemas.microsoft.com/office/drawing/2014/main" id="{54AB4D8B-3B45-548B-551B-9D884515FFCE}"/>
                  </a:ext>
                </a:extLst>
              </p:cNvPr>
              <p:cNvSpPr>
                <a:spLocks noChangeArrowheads="1"/>
              </p:cNvSpPr>
              <p:nvPr/>
            </p:nvSpPr>
            <p:spPr bwMode="gray">
              <a:xfrm>
                <a:off x="9672698" y="4084039"/>
                <a:ext cx="872057" cy="872057"/>
              </a:xfrm>
              <a:prstGeom prst="ellipse">
                <a:avLst/>
              </a:prstGeom>
              <a:ln>
                <a:solidFill>
                  <a:schemeClr val="accent3"/>
                </a:solidFill>
                <a:headEnd/>
                <a:tailEnd/>
              </a:ln>
            </p:spPr>
            <p:style>
              <a:lnRef idx="2">
                <a:schemeClr val="accent5"/>
              </a:lnRef>
              <a:fillRef idx="1">
                <a:schemeClr val="lt1"/>
              </a:fillRef>
              <a:effectRef idx="0">
                <a:schemeClr val="accent5"/>
              </a:effectRef>
              <a:fontRef idx="minor">
                <a:schemeClr val="dk1"/>
              </a:fontRef>
            </p:style>
            <p:txBody>
              <a:bodyPr wrap="none" lIns="45720" rIns="45720" anchor="ctr"/>
              <a:lstStyle/>
              <a:p>
                <a:pPr>
                  <a:spcBef>
                    <a:spcPct val="50000"/>
                  </a:spcBef>
                </a:pPr>
                <a:endParaRPr lang="en-US" sz="1800">
                  <a:solidFill>
                    <a:srgbClr val="000000"/>
                  </a:solidFill>
                </a:endParaRPr>
              </a:p>
            </p:txBody>
          </p:sp>
          <p:sp>
            <p:nvSpPr>
              <p:cNvPr id="107" name="Oval 10">
                <a:extLst>
                  <a:ext uri="{FF2B5EF4-FFF2-40B4-BE49-F238E27FC236}">
                    <a16:creationId xmlns:a16="http://schemas.microsoft.com/office/drawing/2014/main" id="{12924BC9-32F7-8066-08DA-ABDA0716D6A4}"/>
                  </a:ext>
                </a:extLst>
              </p:cNvPr>
              <p:cNvSpPr>
                <a:spLocks noChangeArrowheads="1"/>
              </p:cNvSpPr>
              <p:nvPr/>
            </p:nvSpPr>
            <p:spPr bwMode="gray">
              <a:xfrm>
                <a:off x="9975958" y="4387300"/>
                <a:ext cx="265535" cy="265535"/>
              </a:xfrm>
              <a:prstGeom prst="ellipse">
                <a:avLst/>
              </a:prstGeom>
              <a:ln>
                <a:solidFill>
                  <a:schemeClr val="accent3"/>
                </a:solidFill>
                <a:headEnd/>
                <a:tailEnd/>
              </a:ln>
            </p:spPr>
            <p:style>
              <a:lnRef idx="2">
                <a:schemeClr val="accent5"/>
              </a:lnRef>
              <a:fillRef idx="1">
                <a:schemeClr val="lt1"/>
              </a:fillRef>
              <a:effectRef idx="0">
                <a:schemeClr val="accent5"/>
              </a:effectRef>
              <a:fontRef idx="minor">
                <a:schemeClr val="dk1"/>
              </a:fontRef>
            </p:style>
            <p:txBody>
              <a:bodyPr wrap="none" lIns="45720" rIns="45720" anchor="ctr"/>
              <a:lstStyle/>
              <a:p>
                <a:pPr>
                  <a:spcBef>
                    <a:spcPct val="50000"/>
                  </a:spcBef>
                </a:pPr>
                <a:endParaRPr lang="en-US" sz="1800">
                  <a:solidFill>
                    <a:srgbClr val="000000"/>
                  </a:solidFill>
                </a:endParaRPr>
              </a:p>
            </p:txBody>
          </p:sp>
        </p:grpSp>
      </p:grpSp>
      <p:sp>
        <p:nvSpPr>
          <p:cNvPr id="108" name="TextBox 107">
            <a:extLst>
              <a:ext uri="{FF2B5EF4-FFF2-40B4-BE49-F238E27FC236}">
                <a16:creationId xmlns:a16="http://schemas.microsoft.com/office/drawing/2014/main" id="{F6C15AB4-3289-6674-AC05-7791677AD655}"/>
              </a:ext>
            </a:extLst>
          </p:cNvPr>
          <p:cNvSpPr txBox="1"/>
          <p:nvPr/>
        </p:nvSpPr>
        <p:spPr>
          <a:xfrm>
            <a:off x="6004789" y="2893036"/>
            <a:ext cx="981296" cy="246221"/>
          </a:xfrm>
          <a:prstGeom prst="rect">
            <a:avLst/>
          </a:prstGeom>
          <a:noFill/>
        </p:spPr>
        <p:txBody>
          <a:bodyPr wrap="square" lIns="0" tIns="0" rIns="0" bIns="0" rtlCol="0">
            <a:spAutoFit/>
          </a:bodyPr>
          <a:lstStyle/>
          <a:p>
            <a:pPr algn="ctr" defTabSz="914400">
              <a:spcBef>
                <a:spcPts val="600"/>
              </a:spcBef>
              <a:buSzPct val="100000"/>
            </a:pPr>
            <a:r>
              <a:rPr lang="en-US" sz="800"/>
              <a:t>Generate output in Target format</a:t>
            </a:r>
          </a:p>
        </p:txBody>
      </p:sp>
      <p:grpSp>
        <p:nvGrpSpPr>
          <p:cNvPr id="109" name="Group 108">
            <a:extLst>
              <a:ext uri="{FF2B5EF4-FFF2-40B4-BE49-F238E27FC236}">
                <a16:creationId xmlns:a16="http://schemas.microsoft.com/office/drawing/2014/main" id="{488F9269-204D-B810-C2DF-C22CAD1A8CCC}"/>
              </a:ext>
            </a:extLst>
          </p:cNvPr>
          <p:cNvGrpSpPr/>
          <p:nvPr/>
        </p:nvGrpSpPr>
        <p:grpSpPr>
          <a:xfrm>
            <a:off x="7238795" y="3212664"/>
            <a:ext cx="399317" cy="362096"/>
            <a:chOff x="6842400" y="2204947"/>
            <a:chExt cx="523078" cy="707284"/>
          </a:xfrm>
        </p:grpSpPr>
        <p:sp>
          <p:nvSpPr>
            <p:cNvPr id="110" name="Rectangle 109">
              <a:extLst>
                <a:ext uri="{FF2B5EF4-FFF2-40B4-BE49-F238E27FC236}">
                  <a16:creationId xmlns:a16="http://schemas.microsoft.com/office/drawing/2014/main" id="{CDC541C6-52F8-95C6-26C8-430565B5FC4A}"/>
                </a:ext>
              </a:extLst>
            </p:cNvPr>
            <p:cNvSpPr/>
            <p:nvPr/>
          </p:nvSpPr>
          <p:spPr bwMode="gray">
            <a:xfrm>
              <a:off x="6842400" y="2204947"/>
              <a:ext cx="523078" cy="707284"/>
            </a:xfrm>
            <a:prstGeom prst="rect">
              <a:avLst/>
            </a:prstGeom>
            <a:ln>
              <a:solidFill>
                <a:schemeClr val="accent3"/>
              </a:solidFill>
              <a:headEnd/>
              <a:tailEnd/>
            </a:ln>
          </p:spPr>
          <p:style>
            <a:lnRef idx="2">
              <a:schemeClr val="accent6"/>
            </a:lnRef>
            <a:fillRef idx="1">
              <a:schemeClr val="lt1"/>
            </a:fillRef>
            <a:effectRef idx="0">
              <a:schemeClr val="accent6"/>
            </a:effectRef>
            <a:fontRef idx="minor">
              <a:schemeClr val="dk1"/>
            </a:fontRef>
          </p:style>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000" b="1" i="0" u="none" strike="noStrike" kern="0" cap="none" spc="0" normalizeH="0" baseline="0" noProof="0">
                <a:ln>
                  <a:noFill/>
                </a:ln>
                <a:solidFill>
                  <a:prstClr val="white"/>
                </a:solidFill>
                <a:effectLst/>
                <a:uLnTx/>
                <a:uFillTx/>
              </a:endParaRPr>
            </a:p>
          </p:txBody>
        </p:sp>
        <p:sp>
          <p:nvSpPr>
            <p:cNvPr id="111" name="Freeform 152">
              <a:extLst>
                <a:ext uri="{FF2B5EF4-FFF2-40B4-BE49-F238E27FC236}">
                  <a16:creationId xmlns:a16="http://schemas.microsoft.com/office/drawing/2014/main" id="{E4894433-802A-0062-FEC8-0852ADD3EB6D}"/>
                </a:ext>
              </a:extLst>
            </p:cNvPr>
            <p:cNvSpPr>
              <a:spLocks noChangeAspect="1" noEditPoints="1"/>
            </p:cNvSpPr>
            <p:nvPr/>
          </p:nvSpPr>
          <p:spPr bwMode="auto">
            <a:xfrm>
              <a:off x="6906184" y="2337074"/>
              <a:ext cx="373995" cy="417955"/>
            </a:xfrm>
            <a:custGeom>
              <a:avLst/>
              <a:gdLst>
                <a:gd name="T0" fmla="*/ 78 w 139"/>
                <a:gd name="T1" fmla="*/ 0 h 121"/>
                <a:gd name="T2" fmla="*/ 18 w 139"/>
                <a:gd name="T3" fmla="*/ 59 h 121"/>
                <a:gd name="T4" fmla="*/ 0 w 139"/>
                <a:gd name="T5" fmla="*/ 59 h 121"/>
                <a:gd name="T6" fmla="*/ 27 w 139"/>
                <a:gd name="T7" fmla="*/ 89 h 121"/>
                <a:gd name="T8" fmla="*/ 54 w 139"/>
                <a:gd name="T9" fmla="*/ 59 h 121"/>
                <a:gd name="T10" fmla="*/ 33 w 139"/>
                <a:gd name="T11" fmla="*/ 59 h 121"/>
                <a:gd name="T12" fmla="*/ 78 w 139"/>
                <a:gd name="T13" fmla="*/ 15 h 121"/>
                <a:gd name="T14" fmla="*/ 124 w 139"/>
                <a:gd name="T15" fmla="*/ 61 h 121"/>
                <a:gd name="T16" fmla="*/ 78 w 139"/>
                <a:gd name="T17" fmla="*/ 106 h 121"/>
                <a:gd name="T18" fmla="*/ 52 w 139"/>
                <a:gd name="T19" fmla="*/ 97 h 121"/>
                <a:gd name="T20" fmla="*/ 41 w 139"/>
                <a:gd name="T21" fmla="*/ 108 h 121"/>
                <a:gd name="T22" fmla="*/ 78 w 139"/>
                <a:gd name="T23" fmla="*/ 121 h 121"/>
                <a:gd name="T24" fmla="*/ 139 w 139"/>
                <a:gd name="T25" fmla="*/ 61 h 121"/>
                <a:gd name="T26" fmla="*/ 78 w 139"/>
                <a:gd name="T27" fmla="*/ 0 h 121"/>
                <a:gd name="T28" fmla="*/ 73 w 139"/>
                <a:gd name="T29" fmla="*/ 28 h 121"/>
                <a:gd name="T30" fmla="*/ 73 w 139"/>
                <a:gd name="T31" fmla="*/ 63 h 121"/>
                <a:gd name="T32" fmla="*/ 95 w 139"/>
                <a:gd name="T33" fmla="*/ 85 h 121"/>
                <a:gd name="T34" fmla="*/ 103 w 139"/>
                <a:gd name="T35" fmla="*/ 78 h 121"/>
                <a:gd name="T36" fmla="*/ 83 w 139"/>
                <a:gd name="T37" fmla="*/ 58 h 121"/>
                <a:gd name="T38" fmla="*/ 83 w 139"/>
                <a:gd name="T39" fmla="*/ 28 h 121"/>
                <a:gd name="T40" fmla="*/ 73 w 139"/>
                <a:gd name="T41" fmla="*/ 28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9" h="121">
                  <a:moveTo>
                    <a:pt x="78" y="0"/>
                  </a:moveTo>
                  <a:cubicBezTo>
                    <a:pt x="46" y="0"/>
                    <a:pt x="19" y="26"/>
                    <a:pt x="18" y="59"/>
                  </a:cubicBezTo>
                  <a:cubicBezTo>
                    <a:pt x="0" y="59"/>
                    <a:pt x="0" y="59"/>
                    <a:pt x="0" y="59"/>
                  </a:cubicBezTo>
                  <a:cubicBezTo>
                    <a:pt x="27" y="89"/>
                    <a:pt x="27" y="89"/>
                    <a:pt x="27" y="89"/>
                  </a:cubicBezTo>
                  <a:cubicBezTo>
                    <a:pt x="54" y="59"/>
                    <a:pt x="54" y="59"/>
                    <a:pt x="54" y="59"/>
                  </a:cubicBezTo>
                  <a:cubicBezTo>
                    <a:pt x="33" y="59"/>
                    <a:pt x="33" y="59"/>
                    <a:pt x="33" y="59"/>
                  </a:cubicBezTo>
                  <a:cubicBezTo>
                    <a:pt x="34" y="35"/>
                    <a:pt x="54" y="15"/>
                    <a:pt x="78" y="15"/>
                  </a:cubicBezTo>
                  <a:cubicBezTo>
                    <a:pt x="103" y="15"/>
                    <a:pt x="124" y="36"/>
                    <a:pt x="124" y="61"/>
                  </a:cubicBezTo>
                  <a:cubicBezTo>
                    <a:pt x="124" y="86"/>
                    <a:pt x="103" y="106"/>
                    <a:pt x="78" y="106"/>
                  </a:cubicBezTo>
                  <a:cubicBezTo>
                    <a:pt x="68" y="106"/>
                    <a:pt x="59" y="103"/>
                    <a:pt x="52" y="97"/>
                  </a:cubicBezTo>
                  <a:cubicBezTo>
                    <a:pt x="41" y="108"/>
                    <a:pt x="41" y="108"/>
                    <a:pt x="41" y="108"/>
                  </a:cubicBezTo>
                  <a:cubicBezTo>
                    <a:pt x="52" y="116"/>
                    <a:pt x="64" y="121"/>
                    <a:pt x="78" y="121"/>
                  </a:cubicBezTo>
                  <a:cubicBezTo>
                    <a:pt x="112" y="121"/>
                    <a:pt x="139" y="94"/>
                    <a:pt x="139" y="61"/>
                  </a:cubicBezTo>
                  <a:cubicBezTo>
                    <a:pt x="139" y="27"/>
                    <a:pt x="112" y="0"/>
                    <a:pt x="78" y="0"/>
                  </a:cubicBezTo>
                  <a:close/>
                  <a:moveTo>
                    <a:pt x="73" y="28"/>
                  </a:moveTo>
                  <a:cubicBezTo>
                    <a:pt x="73" y="63"/>
                    <a:pt x="73" y="63"/>
                    <a:pt x="73" y="63"/>
                  </a:cubicBezTo>
                  <a:cubicBezTo>
                    <a:pt x="95" y="85"/>
                    <a:pt x="95" y="85"/>
                    <a:pt x="95" y="85"/>
                  </a:cubicBezTo>
                  <a:cubicBezTo>
                    <a:pt x="103" y="78"/>
                    <a:pt x="103" y="78"/>
                    <a:pt x="103" y="78"/>
                  </a:cubicBezTo>
                  <a:cubicBezTo>
                    <a:pt x="83" y="58"/>
                    <a:pt x="83" y="58"/>
                    <a:pt x="83" y="58"/>
                  </a:cubicBezTo>
                  <a:cubicBezTo>
                    <a:pt x="83" y="28"/>
                    <a:pt x="83" y="28"/>
                    <a:pt x="83" y="28"/>
                  </a:cubicBezTo>
                  <a:lnTo>
                    <a:pt x="73" y="28"/>
                  </a:lnTo>
                  <a:close/>
                </a:path>
              </a:pathLst>
            </a:custGeom>
            <a:ln>
              <a:solidFill>
                <a:schemeClr val="accent3"/>
              </a:solidFill>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endParaRPr>
            </a:p>
          </p:txBody>
        </p:sp>
      </p:grpSp>
      <p:cxnSp>
        <p:nvCxnSpPr>
          <p:cNvPr id="112" name="Straight Arrow Connector 38">
            <a:extLst>
              <a:ext uri="{FF2B5EF4-FFF2-40B4-BE49-F238E27FC236}">
                <a16:creationId xmlns:a16="http://schemas.microsoft.com/office/drawing/2014/main" id="{927D6D6C-4AA7-2BD9-45EB-7B8826F7667C}"/>
              </a:ext>
            </a:extLst>
          </p:cNvPr>
          <p:cNvCxnSpPr>
            <a:cxnSpLocks/>
            <a:stCxn id="124" idx="1"/>
            <a:endCxn id="125" idx="3"/>
          </p:cNvCxnSpPr>
          <p:nvPr/>
        </p:nvCxnSpPr>
        <p:spPr>
          <a:xfrm rot="10800000">
            <a:off x="1381039" y="2136958"/>
            <a:ext cx="1772363" cy="1239684"/>
          </a:xfrm>
          <a:prstGeom prst="bentConnector3">
            <a:avLst>
              <a:gd name="adj1" fmla="val 50000"/>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13" name="Rectangle 112">
            <a:extLst>
              <a:ext uri="{FF2B5EF4-FFF2-40B4-BE49-F238E27FC236}">
                <a16:creationId xmlns:a16="http://schemas.microsoft.com/office/drawing/2014/main" id="{5F95AD69-6180-4675-0C77-94C10AAE1DF3}"/>
              </a:ext>
            </a:extLst>
          </p:cNvPr>
          <p:cNvSpPr/>
          <p:nvPr/>
        </p:nvSpPr>
        <p:spPr bwMode="auto">
          <a:xfrm>
            <a:off x="8620756" y="1240315"/>
            <a:ext cx="3332075" cy="228104"/>
          </a:xfrm>
          <a:prstGeom prst="rect">
            <a:avLst/>
          </a:prstGeom>
          <a:solidFill>
            <a:schemeClr val="tx1"/>
          </a:solidFill>
          <a:ln>
            <a:noFill/>
            <a:headEnd type="none" w="med" len="med"/>
            <a:tailEnd type="none" w="med" len="med"/>
          </a:ln>
        </p:spPr>
        <p:style>
          <a:lnRef idx="3">
            <a:schemeClr val="lt1"/>
          </a:lnRef>
          <a:fillRef idx="1">
            <a:schemeClr val="accent2"/>
          </a:fillRef>
          <a:effectRef idx="1">
            <a:schemeClr val="accent2"/>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kumimoji="0" lang="en-US" sz="1000" b="1" i="0" u="none" strike="noStrike" cap="none" normalizeH="0" baseline="0">
                <a:ln>
                  <a:noFill/>
                </a:ln>
                <a:solidFill>
                  <a:schemeClr val="bg1"/>
                </a:solidFill>
                <a:effectLst/>
              </a:rPr>
              <a:t>Downstream Systems</a:t>
            </a:r>
          </a:p>
        </p:txBody>
      </p:sp>
      <p:sp>
        <p:nvSpPr>
          <p:cNvPr id="114" name="Oval 113">
            <a:extLst>
              <a:ext uri="{FF2B5EF4-FFF2-40B4-BE49-F238E27FC236}">
                <a16:creationId xmlns:a16="http://schemas.microsoft.com/office/drawing/2014/main" id="{A1AB54C4-2773-6AAA-2A4F-372AF84F9740}"/>
              </a:ext>
            </a:extLst>
          </p:cNvPr>
          <p:cNvSpPr>
            <a:spLocks noChangeAspect="1"/>
          </p:cNvSpPr>
          <p:nvPr/>
        </p:nvSpPr>
        <p:spPr>
          <a:xfrm>
            <a:off x="6426751" y="1822622"/>
            <a:ext cx="232377" cy="218861"/>
          </a:xfrm>
          <a:prstGeom prst="ellipse">
            <a:avLst/>
          </a:prstGeom>
          <a:solidFill>
            <a:schemeClr val="tx1"/>
          </a:solidFill>
          <a:ln w="25400" cap="flat" cmpd="sng" algn="ctr">
            <a:solidFill>
              <a:schemeClr val="tx1"/>
            </a:solidFill>
            <a:prstDash val="solid"/>
          </a:ln>
          <a:effectLst/>
        </p:spPr>
        <p:txBody>
          <a:bodyPr lIns="45720" rIns="45720" rtlCol="0" anchor="ctr"/>
          <a:lstStyle/>
          <a:p>
            <a:pPr marL="0" marR="0" lvl="0" indent="0" algn="ctr" defTabSz="914400" eaLnBrk="1" fontAlgn="auto" latinLnBrk="0" hangingPunct="1">
              <a:lnSpc>
                <a:spcPct val="100000"/>
              </a:lnSpc>
              <a:spcBef>
                <a:spcPct val="20000"/>
              </a:spcBef>
              <a:spcAft>
                <a:spcPts val="0"/>
              </a:spcAft>
              <a:buClrTx/>
              <a:buSzTx/>
              <a:buFontTx/>
              <a:buNone/>
              <a:tabLst/>
              <a:defRPr/>
            </a:pPr>
            <a:r>
              <a:rPr kumimoji="0" lang="en-US" sz="1000" b="1" i="0" u="none" strike="noStrike" kern="0" cap="none" spc="0" normalizeH="0" baseline="0" noProof="0">
                <a:ln>
                  <a:noFill/>
                </a:ln>
                <a:solidFill>
                  <a:prstClr val="white"/>
                </a:solidFill>
                <a:effectLst/>
                <a:uLnTx/>
                <a:uFillTx/>
                <a:cs typeface="Arial" charset="0"/>
              </a:rPr>
              <a:t>5</a:t>
            </a:r>
          </a:p>
        </p:txBody>
      </p:sp>
      <p:grpSp>
        <p:nvGrpSpPr>
          <p:cNvPr id="115" name="Group 114">
            <a:extLst>
              <a:ext uri="{FF2B5EF4-FFF2-40B4-BE49-F238E27FC236}">
                <a16:creationId xmlns:a16="http://schemas.microsoft.com/office/drawing/2014/main" id="{E3AC45DA-5BB3-9E04-57C6-4D1EC91F0E6C}"/>
              </a:ext>
            </a:extLst>
          </p:cNvPr>
          <p:cNvGrpSpPr/>
          <p:nvPr/>
        </p:nvGrpSpPr>
        <p:grpSpPr>
          <a:xfrm>
            <a:off x="3672293" y="3169935"/>
            <a:ext cx="383858" cy="413412"/>
            <a:chOff x="3600453" y="2243514"/>
            <a:chExt cx="519323" cy="624876"/>
          </a:xfrm>
        </p:grpSpPr>
        <p:sp>
          <p:nvSpPr>
            <p:cNvPr id="116" name="Rectangle 115">
              <a:extLst>
                <a:ext uri="{FF2B5EF4-FFF2-40B4-BE49-F238E27FC236}">
                  <a16:creationId xmlns:a16="http://schemas.microsoft.com/office/drawing/2014/main" id="{973D31E2-A9D4-D4CA-E60B-E5D90B6B22F3}"/>
                </a:ext>
              </a:extLst>
            </p:cNvPr>
            <p:cNvSpPr/>
            <p:nvPr/>
          </p:nvSpPr>
          <p:spPr bwMode="gray">
            <a:xfrm>
              <a:off x="3600453" y="2243514"/>
              <a:ext cx="519323" cy="624876"/>
            </a:xfrm>
            <a:prstGeom prst="rect">
              <a:avLst/>
            </a:prstGeom>
            <a:ln>
              <a:solidFill>
                <a:schemeClr val="accent3"/>
              </a:solidFill>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en-US" sz="1000" kern="0">
                <a:solidFill>
                  <a:prstClr val="black"/>
                </a:solidFill>
              </a:endParaRPr>
            </a:p>
          </p:txBody>
        </p:sp>
        <p:sp>
          <p:nvSpPr>
            <p:cNvPr id="117" name="Oval 9">
              <a:extLst>
                <a:ext uri="{FF2B5EF4-FFF2-40B4-BE49-F238E27FC236}">
                  <a16:creationId xmlns:a16="http://schemas.microsoft.com/office/drawing/2014/main" id="{04C13B59-3C3B-D968-908A-98751C9B5224}"/>
                </a:ext>
              </a:extLst>
            </p:cNvPr>
            <p:cNvSpPr>
              <a:spLocks noChangeArrowheads="1"/>
            </p:cNvSpPr>
            <p:nvPr/>
          </p:nvSpPr>
          <p:spPr bwMode="gray">
            <a:xfrm>
              <a:off x="3763851" y="2416603"/>
              <a:ext cx="233715" cy="284107"/>
            </a:xfrm>
            <a:prstGeom prst="ellipse">
              <a:avLst/>
            </a:prstGeom>
            <a:solidFill>
              <a:schemeClr val="accent3"/>
            </a:solidFill>
            <a:ln w="9525">
              <a:solidFill>
                <a:schemeClr val="accent3"/>
              </a:solidFill>
              <a:round/>
              <a:headEnd/>
              <a:tailEnd/>
            </a:ln>
          </p:spPr>
          <p:txBody>
            <a:bodyPr wrap="none" lIns="34290" rIns="34290" anchor="ctr"/>
            <a:lstStyle/>
            <a:p>
              <a:pPr defTabSz="914378">
                <a:spcBef>
                  <a:spcPct val="50000"/>
                </a:spcBef>
              </a:pPr>
              <a:endParaRPr lang="en-US" sz="1350">
                <a:solidFill>
                  <a:srgbClr val="000000"/>
                </a:solidFill>
              </a:endParaRPr>
            </a:p>
          </p:txBody>
        </p:sp>
      </p:grpSp>
      <p:sp>
        <p:nvSpPr>
          <p:cNvPr id="118" name="TextBox 117">
            <a:extLst>
              <a:ext uri="{FF2B5EF4-FFF2-40B4-BE49-F238E27FC236}">
                <a16:creationId xmlns:a16="http://schemas.microsoft.com/office/drawing/2014/main" id="{A229F277-381F-280C-AEFA-F7D3061430B1}"/>
              </a:ext>
            </a:extLst>
          </p:cNvPr>
          <p:cNvSpPr txBox="1"/>
          <p:nvPr/>
        </p:nvSpPr>
        <p:spPr>
          <a:xfrm>
            <a:off x="3519811" y="3676695"/>
            <a:ext cx="684244" cy="246221"/>
          </a:xfrm>
          <a:prstGeom prst="rect">
            <a:avLst/>
          </a:prstGeom>
          <a:noFill/>
        </p:spPr>
        <p:txBody>
          <a:bodyPr wrap="square" lIns="0" tIns="0" rIns="0" bIns="0" rtlCol="0" anchor="t">
            <a:spAutoFit/>
          </a:bodyPr>
          <a:lstStyle/>
          <a:p>
            <a:pPr algn="ctr">
              <a:spcBef>
                <a:spcPts val="600"/>
              </a:spcBef>
              <a:buSzPct val="100000"/>
              <a:defRPr/>
            </a:pPr>
            <a:r>
              <a:rPr lang="en-US" sz="800" kern="0">
                <a:cs typeface="Segoe UI"/>
              </a:rPr>
              <a:t>PGP Decryption</a:t>
            </a:r>
          </a:p>
        </p:txBody>
      </p:sp>
      <p:sp>
        <p:nvSpPr>
          <p:cNvPr id="119" name="TextBox 118">
            <a:extLst>
              <a:ext uri="{FF2B5EF4-FFF2-40B4-BE49-F238E27FC236}">
                <a16:creationId xmlns:a16="http://schemas.microsoft.com/office/drawing/2014/main" id="{3D04BB3C-5296-5DFE-57DC-370D9E8CA9A7}"/>
              </a:ext>
            </a:extLst>
          </p:cNvPr>
          <p:cNvSpPr txBox="1"/>
          <p:nvPr/>
        </p:nvSpPr>
        <p:spPr>
          <a:xfrm>
            <a:off x="477899" y="1534980"/>
            <a:ext cx="2278909" cy="187882"/>
          </a:xfrm>
          <a:prstGeom prst="rect">
            <a:avLst/>
          </a:prstGeom>
          <a:solidFill>
            <a:schemeClr val="tx1"/>
          </a:solid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ctr">
            <a:spAutoFit/>
          </a:bodyPr>
          <a:lstStyle/>
          <a:p>
            <a:pPr lvl="0" algn="ctr" defTabSz="914400">
              <a:buSzPct val="100000"/>
              <a:defRPr/>
            </a:pPr>
            <a:r>
              <a:rPr lang="en-US" sz="1200" b="1" kern="0">
                <a:solidFill>
                  <a:schemeClr val="bg1"/>
                </a:solidFill>
              </a:rPr>
              <a:t>Source System</a:t>
            </a:r>
            <a:endParaRPr kumimoji="0" lang="en-US" sz="1200" b="1" i="0" u="none" strike="noStrike" kern="0" cap="none" spc="0" normalizeH="0" baseline="0" noProof="0">
              <a:ln>
                <a:noFill/>
              </a:ln>
              <a:solidFill>
                <a:schemeClr val="bg1"/>
              </a:solidFill>
              <a:effectLst/>
              <a:uLnTx/>
              <a:uFillTx/>
            </a:endParaRPr>
          </a:p>
        </p:txBody>
      </p:sp>
      <p:sp>
        <p:nvSpPr>
          <p:cNvPr id="120" name="TextBox 119">
            <a:extLst>
              <a:ext uri="{FF2B5EF4-FFF2-40B4-BE49-F238E27FC236}">
                <a16:creationId xmlns:a16="http://schemas.microsoft.com/office/drawing/2014/main" id="{E358503D-989F-6370-C0DF-6BEDAA8F1A71}"/>
              </a:ext>
            </a:extLst>
          </p:cNvPr>
          <p:cNvSpPr txBox="1"/>
          <p:nvPr/>
        </p:nvSpPr>
        <p:spPr>
          <a:xfrm>
            <a:off x="3359296" y="1515200"/>
            <a:ext cx="4748492" cy="215028"/>
          </a:xfrm>
          <a:prstGeom prst="rect">
            <a:avLst/>
          </a:prstGeom>
          <a:solidFill>
            <a:schemeClr val="tx1"/>
          </a:solid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ctr">
            <a:spAutoFit/>
          </a:bodyPr>
          <a:lstStyle/>
          <a:p>
            <a:pPr lvl="0" algn="ctr" defTabSz="914400">
              <a:buSzPct val="100000"/>
              <a:defRPr/>
            </a:pPr>
            <a:r>
              <a:rPr kumimoji="0" lang="en-US" sz="1400" b="1" i="0" u="none" strike="noStrike" kern="0" cap="none" spc="0" normalizeH="0" baseline="0" noProof="0">
                <a:ln>
                  <a:noFill/>
                </a:ln>
                <a:solidFill>
                  <a:schemeClr val="bg1"/>
                </a:solidFill>
                <a:effectLst/>
                <a:uLnTx/>
                <a:uFillTx/>
              </a:rPr>
              <a:t>Data Hub Ecosystem</a:t>
            </a:r>
          </a:p>
        </p:txBody>
      </p:sp>
      <p:sp>
        <p:nvSpPr>
          <p:cNvPr id="121" name="TextBox 120">
            <a:extLst>
              <a:ext uri="{FF2B5EF4-FFF2-40B4-BE49-F238E27FC236}">
                <a16:creationId xmlns:a16="http://schemas.microsoft.com/office/drawing/2014/main" id="{3B4F4EC3-A168-2B44-1EFA-AA00F705BAE9}"/>
              </a:ext>
            </a:extLst>
          </p:cNvPr>
          <p:cNvSpPr txBox="1"/>
          <p:nvPr/>
        </p:nvSpPr>
        <p:spPr>
          <a:xfrm>
            <a:off x="4571604" y="4283441"/>
            <a:ext cx="2557959" cy="153888"/>
          </a:xfrm>
          <a:prstGeom prst="rect">
            <a:avLst/>
          </a:prstGeom>
          <a:solidFill>
            <a:schemeClr val="accent3"/>
          </a:solidFill>
          <a:ln>
            <a:noFill/>
          </a:ln>
        </p:spPr>
        <p:txBody>
          <a:bodyPr wrap="square" lIns="0" tIns="0" rIns="0" bIns="0" rtlCol="0">
            <a:spAutoFit/>
          </a:bodyPr>
          <a:lstStyle/>
          <a:p>
            <a:pPr algn="ctr">
              <a:spcBef>
                <a:spcPts val="600"/>
              </a:spcBef>
              <a:buSzPct val="100000"/>
            </a:pPr>
            <a:r>
              <a:rPr lang="en-US" sz="1000" b="1">
                <a:solidFill>
                  <a:schemeClr val="bg1"/>
                </a:solidFill>
              </a:rPr>
              <a:t>  Error handling &amp; Notification framework</a:t>
            </a:r>
          </a:p>
        </p:txBody>
      </p:sp>
      <p:sp>
        <p:nvSpPr>
          <p:cNvPr id="122" name="Rectangle 121">
            <a:extLst>
              <a:ext uri="{FF2B5EF4-FFF2-40B4-BE49-F238E27FC236}">
                <a16:creationId xmlns:a16="http://schemas.microsoft.com/office/drawing/2014/main" id="{FF22BD58-E9EC-AD33-3AB3-84CB4898BFFA}"/>
              </a:ext>
            </a:extLst>
          </p:cNvPr>
          <p:cNvSpPr/>
          <p:nvPr/>
        </p:nvSpPr>
        <p:spPr bwMode="gray">
          <a:xfrm>
            <a:off x="5088048" y="3294451"/>
            <a:ext cx="1738362" cy="946557"/>
          </a:xfrm>
          <a:prstGeom prst="rect">
            <a:avLst/>
          </a:prstGeom>
          <a:solidFill>
            <a:schemeClr val="accent3"/>
          </a:solidFill>
          <a:ln w="19050" algn="ctr">
            <a:noFill/>
            <a:miter lim="800000"/>
            <a:headEnd/>
            <a:tailEnd/>
          </a:ln>
        </p:spPr>
        <p:txBody>
          <a:bodyPr wrap="square" lIns="66675" tIns="66675" rIns="66675" bIns="66675" rtlCol="0" anchor="ctr"/>
          <a:lstStyle/>
          <a:p>
            <a:pPr algn="ctr" defTabSz="685800">
              <a:lnSpc>
                <a:spcPct val="106000"/>
              </a:lnSpc>
              <a:defRPr/>
            </a:pPr>
            <a:endParaRPr lang="en-US" sz="750" kern="0">
              <a:solidFill>
                <a:prstClr val="white"/>
              </a:solidFill>
            </a:endParaRPr>
          </a:p>
        </p:txBody>
      </p:sp>
      <p:sp>
        <p:nvSpPr>
          <p:cNvPr id="123" name="Cylinder 122">
            <a:extLst>
              <a:ext uri="{FF2B5EF4-FFF2-40B4-BE49-F238E27FC236}">
                <a16:creationId xmlns:a16="http://schemas.microsoft.com/office/drawing/2014/main" id="{1A37AD94-5489-41A6-8099-9F2C818529DE}"/>
              </a:ext>
            </a:extLst>
          </p:cNvPr>
          <p:cNvSpPr/>
          <p:nvPr/>
        </p:nvSpPr>
        <p:spPr>
          <a:xfrm>
            <a:off x="5481976" y="3391398"/>
            <a:ext cx="992761" cy="772346"/>
          </a:xfrm>
          <a:prstGeom prst="can">
            <a:avLst/>
          </a:prstGeom>
          <a:solidFill>
            <a:srgbClr val="FFFFFF"/>
          </a:solidFill>
          <a:ln w="12700" cap="flat" cmpd="sng" algn="ctr">
            <a:solidFill>
              <a:srgbClr val="D0D0CE">
                <a:lumMod val="75000"/>
              </a:srgbClr>
            </a:solidFill>
            <a:prstDash val="solid"/>
            <a:miter lim="800000"/>
          </a:ln>
          <a:effectLst/>
        </p:spPr>
        <p:txBody>
          <a:bodyPr rtlCol="0" anchor="ctr"/>
          <a:lstStyle/>
          <a:p>
            <a:pPr algn="ctr">
              <a:defRPr/>
            </a:pPr>
            <a:r>
              <a:rPr lang="en-US" sz="1000" kern="0">
                <a:solidFill>
                  <a:prstClr val="black"/>
                </a:solidFill>
              </a:rPr>
              <a:t>Azure</a:t>
            </a:r>
          </a:p>
        </p:txBody>
      </p:sp>
      <p:sp>
        <p:nvSpPr>
          <p:cNvPr id="124" name="Rectangle: Rounded Corners 123">
            <a:extLst>
              <a:ext uri="{FF2B5EF4-FFF2-40B4-BE49-F238E27FC236}">
                <a16:creationId xmlns:a16="http://schemas.microsoft.com/office/drawing/2014/main" id="{4193E481-0B58-B0D3-38A9-5D441D9D6380}"/>
              </a:ext>
            </a:extLst>
          </p:cNvPr>
          <p:cNvSpPr/>
          <p:nvPr/>
        </p:nvSpPr>
        <p:spPr>
          <a:xfrm>
            <a:off x="3153401" y="2830367"/>
            <a:ext cx="268093" cy="1092549"/>
          </a:xfrm>
          <a:prstGeom prst="round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000">
                <a:solidFill>
                  <a:schemeClr val="bg1"/>
                </a:solidFill>
              </a:rPr>
              <a:t>Data Entry/Exit</a:t>
            </a:r>
          </a:p>
        </p:txBody>
      </p:sp>
      <p:sp>
        <p:nvSpPr>
          <p:cNvPr id="125" name="Rectangle 124">
            <a:extLst>
              <a:ext uri="{FF2B5EF4-FFF2-40B4-BE49-F238E27FC236}">
                <a16:creationId xmlns:a16="http://schemas.microsoft.com/office/drawing/2014/main" id="{EBF0F3D5-E213-E149-0256-FA3FEB8BC0D8}"/>
              </a:ext>
            </a:extLst>
          </p:cNvPr>
          <p:cNvSpPr/>
          <p:nvPr/>
        </p:nvSpPr>
        <p:spPr bwMode="gray">
          <a:xfrm>
            <a:off x="576019" y="1938103"/>
            <a:ext cx="805019" cy="397710"/>
          </a:xfrm>
          <a:prstGeom prst="rect">
            <a:avLst/>
          </a:prstGeom>
          <a:solidFill>
            <a:schemeClr val="tx1">
              <a:lumMod val="50000"/>
              <a:lumOff val="50000"/>
            </a:schemeClr>
          </a:solidFill>
          <a:ln w="38100" algn="ctr">
            <a:noFill/>
            <a:prstDash val="solid"/>
            <a:miter lim="800000"/>
            <a:headEnd/>
            <a:tailEnd/>
          </a:ln>
        </p:spPr>
        <p:txBody>
          <a:bodyPr wrap="square" lIns="66675" tIns="66675" rIns="66675" bIns="66675" rtlCol="0" anchor="ctr"/>
          <a:lstStyle/>
          <a:p>
            <a:pPr algn="ctr" defTabSz="685800">
              <a:lnSpc>
                <a:spcPct val="106000"/>
              </a:lnSpc>
              <a:defRPr/>
            </a:pPr>
            <a:r>
              <a:rPr lang="en-US" sz="750" b="1" kern="0">
                <a:solidFill>
                  <a:prstClr val="white"/>
                </a:solidFill>
              </a:rPr>
              <a:t>PeopleSoft</a:t>
            </a:r>
          </a:p>
        </p:txBody>
      </p:sp>
      <p:sp>
        <p:nvSpPr>
          <p:cNvPr id="126" name="Rectangle: Rounded Corners 125">
            <a:extLst>
              <a:ext uri="{FF2B5EF4-FFF2-40B4-BE49-F238E27FC236}">
                <a16:creationId xmlns:a16="http://schemas.microsoft.com/office/drawing/2014/main" id="{D4521379-8A84-FF8C-6BD5-BD99D1CBB0BB}"/>
              </a:ext>
            </a:extLst>
          </p:cNvPr>
          <p:cNvSpPr/>
          <p:nvPr/>
        </p:nvSpPr>
        <p:spPr>
          <a:xfrm rot="5400000">
            <a:off x="5605990" y="2347250"/>
            <a:ext cx="188046" cy="4489338"/>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91440" tIns="45720" rIns="91440" bIns="45720" rtlCol="0" anchor="ctr"/>
          <a:lstStyle/>
          <a:p>
            <a:pPr algn="ctr"/>
            <a:r>
              <a:rPr lang="en-US" sz="1000" b="1">
                <a:solidFill>
                  <a:schemeClr val="tx1"/>
                </a:solidFill>
                <a:cs typeface="Segoe UI"/>
              </a:rPr>
              <a:t>Integration Monitoring</a:t>
            </a:r>
          </a:p>
        </p:txBody>
      </p:sp>
      <p:sp>
        <p:nvSpPr>
          <p:cNvPr id="127" name="Rectangle 126">
            <a:extLst>
              <a:ext uri="{FF2B5EF4-FFF2-40B4-BE49-F238E27FC236}">
                <a16:creationId xmlns:a16="http://schemas.microsoft.com/office/drawing/2014/main" id="{82EB99B9-D117-F1B5-E24C-FD305C10DE38}"/>
              </a:ext>
            </a:extLst>
          </p:cNvPr>
          <p:cNvSpPr/>
          <p:nvPr/>
        </p:nvSpPr>
        <p:spPr bwMode="gray">
          <a:xfrm>
            <a:off x="1202979" y="3066665"/>
            <a:ext cx="805019" cy="397710"/>
          </a:xfrm>
          <a:prstGeom prst="rect">
            <a:avLst/>
          </a:prstGeom>
          <a:solidFill>
            <a:schemeClr val="tx1">
              <a:lumMod val="50000"/>
              <a:lumOff val="50000"/>
            </a:schemeClr>
          </a:solidFill>
          <a:ln w="38100" algn="ctr">
            <a:noFill/>
            <a:prstDash val="solid"/>
            <a:miter lim="800000"/>
            <a:headEnd/>
            <a:tailEnd/>
          </a:ln>
        </p:spPr>
        <p:txBody>
          <a:bodyPr wrap="square" lIns="66675" tIns="66675" rIns="66675" bIns="66675" rtlCol="0" anchor="ctr"/>
          <a:lstStyle/>
          <a:p>
            <a:pPr algn="ctr" defTabSz="685800">
              <a:lnSpc>
                <a:spcPct val="106000"/>
              </a:lnSpc>
              <a:defRPr/>
            </a:pPr>
            <a:r>
              <a:rPr lang="en-US" sz="750" b="1" kern="0" err="1">
                <a:solidFill>
                  <a:prstClr val="white"/>
                </a:solidFill>
              </a:rPr>
              <a:t>Bmboo</a:t>
            </a:r>
            <a:r>
              <a:rPr lang="en-US" sz="750" b="1" kern="0">
                <a:solidFill>
                  <a:prstClr val="white"/>
                </a:solidFill>
              </a:rPr>
              <a:t> HR</a:t>
            </a:r>
          </a:p>
        </p:txBody>
      </p:sp>
      <p:sp>
        <p:nvSpPr>
          <p:cNvPr id="128" name="Rectangle 127">
            <a:extLst>
              <a:ext uri="{FF2B5EF4-FFF2-40B4-BE49-F238E27FC236}">
                <a16:creationId xmlns:a16="http://schemas.microsoft.com/office/drawing/2014/main" id="{2158F5CF-CCC3-857F-4988-5E4D0FC394F7}"/>
              </a:ext>
            </a:extLst>
          </p:cNvPr>
          <p:cNvSpPr/>
          <p:nvPr/>
        </p:nvSpPr>
        <p:spPr bwMode="gray">
          <a:xfrm>
            <a:off x="572223" y="2693137"/>
            <a:ext cx="593022" cy="397710"/>
          </a:xfrm>
          <a:prstGeom prst="rect">
            <a:avLst/>
          </a:prstGeom>
          <a:solidFill>
            <a:schemeClr val="tx1">
              <a:lumMod val="50000"/>
              <a:lumOff val="50000"/>
            </a:schemeClr>
          </a:solidFill>
          <a:ln w="38100" algn="ctr">
            <a:noFill/>
            <a:prstDash val="solid"/>
            <a:miter lim="800000"/>
            <a:headEnd/>
            <a:tailEnd/>
          </a:ln>
        </p:spPr>
        <p:txBody>
          <a:bodyPr wrap="square" lIns="66675" tIns="66675" rIns="66675" bIns="66675" rtlCol="0" anchor="ctr"/>
          <a:lstStyle/>
          <a:p>
            <a:pPr algn="ctr" defTabSz="685800">
              <a:lnSpc>
                <a:spcPct val="106000"/>
              </a:lnSpc>
              <a:defRPr/>
            </a:pPr>
            <a:r>
              <a:rPr lang="en-US" sz="750" b="1" kern="0">
                <a:solidFill>
                  <a:prstClr val="white"/>
                </a:solidFill>
              </a:rPr>
              <a:t>BIPO</a:t>
            </a:r>
          </a:p>
        </p:txBody>
      </p:sp>
      <p:sp>
        <p:nvSpPr>
          <p:cNvPr id="129" name="Rectangle 128">
            <a:extLst>
              <a:ext uri="{FF2B5EF4-FFF2-40B4-BE49-F238E27FC236}">
                <a16:creationId xmlns:a16="http://schemas.microsoft.com/office/drawing/2014/main" id="{B4B6BB74-EDCA-71CD-343F-86DA765A0306}"/>
              </a:ext>
            </a:extLst>
          </p:cNvPr>
          <p:cNvSpPr/>
          <p:nvPr/>
        </p:nvSpPr>
        <p:spPr bwMode="gray">
          <a:xfrm>
            <a:off x="1303404" y="2399549"/>
            <a:ext cx="800728" cy="397710"/>
          </a:xfrm>
          <a:prstGeom prst="rect">
            <a:avLst/>
          </a:prstGeom>
          <a:solidFill>
            <a:schemeClr val="tx1">
              <a:lumMod val="50000"/>
              <a:lumOff val="50000"/>
            </a:schemeClr>
          </a:solidFill>
          <a:ln w="38100" algn="ctr">
            <a:noFill/>
            <a:prstDash val="solid"/>
            <a:miter lim="800000"/>
            <a:headEnd/>
            <a:tailEnd/>
          </a:ln>
        </p:spPr>
        <p:txBody>
          <a:bodyPr wrap="square" lIns="66675" tIns="66675" rIns="66675" bIns="66675" rtlCol="0" anchor="ctr"/>
          <a:lstStyle/>
          <a:p>
            <a:pPr algn="ctr" defTabSz="685800">
              <a:lnSpc>
                <a:spcPct val="106000"/>
              </a:lnSpc>
              <a:defRPr/>
            </a:pPr>
            <a:r>
              <a:rPr lang="en-US" sz="750" b="1" kern="0" err="1">
                <a:solidFill>
                  <a:prstClr val="white"/>
                </a:solidFill>
              </a:rPr>
              <a:t>ResourceLink</a:t>
            </a:r>
            <a:r>
              <a:rPr lang="en-US" sz="750" b="1" kern="0">
                <a:solidFill>
                  <a:prstClr val="white"/>
                </a:solidFill>
              </a:rPr>
              <a:t> (</a:t>
            </a:r>
            <a:r>
              <a:rPr lang="en-US" sz="750" b="1" kern="0" err="1">
                <a:solidFill>
                  <a:prstClr val="white"/>
                </a:solidFill>
              </a:rPr>
              <a:t>Zellis</a:t>
            </a:r>
            <a:r>
              <a:rPr lang="en-US" sz="750" b="1" kern="0">
                <a:solidFill>
                  <a:prstClr val="white"/>
                </a:solidFill>
              </a:rPr>
              <a:t>)</a:t>
            </a:r>
          </a:p>
        </p:txBody>
      </p:sp>
      <p:sp>
        <p:nvSpPr>
          <p:cNvPr id="130" name="Rectangle 129">
            <a:extLst>
              <a:ext uri="{FF2B5EF4-FFF2-40B4-BE49-F238E27FC236}">
                <a16:creationId xmlns:a16="http://schemas.microsoft.com/office/drawing/2014/main" id="{B00F171D-B34A-C382-0E5F-9D73E3BC1A19}"/>
              </a:ext>
            </a:extLst>
          </p:cNvPr>
          <p:cNvSpPr/>
          <p:nvPr/>
        </p:nvSpPr>
        <p:spPr bwMode="gray">
          <a:xfrm>
            <a:off x="590767" y="3527875"/>
            <a:ext cx="521120" cy="397710"/>
          </a:xfrm>
          <a:prstGeom prst="rect">
            <a:avLst/>
          </a:prstGeom>
          <a:solidFill>
            <a:schemeClr val="tx1">
              <a:lumMod val="50000"/>
              <a:lumOff val="50000"/>
            </a:schemeClr>
          </a:solidFill>
          <a:ln w="38100" algn="ctr">
            <a:noFill/>
            <a:prstDash val="solid"/>
            <a:miter lim="800000"/>
            <a:headEnd/>
            <a:tailEnd/>
          </a:ln>
        </p:spPr>
        <p:txBody>
          <a:bodyPr wrap="square" lIns="66675" tIns="66675" rIns="66675" bIns="66675" rtlCol="0" anchor="ctr"/>
          <a:lstStyle/>
          <a:p>
            <a:pPr algn="ctr" defTabSz="685800">
              <a:lnSpc>
                <a:spcPct val="106000"/>
              </a:lnSpc>
              <a:defRPr/>
            </a:pPr>
            <a:r>
              <a:rPr lang="en-US" sz="750" b="1" kern="0">
                <a:solidFill>
                  <a:prstClr val="white"/>
                </a:solidFill>
              </a:rPr>
              <a:t>ADP</a:t>
            </a:r>
          </a:p>
        </p:txBody>
      </p:sp>
      <p:sp>
        <p:nvSpPr>
          <p:cNvPr id="131" name="Rectangle 130">
            <a:extLst>
              <a:ext uri="{FF2B5EF4-FFF2-40B4-BE49-F238E27FC236}">
                <a16:creationId xmlns:a16="http://schemas.microsoft.com/office/drawing/2014/main" id="{64C0BA8F-2FC5-0387-B484-9AA63BDB82F1}"/>
              </a:ext>
            </a:extLst>
          </p:cNvPr>
          <p:cNvSpPr/>
          <p:nvPr/>
        </p:nvSpPr>
        <p:spPr bwMode="gray">
          <a:xfrm>
            <a:off x="1270498" y="3815091"/>
            <a:ext cx="618400" cy="397710"/>
          </a:xfrm>
          <a:prstGeom prst="rect">
            <a:avLst/>
          </a:prstGeom>
          <a:solidFill>
            <a:schemeClr val="tx1">
              <a:lumMod val="50000"/>
              <a:lumOff val="50000"/>
            </a:schemeClr>
          </a:solidFill>
          <a:ln w="38100" algn="ctr">
            <a:noFill/>
            <a:prstDash val="solid"/>
            <a:miter lim="800000"/>
            <a:headEnd/>
            <a:tailEnd/>
          </a:ln>
        </p:spPr>
        <p:txBody>
          <a:bodyPr wrap="square" lIns="66675" tIns="66675" rIns="66675" bIns="66675" rtlCol="0" anchor="ctr"/>
          <a:lstStyle/>
          <a:p>
            <a:pPr algn="ctr" defTabSz="685800">
              <a:lnSpc>
                <a:spcPct val="106000"/>
              </a:lnSpc>
              <a:defRPr/>
            </a:pPr>
            <a:r>
              <a:rPr lang="en-US" sz="750" b="1" kern="0">
                <a:solidFill>
                  <a:prstClr val="white"/>
                </a:solidFill>
              </a:rPr>
              <a:t>Web HR</a:t>
            </a:r>
          </a:p>
        </p:txBody>
      </p:sp>
      <p:sp>
        <p:nvSpPr>
          <p:cNvPr id="132" name="Rectangle 131">
            <a:extLst>
              <a:ext uri="{FF2B5EF4-FFF2-40B4-BE49-F238E27FC236}">
                <a16:creationId xmlns:a16="http://schemas.microsoft.com/office/drawing/2014/main" id="{A0A420D4-9F84-84D8-F686-C31AFC106603}"/>
              </a:ext>
            </a:extLst>
          </p:cNvPr>
          <p:cNvSpPr/>
          <p:nvPr/>
        </p:nvSpPr>
        <p:spPr bwMode="gray">
          <a:xfrm>
            <a:off x="571724" y="4262278"/>
            <a:ext cx="809314" cy="397710"/>
          </a:xfrm>
          <a:prstGeom prst="rect">
            <a:avLst/>
          </a:prstGeom>
          <a:solidFill>
            <a:schemeClr val="accent3"/>
          </a:solidFill>
          <a:ln w="38100" algn="ctr">
            <a:noFill/>
            <a:prstDash val="solid"/>
            <a:miter lim="800000"/>
            <a:headEnd/>
            <a:tailEnd/>
          </a:ln>
        </p:spPr>
        <p:txBody>
          <a:bodyPr wrap="square" lIns="66675" tIns="66675" rIns="66675" bIns="66675" rtlCol="0" anchor="ctr"/>
          <a:lstStyle/>
          <a:p>
            <a:pPr algn="ctr" defTabSz="685800">
              <a:lnSpc>
                <a:spcPct val="106000"/>
              </a:lnSpc>
              <a:defRPr/>
            </a:pPr>
            <a:r>
              <a:rPr lang="en-US" sz="750" b="1" kern="0">
                <a:solidFill>
                  <a:prstClr val="white"/>
                </a:solidFill>
              </a:rPr>
              <a:t>Excel</a:t>
            </a:r>
          </a:p>
        </p:txBody>
      </p:sp>
      <p:cxnSp>
        <p:nvCxnSpPr>
          <p:cNvPr id="133" name="Connector: Elbow 132">
            <a:extLst>
              <a:ext uri="{FF2B5EF4-FFF2-40B4-BE49-F238E27FC236}">
                <a16:creationId xmlns:a16="http://schemas.microsoft.com/office/drawing/2014/main" id="{E11E2DB1-5BEE-3F78-D2F3-AE73DB715DCA}"/>
              </a:ext>
            </a:extLst>
          </p:cNvPr>
          <p:cNvCxnSpPr>
            <a:cxnSpLocks/>
            <a:stCxn id="129" idx="3"/>
            <a:endCxn id="124" idx="1"/>
          </p:cNvCxnSpPr>
          <p:nvPr/>
        </p:nvCxnSpPr>
        <p:spPr>
          <a:xfrm>
            <a:off x="2104132" y="2598404"/>
            <a:ext cx="1049269" cy="778238"/>
          </a:xfrm>
          <a:prstGeom prst="bentConnector3">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34" name="Connector: Elbow 133">
            <a:extLst>
              <a:ext uri="{FF2B5EF4-FFF2-40B4-BE49-F238E27FC236}">
                <a16:creationId xmlns:a16="http://schemas.microsoft.com/office/drawing/2014/main" id="{A7A21DF0-16C5-3364-450C-26C283CEBC50}"/>
              </a:ext>
            </a:extLst>
          </p:cNvPr>
          <p:cNvCxnSpPr>
            <a:cxnSpLocks/>
            <a:stCxn id="127" idx="3"/>
            <a:endCxn id="124" idx="1"/>
          </p:cNvCxnSpPr>
          <p:nvPr/>
        </p:nvCxnSpPr>
        <p:spPr>
          <a:xfrm>
            <a:off x="2007998" y="3265520"/>
            <a:ext cx="1145403" cy="111122"/>
          </a:xfrm>
          <a:prstGeom prst="bentConnector3">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35" name="Connector: Elbow 134">
            <a:extLst>
              <a:ext uri="{FF2B5EF4-FFF2-40B4-BE49-F238E27FC236}">
                <a16:creationId xmlns:a16="http://schemas.microsoft.com/office/drawing/2014/main" id="{663B1E12-E9F1-A0F4-460C-BBCE14681E7E}"/>
              </a:ext>
            </a:extLst>
          </p:cNvPr>
          <p:cNvCxnSpPr>
            <a:cxnSpLocks/>
            <a:stCxn id="128" idx="3"/>
            <a:endCxn id="124" idx="1"/>
          </p:cNvCxnSpPr>
          <p:nvPr/>
        </p:nvCxnSpPr>
        <p:spPr>
          <a:xfrm>
            <a:off x="1165245" y="2891992"/>
            <a:ext cx="1988156" cy="484650"/>
          </a:xfrm>
          <a:prstGeom prst="bentConnector3">
            <a:avLst>
              <a:gd name="adj1" fmla="val 50000"/>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36" name="Connector: Elbow 135">
            <a:extLst>
              <a:ext uri="{FF2B5EF4-FFF2-40B4-BE49-F238E27FC236}">
                <a16:creationId xmlns:a16="http://schemas.microsoft.com/office/drawing/2014/main" id="{C3060426-6F89-3817-EEFD-750D2F850667}"/>
              </a:ext>
            </a:extLst>
          </p:cNvPr>
          <p:cNvCxnSpPr>
            <a:cxnSpLocks/>
            <a:stCxn id="130" idx="3"/>
          </p:cNvCxnSpPr>
          <p:nvPr/>
        </p:nvCxnSpPr>
        <p:spPr>
          <a:xfrm flipV="1">
            <a:off x="1111887" y="3688808"/>
            <a:ext cx="2041514" cy="37922"/>
          </a:xfrm>
          <a:prstGeom prst="bentConnector3">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37" name="Connector: Elbow 136">
            <a:extLst>
              <a:ext uri="{FF2B5EF4-FFF2-40B4-BE49-F238E27FC236}">
                <a16:creationId xmlns:a16="http://schemas.microsoft.com/office/drawing/2014/main" id="{7AC7477F-6676-922F-9F72-2344A89ED6E8}"/>
              </a:ext>
            </a:extLst>
          </p:cNvPr>
          <p:cNvCxnSpPr>
            <a:cxnSpLocks/>
            <a:stCxn id="131" idx="3"/>
            <a:endCxn id="124" idx="1"/>
          </p:cNvCxnSpPr>
          <p:nvPr/>
        </p:nvCxnSpPr>
        <p:spPr>
          <a:xfrm flipV="1">
            <a:off x="1888898" y="3376642"/>
            <a:ext cx="1264503" cy="637304"/>
          </a:xfrm>
          <a:prstGeom prst="bentConnector3">
            <a:avLst>
              <a:gd name="adj1" fmla="val 50000"/>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38" name="Connector: Elbow 137">
            <a:extLst>
              <a:ext uri="{FF2B5EF4-FFF2-40B4-BE49-F238E27FC236}">
                <a16:creationId xmlns:a16="http://schemas.microsoft.com/office/drawing/2014/main" id="{95F5F37D-8932-1731-B01A-CE28E1759DB6}"/>
              </a:ext>
            </a:extLst>
          </p:cNvPr>
          <p:cNvCxnSpPr>
            <a:cxnSpLocks/>
            <a:stCxn id="132" idx="3"/>
            <a:endCxn id="124" idx="1"/>
          </p:cNvCxnSpPr>
          <p:nvPr/>
        </p:nvCxnSpPr>
        <p:spPr>
          <a:xfrm flipV="1">
            <a:off x="1381038" y="3376642"/>
            <a:ext cx="1772363" cy="1084491"/>
          </a:xfrm>
          <a:prstGeom prst="bentConnector3">
            <a:avLst>
              <a:gd name="adj1" fmla="val 50000"/>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40" name="Straight Arrow Connector 139">
            <a:extLst>
              <a:ext uri="{FF2B5EF4-FFF2-40B4-BE49-F238E27FC236}">
                <a16:creationId xmlns:a16="http://schemas.microsoft.com/office/drawing/2014/main" id="{DFD1CD3E-19FF-38AC-F792-4D98B290FA46}"/>
              </a:ext>
            </a:extLst>
          </p:cNvPr>
          <p:cNvCxnSpPr>
            <a:cxnSpLocks/>
            <a:stCxn id="116" idx="3"/>
            <a:endCxn id="58" idx="1"/>
          </p:cNvCxnSpPr>
          <p:nvPr/>
        </p:nvCxnSpPr>
        <p:spPr>
          <a:xfrm flipV="1">
            <a:off x="4056151" y="3373516"/>
            <a:ext cx="306268" cy="3125"/>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42" name="Straight Arrow Connector 141">
            <a:extLst>
              <a:ext uri="{FF2B5EF4-FFF2-40B4-BE49-F238E27FC236}">
                <a16:creationId xmlns:a16="http://schemas.microsoft.com/office/drawing/2014/main" id="{AB2A7618-689A-244A-C19B-BDDEDEA3CE2B}"/>
              </a:ext>
            </a:extLst>
          </p:cNvPr>
          <p:cNvCxnSpPr>
            <a:cxnSpLocks/>
            <a:stCxn id="88" idx="2"/>
          </p:cNvCxnSpPr>
          <p:nvPr/>
        </p:nvCxnSpPr>
        <p:spPr>
          <a:xfrm flipH="1">
            <a:off x="5472003" y="3124635"/>
            <a:ext cx="19586" cy="340479"/>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43" name="Straight Arrow Connector 142">
            <a:extLst>
              <a:ext uri="{FF2B5EF4-FFF2-40B4-BE49-F238E27FC236}">
                <a16:creationId xmlns:a16="http://schemas.microsoft.com/office/drawing/2014/main" id="{EC2763B4-6640-F52B-DCCA-98B5810EC452}"/>
              </a:ext>
            </a:extLst>
          </p:cNvPr>
          <p:cNvCxnSpPr>
            <a:cxnSpLocks/>
          </p:cNvCxnSpPr>
          <p:nvPr/>
        </p:nvCxnSpPr>
        <p:spPr>
          <a:xfrm flipV="1">
            <a:off x="6457337" y="3139257"/>
            <a:ext cx="0" cy="341088"/>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44" name="Oval 143">
            <a:extLst>
              <a:ext uri="{FF2B5EF4-FFF2-40B4-BE49-F238E27FC236}">
                <a16:creationId xmlns:a16="http://schemas.microsoft.com/office/drawing/2014/main" id="{731E1684-E6EB-6210-A601-645DA2039220}"/>
              </a:ext>
            </a:extLst>
          </p:cNvPr>
          <p:cNvSpPr>
            <a:spLocks noChangeAspect="1"/>
          </p:cNvSpPr>
          <p:nvPr/>
        </p:nvSpPr>
        <p:spPr>
          <a:xfrm>
            <a:off x="7107002" y="2889208"/>
            <a:ext cx="232377" cy="218861"/>
          </a:xfrm>
          <a:prstGeom prst="ellipse">
            <a:avLst/>
          </a:prstGeom>
          <a:solidFill>
            <a:schemeClr val="tx1"/>
          </a:solidFill>
          <a:ln w="25400" cap="flat" cmpd="sng" algn="ctr">
            <a:noFill/>
            <a:prstDash val="solid"/>
          </a:ln>
          <a:effectLst/>
        </p:spPr>
        <p:txBody>
          <a:bodyPr lIns="45720" rIns="45720" rtlCol="0" anchor="ctr"/>
          <a:lstStyle/>
          <a:p>
            <a:pPr marL="0" marR="0" lvl="0" indent="0" algn="ctr" defTabSz="914400" eaLnBrk="1" fontAlgn="auto" latinLnBrk="0" hangingPunct="1">
              <a:lnSpc>
                <a:spcPct val="100000"/>
              </a:lnSpc>
              <a:spcBef>
                <a:spcPct val="20000"/>
              </a:spcBef>
              <a:spcAft>
                <a:spcPts val="0"/>
              </a:spcAft>
              <a:buClrTx/>
              <a:buSzTx/>
              <a:buFontTx/>
              <a:buNone/>
              <a:tabLst/>
              <a:defRPr/>
            </a:pPr>
            <a:r>
              <a:rPr lang="en-US" sz="1000" b="1" kern="0">
                <a:solidFill>
                  <a:prstClr val="white"/>
                </a:solidFill>
                <a:cs typeface="Arial" charset="0"/>
              </a:rPr>
              <a:t>6</a:t>
            </a:r>
            <a:endParaRPr kumimoji="0" lang="en-US" sz="1000" b="1" i="0" u="none" strike="noStrike" kern="0" cap="none" spc="0" normalizeH="0" baseline="0" noProof="0">
              <a:ln>
                <a:noFill/>
              </a:ln>
              <a:solidFill>
                <a:prstClr val="white"/>
              </a:solidFill>
              <a:effectLst/>
              <a:uLnTx/>
              <a:uFillTx/>
              <a:cs typeface="Arial" charset="0"/>
            </a:endParaRPr>
          </a:p>
        </p:txBody>
      </p:sp>
      <p:grpSp>
        <p:nvGrpSpPr>
          <p:cNvPr id="145" name="Group 144">
            <a:extLst>
              <a:ext uri="{FF2B5EF4-FFF2-40B4-BE49-F238E27FC236}">
                <a16:creationId xmlns:a16="http://schemas.microsoft.com/office/drawing/2014/main" id="{4618AE84-B033-1652-1F59-9D1D40DDB8E4}"/>
              </a:ext>
            </a:extLst>
          </p:cNvPr>
          <p:cNvGrpSpPr/>
          <p:nvPr/>
        </p:nvGrpSpPr>
        <p:grpSpPr>
          <a:xfrm>
            <a:off x="8851096" y="1559175"/>
            <a:ext cx="2889799" cy="847926"/>
            <a:chOff x="8851096" y="1934078"/>
            <a:chExt cx="2889799" cy="880031"/>
          </a:xfrm>
        </p:grpSpPr>
        <p:sp>
          <p:nvSpPr>
            <p:cNvPr id="146" name="Freeform 80">
              <a:extLst>
                <a:ext uri="{FF2B5EF4-FFF2-40B4-BE49-F238E27FC236}">
                  <a16:creationId xmlns:a16="http://schemas.microsoft.com/office/drawing/2014/main" id="{55CDFC77-947C-DF61-B008-DE2CF59CFC61}"/>
                </a:ext>
              </a:extLst>
            </p:cNvPr>
            <p:cNvSpPr>
              <a:spLocks noChangeAspect="1"/>
            </p:cNvSpPr>
            <p:nvPr/>
          </p:nvSpPr>
          <p:spPr bwMode="auto">
            <a:xfrm>
              <a:off x="11075197" y="2044402"/>
              <a:ext cx="526873" cy="360189"/>
            </a:xfrm>
            <a:custGeom>
              <a:avLst/>
              <a:gdLst>
                <a:gd name="T0" fmla="*/ 113 w 148"/>
                <a:gd name="T1" fmla="*/ 27 h 96"/>
                <a:gd name="T2" fmla="*/ 107 w 148"/>
                <a:gd name="T3" fmla="*/ 27 h 96"/>
                <a:gd name="T4" fmla="*/ 69 w 148"/>
                <a:gd name="T5" fmla="*/ 0 h 96"/>
                <a:gd name="T6" fmla="*/ 30 w 148"/>
                <a:gd name="T7" fmla="*/ 38 h 96"/>
                <a:gd name="T8" fmla="*/ 30 w 148"/>
                <a:gd name="T9" fmla="*/ 44 h 96"/>
                <a:gd name="T10" fmla="*/ 27 w 148"/>
                <a:gd name="T11" fmla="*/ 43 h 96"/>
                <a:gd name="T12" fmla="*/ 0 w 148"/>
                <a:gd name="T13" fmla="*/ 70 h 96"/>
                <a:gd name="T14" fmla="*/ 27 w 148"/>
                <a:gd name="T15" fmla="*/ 96 h 96"/>
                <a:gd name="T16" fmla="*/ 113 w 148"/>
                <a:gd name="T17" fmla="*/ 96 h 96"/>
                <a:gd name="T18" fmla="*/ 148 w 148"/>
                <a:gd name="T19" fmla="*/ 61 h 96"/>
                <a:gd name="T20" fmla="*/ 113 w 148"/>
                <a:gd name="T21" fmla="*/ 2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8" h="96">
                  <a:moveTo>
                    <a:pt x="113" y="27"/>
                  </a:moveTo>
                  <a:cubicBezTo>
                    <a:pt x="111" y="27"/>
                    <a:pt x="109" y="27"/>
                    <a:pt x="107" y="27"/>
                  </a:cubicBezTo>
                  <a:cubicBezTo>
                    <a:pt x="102" y="11"/>
                    <a:pt x="87" y="0"/>
                    <a:pt x="69" y="0"/>
                  </a:cubicBezTo>
                  <a:cubicBezTo>
                    <a:pt x="47" y="0"/>
                    <a:pt x="30" y="17"/>
                    <a:pt x="30" y="38"/>
                  </a:cubicBezTo>
                  <a:cubicBezTo>
                    <a:pt x="30" y="40"/>
                    <a:pt x="30" y="42"/>
                    <a:pt x="30" y="44"/>
                  </a:cubicBezTo>
                  <a:cubicBezTo>
                    <a:pt x="29" y="44"/>
                    <a:pt x="28" y="43"/>
                    <a:pt x="27" y="43"/>
                  </a:cubicBezTo>
                  <a:cubicBezTo>
                    <a:pt x="12" y="43"/>
                    <a:pt x="0" y="55"/>
                    <a:pt x="0" y="70"/>
                  </a:cubicBezTo>
                  <a:cubicBezTo>
                    <a:pt x="0" y="84"/>
                    <a:pt x="12" y="96"/>
                    <a:pt x="27" y="96"/>
                  </a:cubicBezTo>
                  <a:cubicBezTo>
                    <a:pt x="113" y="96"/>
                    <a:pt x="113" y="96"/>
                    <a:pt x="113" y="96"/>
                  </a:cubicBezTo>
                  <a:cubicBezTo>
                    <a:pt x="132" y="96"/>
                    <a:pt x="148" y="80"/>
                    <a:pt x="148" y="61"/>
                  </a:cubicBezTo>
                  <a:cubicBezTo>
                    <a:pt x="148" y="42"/>
                    <a:pt x="132" y="27"/>
                    <a:pt x="113" y="27"/>
                  </a:cubicBezTo>
                  <a:close/>
                </a:path>
              </a:pathLst>
            </a:custGeom>
            <a:solidFill>
              <a:schemeClr val="accent1">
                <a:lumMod val="50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277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2776"/>
                </a:solidFill>
                <a:effectLst/>
                <a:uLnTx/>
                <a:uFillTx/>
              </a:endParaRPr>
            </a:p>
          </p:txBody>
        </p:sp>
        <p:sp>
          <p:nvSpPr>
            <p:cNvPr id="147" name="Flowchart: Multidocument 146">
              <a:extLst>
                <a:ext uri="{FF2B5EF4-FFF2-40B4-BE49-F238E27FC236}">
                  <a16:creationId xmlns:a16="http://schemas.microsoft.com/office/drawing/2014/main" id="{438E1E12-7FA8-5378-27CB-F1C99865F75C}"/>
                </a:ext>
              </a:extLst>
            </p:cNvPr>
            <p:cNvSpPr/>
            <p:nvPr/>
          </p:nvSpPr>
          <p:spPr>
            <a:xfrm>
              <a:off x="8990549" y="2012735"/>
              <a:ext cx="732021" cy="415525"/>
            </a:xfrm>
            <a:prstGeom prst="flowChartMultidocument">
              <a:avLst/>
            </a:prstGeom>
            <a:solidFill>
              <a:schemeClr val="accent1">
                <a:lumMod val="50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a:solidFill>
                    <a:schemeClr val="bg1"/>
                  </a:solidFill>
                </a:rPr>
                <a:t>Receive</a:t>
              </a:r>
            </a:p>
          </p:txBody>
        </p:sp>
        <p:sp>
          <p:nvSpPr>
            <p:cNvPr id="148" name="Rectangle 147">
              <a:extLst>
                <a:ext uri="{FF2B5EF4-FFF2-40B4-BE49-F238E27FC236}">
                  <a16:creationId xmlns:a16="http://schemas.microsoft.com/office/drawing/2014/main" id="{D7598DC5-EBC6-5601-B81B-C2DD31352FB4}"/>
                </a:ext>
              </a:extLst>
            </p:cNvPr>
            <p:cNvSpPr/>
            <p:nvPr/>
          </p:nvSpPr>
          <p:spPr>
            <a:xfrm>
              <a:off x="9999969" y="2567888"/>
              <a:ext cx="654346" cy="246221"/>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Pct val="100000"/>
                <a:buFontTx/>
                <a:buNone/>
                <a:tabLst/>
                <a:defRPr/>
              </a:pPr>
              <a:r>
                <a:rPr kumimoji="0" lang="en-US" sz="1000" i="0" u="none" strike="noStrike" kern="0" normalizeH="0" baseline="0" noProof="0">
                  <a:ln w="0"/>
                  <a:effectLst>
                    <a:outerShdw blurRad="38100" dist="19050" dir="2700000" algn="tl" rotWithShape="0">
                      <a:schemeClr val="dk1">
                        <a:alpha val="40000"/>
                      </a:schemeClr>
                    </a:outerShdw>
                  </a:effectLst>
                  <a:uLnTx/>
                  <a:uFillTx/>
                </a:rPr>
                <a:t>Phenom</a:t>
              </a:r>
            </a:p>
          </p:txBody>
        </p:sp>
        <p:sp>
          <p:nvSpPr>
            <p:cNvPr id="149" name="Rounded Rectangle 10">
              <a:extLst>
                <a:ext uri="{FF2B5EF4-FFF2-40B4-BE49-F238E27FC236}">
                  <a16:creationId xmlns:a16="http://schemas.microsoft.com/office/drawing/2014/main" id="{86CD5A1E-36D4-06F4-6243-C78378CC378C}"/>
                </a:ext>
              </a:extLst>
            </p:cNvPr>
            <p:cNvSpPr/>
            <p:nvPr/>
          </p:nvSpPr>
          <p:spPr>
            <a:xfrm>
              <a:off x="10094435" y="2041065"/>
              <a:ext cx="654346" cy="358864"/>
            </a:xfrm>
            <a:prstGeom prst="roundRect">
              <a:avLst/>
            </a:prstGeom>
            <a:solidFill>
              <a:schemeClr val="accent1">
                <a:lumMod val="50000"/>
              </a:schemeClr>
            </a:solidFill>
            <a:ln>
              <a:noFill/>
            </a:ln>
            <a:effectLst/>
            <a:scene3d>
              <a:camera prst="orthographicFront">
                <a:rot lat="0" lon="0" rev="0"/>
              </a:camera>
              <a:lightRig rig="threePt" dir="t">
                <a:rot lat="0" lon="0" rev="1200000"/>
              </a:lightRig>
            </a:scene3d>
            <a:sp3d/>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800" b="1">
                  <a:solidFill>
                    <a:schemeClr val="bg1"/>
                  </a:solidFill>
                  <a:ea typeface="Open Sans" panose="020B0606030504020204" pitchFamily="34" charset="0"/>
                  <a:cs typeface="Open Sans" panose="020B0606030504020204" pitchFamily="34" charset="0"/>
                </a:rPr>
                <a:t>Load and Import</a:t>
              </a:r>
            </a:p>
          </p:txBody>
        </p:sp>
        <p:sp>
          <p:nvSpPr>
            <p:cNvPr id="150" name="Rectangle 149">
              <a:extLst>
                <a:ext uri="{FF2B5EF4-FFF2-40B4-BE49-F238E27FC236}">
                  <a16:creationId xmlns:a16="http://schemas.microsoft.com/office/drawing/2014/main" id="{D1DCFED6-FEB2-FF58-04EF-B58942DE85CD}"/>
                </a:ext>
              </a:extLst>
            </p:cNvPr>
            <p:cNvSpPr/>
            <p:nvPr/>
          </p:nvSpPr>
          <p:spPr>
            <a:xfrm>
              <a:off x="8851096" y="1934078"/>
              <a:ext cx="2889799" cy="86138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1" name="Straight Arrow Connector 150">
              <a:extLst>
                <a:ext uri="{FF2B5EF4-FFF2-40B4-BE49-F238E27FC236}">
                  <a16:creationId xmlns:a16="http://schemas.microsoft.com/office/drawing/2014/main" id="{3EBEF4E7-B24B-EFDE-6EC8-87929025300E}"/>
                </a:ext>
              </a:extLst>
            </p:cNvPr>
            <p:cNvCxnSpPr>
              <a:cxnSpLocks/>
              <a:stCxn id="147" idx="3"/>
              <a:endCxn id="149" idx="1"/>
            </p:cNvCxnSpPr>
            <p:nvPr/>
          </p:nvCxnSpPr>
          <p:spPr>
            <a:xfrm flipV="1">
              <a:off x="9722570" y="2220497"/>
              <a:ext cx="371865" cy="1"/>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52" name="Straight Arrow Connector 151">
              <a:extLst>
                <a:ext uri="{FF2B5EF4-FFF2-40B4-BE49-F238E27FC236}">
                  <a16:creationId xmlns:a16="http://schemas.microsoft.com/office/drawing/2014/main" id="{8D4F6A08-A4F8-0229-7A8C-931B4DAC7644}"/>
                </a:ext>
              </a:extLst>
            </p:cNvPr>
            <p:cNvCxnSpPr>
              <a:cxnSpLocks/>
              <a:stCxn id="149" idx="3"/>
              <a:endCxn id="146" idx="5"/>
            </p:cNvCxnSpPr>
            <p:nvPr/>
          </p:nvCxnSpPr>
          <p:spPr>
            <a:xfrm flipV="1">
              <a:off x="10748781" y="2205737"/>
              <a:ext cx="422535" cy="14760"/>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grpSp>
      <p:grpSp>
        <p:nvGrpSpPr>
          <p:cNvPr id="153" name="Group 152">
            <a:extLst>
              <a:ext uri="{FF2B5EF4-FFF2-40B4-BE49-F238E27FC236}">
                <a16:creationId xmlns:a16="http://schemas.microsoft.com/office/drawing/2014/main" id="{3001A99C-7971-0DC8-5495-84BC631E2B80}"/>
              </a:ext>
            </a:extLst>
          </p:cNvPr>
          <p:cNvGrpSpPr/>
          <p:nvPr/>
        </p:nvGrpSpPr>
        <p:grpSpPr>
          <a:xfrm>
            <a:off x="8830237" y="2515276"/>
            <a:ext cx="2889799" cy="902595"/>
            <a:chOff x="8851096" y="1934078"/>
            <a:chExt cx="2889799" cy="880031"/>
          </a:xfrm>
        </p:grpSpPr>
        <p:sp>
          <p:nvSpPr>
            <p:cNvPr id="154" name="Freeform 80">
              <a:extLst>
                <a:ext uri="{FF2B5EF4-FFF2-40B4-BE49-F238E27FC236}">
                  <a16:creationId xmlns:a16="http://schemas.microsoft.com/office/drawing/2014/main" id="{C8456BF3-CAC1-41F3-CA60-F84EF47D41C1}"/>
                </a:ext>
              </a:extLst>
            </p:cNvPr>
            <p:cNvSpPr>
              <a:spLocks noChangeAspect="1"/>
            </p:cNvSpPr>
            <p:nvPr/>
          </p:nvSpPr>
          <p:spPr bwMode="auto">
            <a:xfrm>
              <a:off x="11075197" y="2044402"/>
              <a:ext cx="526873" cy="360189"/>
            </a:xfrm>
            <a:custGeom>
              <a:avLst/>
              <a:gdLst>
                <a:gd name="T0" fmla="*/ 113 w 148"/>
                <a:gd name="T1" fmla="*/ 27 h 96"/>
                <a:gd name="T2" fmla="*/ 107 w 148"/>
                <a:gd name="T3" fmla="*/ 27 h 96"/>
                <a:gd name="T4" fmla="*/ 69 w 148"/>
                <a:gd name="T5" fmla="*/ 0 h 96"/>
                <a:gd name="T6" fmla="*/ 30 w 148"/>
                <a:gd name="T7" fmla="*/ 38 h 96"/>
                <a:gd name="T8" fmla="*/ 30 w 148"/>
                <a:gd name="T9" fmla="*/ 44 h 96"/>
                <a:gd name="T10" fmla="*/ 27 w 148"/>
                <a:gd name="T11" fmla="*/ 43 h 96"/>
                <a:gd name="T12" fmla="*/ 0 w 148"/>
                <a:gd name="T13" fmla="*/ 70 h 96"/>
                <a:gd name="T14" fmla="*/ 27 w 148"/>
                <a:gd name="T15" fmla="*/ 96 h 96"/>
                <a:gd name="T16" fmla="*/ 113 w 148"/>
                <a:gd name="T17" fmla="*/ 96 h 96"/>
                <a:gd name="T18" fmla="*/ 148 w 148"/>
                <a:gd name="T19" fmla="*/ 61 h 96"/>
                <a:gd name="T20" fmla="*/ 113 w 148"/>
                <a:gd name="T21" fmla="*/ 2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8" h="96">
                  <a:moveTo>
                    <a:pt x="113" y="27"/>
                  </a:moveTo>
                  <a:cubicBezTo>
                    <a:pt x="111" y="27"/>
                    <a:pt x="109" y="27"/>
                    <a:pt x="107" y="27"/>
                  </a:cubicBezTo>
                  <a:cubicBezTo>
                    <a:pt x="102" y="11"/>
                    <a:pt x="87" y="0"/>
                    <a:pt x="69" y="0"/>
                  </a:cubicBezTo>
                  <a:cubicBezTo>
                    <a:pt x="47" y="0"/>
                    <a:pt x="30" y="17"/>
                    <a:pt x="30" y="38"/>
                  </a:cubicBezTo>
                  <a:cubicBezTo>
                    <a:pt x="30" y="40"/>
                    <a:pt x="30" y="42"/>
                    <a:pt x="30" y="44"/>
                  </a:cubicBezTo>
                  <a:cubicBezTo>
                    <a:pt x="29" y="44"/>
                    <a:pt x="28" y="43"/>
                    <a:pt x="27" y="43"/>
                  </a:cubicBezTo>
                  <a:cubicBezTo>
                    <a:pt x="12" y="43"/>
                    <a:pt x="0" y="55"/>
                    <a:pt x="0" y="70"/>
                  </a:cubicBezTo>
                  <a:cubicBezTo>
                    <a:pt x="0" y="84"/>
                    <a:pt x="12" y="96"/>
                    <a:pt x="27" y="96"/>
                  </a:cubicBezTo>
                  <a:cubicBezTo>
                    <a:pt x="113" y="96"/>
                    <a:pt x="113" y="96"/>
                    <a:pt x="113" y="96"/>
                  </a:cubicBezTo>
                  <a:cubicBezTo>
                    <a:pt x="132" y="96"/>
                    <a:pt x="148" y="80"/>
                    <a:pt x="148" y="61"/>
                  </a:cubicBezTo>
                  <a:cubicBezTo>
                    <a:pt x="148" y="42"/>
                    <a:pt x="132" y="27"/>
                    <a:pt x="113" y="27"/>
                  </a:cubicBezTo>
                  <a:close/>
                </a:path>
              </a:pathLst>
            </a:custGeom>
            <a:solidFill>
              <a:schemeClr val="accent1">
                <a:lumMod val="50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277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2776"/>
                </a:solidFill>
                <a:effectLst/>
                <a:uLnTx/>
                <a:uFillTx/>
              </a:endParaRPr>
            </a:p>
          </p:txBody>
        </p:sp>
        <p:sp>
          <p:nvSpPr>
            <p:cNvPr id="155" name="Flowchart: Multidocument 154">
              <a:extLst>
                <a:ext uri="{FF2B5EF4-FFF2-40B4-BE49-F238E27FC236}">
                  <a16:creationId xmlns:a16="http://schemas.microsoft.com/office/drawing/2014/main" id="{B834CA9D-B1B5-2DAE-011A-D2D60B7EFD18}"/>
                </a:ext>
              </a:extLst>
            </p:cNvPr>
            <p:cNvSpPr/>
            <p:nvPr/>
          </p:nvSpPr>
          <p:spPr>
            <a:xfrm>
              <a:off x="8990549" y="2012735"/>
              <a:ext cx="732021" cy="415525"/>
            </a:xfrm>
            <a:prstGeom prst="flowChartMultidocument">
              <a:avLst/>
            </a:prstGeom>
            <a:solidFill>
              <a:schemeClr val="accent1">
                <a:lumMod val="50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a:solidFill>
                    <a:schemeClr val="bg1"/>
                  </a:solidFill>
                </a:rPr>
                <a:t>Receive</a:t>
              </a:r>
            </a:p>
          </p:txBody>
        </p:sp>
        <p:sp>
          <p:nvSpPr>
            <p:cNvPr id="156" name="Rectangle 155">
              <a:extLst>
                <a:ext uri="{FF2B5EF4-FFF2-40B4-BE49-F238E27FC236}">
                  <a16:creationId xmlns:a16="http://schemas.microsoft.com/office/drawing/2014/main" id="{54293E24-3FF7-5AE5-D9C5-F1365CBF1FB2}"/>
                </a:ext>
              </a:extLst>
            </p:cNvPr>
            <p:cNvSpPr/>
            <p:nvPr/>
          </p:nvSpPr>
          <p:spPr>
            <a:xfrm>
              <a:off x="9886157" y="2567888"/>
              <a:ext cx="881973" cy="246221"/>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Pct val="100000"/>
                <a:buFontTx/>
                <a:buNone/>
                <a:tabLst/>
                <a:defRPr/>
              </a:pPr>
              <a:r>
                <a:rPr kumimoji="0" lang="en-US" sz="1000" i="0" u="none" strike="noStrike" kern="0" normalizeH="0" baseline="0" noProof="0">
                  <a:ln w="0"/>
                  <a:effectLst>
                    <a:outerShdw blurRad="38100" dist="19050" dir="2700000" algn="tl" rotWithShape="0">
                      <a:schemeClr val="dk1">
                        <a:alpha val="40000"/>
                      </a:schemeClr>
                    </a:outerShdw>
                  </a:effectLst>
                  <a:uLnTx/>
                  <a:uFillTx/>
                </a:rPr>
                <a:t>Cornerstone</a:t>
              </a:r>
            </a:p>
          </p:txBody>
        </p:sp>
        <p:sp>
          <p:nvSpPr>
            <p:cNvPr id="157" name="Rounded Rectangle 10">
              <a:extLst>
                <a:ext uri="{FF2B5EF4-FFF2-40B4-BE49-F238E27FC236}">
                  <a16:creationId xmlns:a16="http://schemas.microsoft.com/office/drawing/2014/main" id="{5E7AC3DF-D2D6-A2B8-E994-782884DD126B}"/>
                </a:ext>
              </a:extLst>
            </p:cNvPr>
            <p:cNvSpPr/>
            <p:nvPr/>
          </p:nvSpPr>
          <p:spPr>
            <a:xfrm>
              <a:off x="10094435" y="2041065"/>
              <a:ext cx="654346" cy="358864"/>
            </a:xfrm>
            <a:prstGeom prst="roundRect">
              <a:avLst/>
            </a:prstGeom>
            <a:solidFill>
              <a:schemeClr val="accent1">
                <a:lumMod val="50000"/>
              </a:schemeClr>
            </a:solidFill>
            <a:ln>
              <a:noFill/>
            </a:ln>
            <a:effectLst/>
            <a:scene3d>
              <a:camera prst="orthographicFront">
                <a:rot lat="0" lon="0" rev="0"/>
              </a:camera>
              <a:lightRig rig="threePt" dir="t">
                <a:rot lat="0" lon="0" rev="1200000"/>
              </a:lightRig>
            </a:scene3d>
            <a:sp3d/>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800" b="1">
                  <a:solidFill>
                    <a:schemeClr val="bg1"/>
                  </a:solidFill>
                  <a:ea typeface="Open Sans" panose="020B0606030504020204" pitchFamily="34" charset="0"/>
                  <a:cs typeface="Open Sans" panose="020B0606030504020204" pitchFamily="34" charset="0"/>
                </a:rPr>
                <a:t>Load and Import</a:t>
              </a:r>
            </a:p>
          </p:txBody>
        </p:sp>
        <p:sp>
          <p:nvSpPr>
            <p:cNvPr id="158" name="Rectangle 157">
              <a:extLst>
                <a:ext uri="{FF2B5EF4-FFF2-40B4-BE49-F238E27FC236}">
                  <a16:creationId xmlns:a16="http://schemas.microsoft.com/office/drawing/2014/main" id="{81720D61-BF53-F2EC-CC6D-EC7D142D6090}"/>
                </a:ext>
              </a:extLst>
            </p:cNvPr>
            <p:cNvSpPr/>
            <p:nvPr/>
          </p:nvSpPr>
          <p:spPr>
            <a:xfrm>
              <a:off x="8851096" y="1934078"/>
              <a:ext cx="2889799" cy="86138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9" name="Straight Arrow Connector 158">
              <a:extLst>
                <a:ext uri="{FF2B5EF4-FFF2-40B4-BE49-F238E27FC236}">
                  <a16:creationId xmlns:a16="http://schemas.microsoft.com/office/drawing/2014/main" id="{DDD4CA79-C177-3614-61BC-F28D672CC2B2}"/>
                </a:ext>
              </a:extLst>
            </p:cNvPr>
            <p:cNvCxnSpPr>
              <a:cxnSpLocks/>
              <a:stCxn id="155" idx="3"/>
              <a:endCxn id="157" idx="1"/>
            </p:cNvCxnSpPr>
            <p:nvPr/>
          </p:nvCxnSpPr>
          <p:spPr>
            <a:xfrm flipV="1">
              <a:off x="9722570" y="2220497"/>
              <a:ext cx="371865" cy="1"/>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61" name="Straight Arrow Connector 160">
              <a:extLst>
                <a:ext uri="{FF2B5EF4-FFF2-40B4-BE49-F238E27FC236}">
                  <a16:creationId xmlns:a16="http://schemas.microsoft.com/office/drawing/2014/main" id="{1948037F-8DB5-1764-4070-0CB1FAFCD0C0}"/>
                </a:ext>
              </a:extLst>
            </p:cNvPr>
            <p:cNvCxnSpPr>
              <a:cxnSpLocks/>
              <a:stCxn id="157" idx="3"/>
            </p:cNvCxnSpPr>
            <p:nvPr/>
          </p:nvCxnSpPr>
          <p:spPr>
            <a:xfrm flipV="1">
              <a:off x="10748781" y="2206202"/>
              <a:ext cx="365480" cy="14295"/>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grpSp>
      <p:grpSp>
        <p:nvGrpSpPr>
          <p:cNvPr id="162" name="Group 161">
            <a:extLst>
              <a:ext uri="{FF2B5EF4-FFF2-40B4-BE49-F238E27FC236}">
                <a16:creationId xmlns:a16="http://schemas.microsoft.com/office/drawing/2014/main" id="{395F2F85-2672-E362-1952-BAA4293C0474}"/>
              </a:ext>
            </a:extLst>
          </p:cNvPr>
          <p:cNvGrpSpPr/>
          <p:nvPr/>
        </p:nvGrpSpPr>
        <p:grpSpPr>
          <a:xfrm>
            <a:off x="8851096" y="3527806"/>
            <a:ext cx="2889799" cy="1149672"/>
            <a:chOff x="8851096" y="1934078"/>
            <a:chExt cx="2889799" cy="1149672"/>
          </a:xfrm>
        </p:grpSpPr>
        <p:sp>
          <p:nvSpPr>
            <p:cNvPr id="164" name="Freeform 80">
              <a:extLst>
                <a:ext uri="{FF2B5EF4-FFF2-40B4-BE49-F238E27FC236}">
                  <a16:creationId xmlns:a16="http://schemas.microsoft.com/office/drawing/2014/main" id="{5597FCA2-D707-5CB0-2BFD-BC050BE97C40}"/>
                </a:ext>
              </a:extLst>
            </p:cNvPr>
            <p:cNvSpPr>
              <a:spLocks noChangeAspect="1"/>
            </p:cNvSpPr>
            <p:nvPr/>
          </p:nvSpPr>
          <p:spPr bwMode="auto">
            <a:xfrm>
              <a:off x="11075197" y="2044402"/>
              <a:ext cx="526873" cy="360189"/>
            </a:xfrm>
            <a:custGeom>
              <a:avLst/>
              <a:gdLst>
                <a:gd name="T0" fmla="*/ 113 w 148"/>
                <a:gd name="T1" fmla="*/ 27 h 96"/>
                <a:gd name="T2" fmla="*/ 107 w 148"/>
                <a:gd name="T3" fmla="*/ 27 h 96"/>
                <a:gd name="T4" fmla="*/ 69 w 148"/>
                <a:gd name="T5" fmla="*/ 0 h 96"/>
                <a:gd name="T6" fmla="*/ 30 w 148"/>
                <a:gd name="T7" fmla="*/ 38 h 96"/>
                <a:gd name="T8" fmla="*/ 30 w 148"/>
                <a:gd name="T9" fmla="*/ 44 h 96"/>
                <a:gd name="T10" fmla="*/ 27 w 148"/>
                <a:gd name="T11" fmla="*/ 43 h 96"/>
                <a:gd name="T12" fmla="*/ 0 w 148"/>
                <a:gd name="T13" fmla="*/ 70 h 96"/>
                <a:gd name="T14" fmla="*/ 27 w 148"/>
                <a:gd name="T15" fmla="*/ 96 h 96"/>
                <a:gd name="T16" fmla="*/ 113 w 148"/>
                <a:gd name="T17" fmla="*/ 96 h 96"/>
                <a:gd name="T18" fmla="*/ 148 w 148"/>
                <a:gd name="T19" fmla="*/ 61 h 96"/>
                <a:gd name="T20" fmla="*/ 113 w 148"/>
                <a:gd name="T21" fmla="*/ 2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8" h="96">
                  <a:moveTo>
                    <a:pt x="113" y="27"/>
                  </a:moveTo>
                  <a:cubicBezTo>
                    <a:pt x="111" y="27"/>
                    <a:pt x="109" y="27"/>
                    <a:pt x="107" y="27"/>
                  </a:cubicBezTo>
                  <a:cubicBezTo>
                    <a:pt x="102" y="11"/>
                    <a:pt x="87" y="0"/>
                    <a:pt x="69" y="0"/>
                  </a:cubicBezTo>
                  <a:cubicBezTo>
                    <a:pt x="47" y="0"/>
                    <a:pt x="30" y="17"/>
                    <a:pt x="30" y="38"/>
                  </a:cubicBezTo>
                  <a:cubicBezTo>
                    <a:pt x="30" y="40"/>
                    <a:pt x="30" y="42"/>
                    <a:pt x="30" y="44"/>
                  </a:cubicBezTo>
                  <a:cubicBezTo>
                    <a:pt x="29" y="44"/>
                    <a:pt x="28" y="43"/>
                    <a:pt x="27" y="43"/>
                  </a:cubicBezTo>
                  <a:cubicBezTo>
                    <a:pt x="12" y="43"/>
                    <a:pt x="0" y="55"/>
                    <a:pt x="0" y="70"/>
                  </a:cubicBezTo>
                  <a:cubicBezTo>
                    <a:pt x="0" y="84"/>
                    <a:pt x="12" y="96"/>
                    <a:pt x="27" y="96"/>
                  </a:cubicBezTo>
                  <a:cubicBezTo>
                    <a:pt x="113" y="96"/>
                    <a:pt x="113" y="96"/>
                    <a:pt x="113" y="96"/>
                  </a:cubicBezTo>
                  <a:cubicBezTo>
                    <a:pt x="132" y="96"/>
                    <a:pt x="148" y="80"/>
                    <a:pt x="148" y="61"/>
                  </a:cubicBezTo>
                  <a:cubicBezTo>
                    <a:pt x="148" y="42"/>
                    <a:pt x="132" y="27"/>
                    <a:pt x="113" y="27"/>
                  </a:cubicBezTo>
                  <a:close/>
                </a:path>
              </a:pathLst>
            </a:custGeom>
            <a:solidFill>
              <a:schemeClr val="accent1">
                <a:lumMod val="50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277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2776"/>
                </a:solidFill>
                <a:effectLst/>
                <a:uLnTx/>
                <a:uFillTx/>
              </a:endParaRPr>
            </a:p>
          </p:txBody>
        </p:sp>
        <p:sp>
          <p:nvSpPr>
            <p:cNvPr id="166" name="Flowchart: Multidocument 165">
              <a:extLst>
                <a:ext uri="{FF2B5EF4-FFF2-40B4-BE49-F238E27FC236}">
                  <a16:creationId xmlns:a16="http://schemas.microsoft.com/office/drawing/2014/main" id="{272B5150-947C-2C5D-FF6D-AF60FD60D458}"/>
                </a:ext>
              </a:extLst>
            </p:cNvPr>
            <p:cNvSpPr/>
            <p:nvPr/>
          </p:nvSpPr>
          <p:spPr>
            <a:xfrm>
              <a:off x="8990549" y="2012735"/>
              <a:ext cx="732021" cy="415525"/>
            </a:xfrm>
            <a:prstGeom prst="flowChartMultidocument">
              <a:avLst/>
            </a:prstGeom>
            <a:solidFill>
              <a:schemeClr val="accent1">
                <a:lumMod val="50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a:solidFill>
                    <a:schemeClr val="bg1"/>
                  </a:solidFill>
                </a:rPr>
                <a:t>Receive</a:t>
              </a:r>
            </a:p>
          </p:txBody>
        </p:sp>
        <p:sp>
          <p:nvSpPr>
            <p:cNvPr id="168" name="Rectangle 167">
              <a:extLst>
                <a:ext uri="{FF2B5EF4-FFF2-40B4-BE49-F238E27FC236}">
                  <a16:creationId xmlns:a16="http://schemas.microsoft.com/office/drawing/2014/main" id="{882F45B3-B9E3-96C9-170E-88DD715D3882}"/>
                </a:ext>
              </a:extLst>
            </p:cNvPr>
            <p:cNvSpPr/>
            <p:nvPr/>
          </p:nvSpPr>
          <p:spPr>
            <a:xfrm>
              <a:off x="8904294" y="2375864"/>
              <a:ext cx="2836601" cy="707886"/>
            </a:xfrm>
            <a:prstGeom prst="rect">
              <a:avLst/>
            </a:prstGeom>
          </p:spPr>
          <p:txBody>
            <a:bodyPr wrap="square">
              <a:spAutoFit/>
            </a:bodyPr>
            <a:lstStyle/>
            <a:p>
              <a:pPr algn="ctr">
                <a:buSzPct val="100000"/>
                <a:defRPr/>
              </a:pPr>
              <a:r>
                <a:rPr lang="en-US" sz="1000" kern="0">
                  <a:ln w="0"/>
                  <a:effectLst>
                    <a:outerShdw blurRad="38100" dist="19050" dir="2700000" algn="tl" rotWithShape="0">
                      <a:schemeClr val="dk1">
                        <a:alpha val="40000"/>
                      </a:schemeClr>
                    </a:outerShdw>
                  </a:effectLst>
                </a:rPr>
                <a:t>Flexible placeholder for future global integration business needs that are not specifically identified yet </a:t>
              </a:r>
            </a:p>
            <a:p>
              <a:pPr marL="0" marR="0" lvl="0" indent="0" algn="ctr" defTabSz="914400" eaLnBrk="1" fontAlgn="auto" latinLnBrk="0" hangingPunct="1">
                <a:lnSpc>
                  <a:spcPct val="100000"/>
                </a:lnSpc>
                <a:spcBef>
                  <a:spcPts val="0"/>
                </a:spcBef>
                <a:spcAft>
                  <a:spcPts val="0"/>
                </a:spcAft>
                <a:buClrTx/>
                <a:buSzPct val="100000"/>
                <a:buFontTx/>
                <a:buNone/>
                <a:tabLst/>
                <a:defRPr/>
              </a:pPr>
              <a:endParaRPr kumimoji="0" lang="en-US" sz="1000" i="0" u="none" strike="noStrike" kern="0" normalizeH="0" baseline="0" noProof="0">
                <a:ln w="0"/>
                <a:effectLst>
                  <a:outerShdw blurRad="38100" dist="19050" dir="2700000" algn="tl" rotWithShape="0">
                    <a:schemeClr val="dk1">
                      <a:alpha val="40000"/>
                    </a:schemeClr>
                  </a:outerShdw>
                </a:effectLst>
                <a:uLnTx/>
                <a:uFillTx/>
              </a:endParaRPr>
            </a:p>
          </p:txBody>
        </p:sp>
        <p:sp>
          <p:nvSpPr>
            <p:cNvPr id="169" name="Rounded Rectangle 10">
              <a:extLst>
                <a:ext uri="{FF2B5EF4-FFF2-40B4-BE49-F238E27FC236}">
                  <a16:creationId xmlns:a16="http://schemas.microsoft.com/office/drawing/2014/main" id="{61309C7D-DDB8-ACDD-402C-C35513871BE2}"/>
                </a:ext>
              </a:extLst>
            </p:cNvPr>
            <p:cNvSpPr/>
            <p:nvPr/>
          </p:nvSpPr>
          <p:spPr>
            <a:xfrm>
              <a:off x="10094435" y="2041065"/>
              <a:ext cx="654346" cy="358864"/>
            </a:xfrm>
            <a:prstGeom prst="roundRect">
              <a:avLst/>
            </a:prstGeom>
            <a:solidFill>
              <a:schemeClr val="accent1">
                <a:lumMod val="50000"/>
              </a:schemeClr>
            </a:solidFill>
            <a:ln>
              <a:noFill/>
            </a:ln>
            <a:effectLst/>
            <a:scene3d>
              <a:camera prst="orthographicFront">
                <a:rot lat="0" lon="0" rev="0"/>
              </a:camera>
              <a:lightRig rig="threePt" dir="t">
                <a:rot lat="0" lon="0" rev="1200000"/>
              </a:lightRig>
            </a:scene3d>
            <a:sp3d/>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800" b="1">
                  <a:solidFill>
                    <a:schemeClr val="bg1"/>
                  </a:solidFill>
                  <a:ea typeface="Open Sans" panose="020B0606030504020204" pitchFamily="34" charset="0"/>
                  <a:cs typeface="Open Sans" panose="020B0606030504020204" pitchFamily="34" charset="0"/>
                </a:rPr>
                <a:t>Load and Import</a:t>
              </a:r>
            </a:p>
          </p:txBody>
        </p:sp>
        <p:sp>
          <p:nvSpPr>
            <p:cNvPr id="170" name="Rectangle 169">
              <a:extLst>
                <a:ext uri="{FF2B5EF4-FFF2-40B4-BE49-F238E27FC236}">
                  <a16:creationId xmlns:a16="http://schemas.microsoft.com/office/drawing/2014/main" id="{6F28940A-E703-2543-A995-68DE40A7905C}"/>
                </a:ext>
              </a:extLst>
            </p:cNvPr>
            <p:cNvSpPr/>
            <p:nvPr/>
          </p:nvSpPr>
          <p:spPr>
            <a:xfrm>
              <a:off x="8851096" y="1934078"/>
              <a:ext cx="2889799" cy="107462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1" name="Straight Arrow Connector 170">
              <a:extLst>
                <a:ext uri="{FF2B5EF4-FFF2-40B4-BE49-F238E27FC236}">
                  <a16:creationId xmlns:a16="http://schemas.microsoft.com/office/drawing/2014/main" id="{C80DFA9D-8F73-F6B4-7681-1CE8C8225EEF}"/>
                </a:ext>
              </a:extLst>
            </p:cNvPr>
            <p:cNvCxnSpPr>
              <a:cxnSpLocks/>
              <a:stCxn id="166" idx="3"/>
              <a:endCxn id="169" idx="1"/>
            </p:cNvCxnSpPr>
            <p:nvPr/>
          </p:nvCxnSpPr>
          <p:spPr>
            <a:xfrm flipV="1">
              <a:off x="9722570" y="2220497"/>
              <a:ext cx="371865" cy="1"/>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89" name="Straight Arrow Connector 188">
              <a:extLst>
                <a:ext uri="{FF2B5EF4-FFF2-40B4-BE49-F238E27FC236}">
                  <a16:creationId xmlns:a16="http://schemas.microsoft.com/office/drawing/2014/main" id="{9A1C6916-8F1D-7CF4-4556-2C04D4DD045C}"/>
                </a:ext>
              </a:extLst>
            </p:cNvPr>
            <p:cNvCxnSpPr>
              <a:cxnSpLocks/>
              <a:stCxn id="169" idx="3"/>
            </p:cNvCxnSpPr>
            <p:nvPr/>
          </p:nvCxnSpPr>
          <p:spPr>
            <a:xfrm>
              <a:off x="10748781" y="2220497"/>
              <a:ext cx="344621" cy="0"/>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grpSp>
      <p:sp>
        <p:nvSpPr>
          <p:cNvPr id="190" name="Rectangle: Rounded Corners 189">
            <a:extLst>
              <a:ext uri="{FF2B5EF4-FFF2-40B4-BE49-F238E27FC236}">
                <a16:creationId xmlns:a16="http://schemas.microsoft.com/office/drawing/2014/main" id="{5F350050-1B2C-B0C6-0CA4-9F4F7CDE84BA}"/>
              </a:ext>
            </a:extLst>
          </p:cNvPr>
          <p:cNvSpPr/>
          <p:nvPr/>
        </p:nvSpPr>
        <p:spPr>
          <a:xfrm>
            <a:off x="7915112" y="2844352"/>
            <a:ext cx="268093" cy="1092549"/>
          </a:xfrm>
          <a:prstGeom prst="round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000">
                <a:solidFill>
                  <a:schemeClr val="tx1">
                    <a:lumMod val="75000"/>
                    <a:lumOff val="25000"/>
                  </a:schemeClr>
                </a:solidFill>
              </a:rPr>
              <a:t>Data Entry/Exit</a:t>
            </a:r>
          </a:p>
        </p:txBody>
      </p:sp>
      <p:cxnSp>
        <p:nvCxnSpPr>
          <p:cNvPr id="191" name="Connector: Elbow 190">
            <a:extLst>
              <a:ext uri="{FF2B5EF4-FFF2-40B4-BE49-F238E27FC236}">
                <a16:creationId xmlns:a16="http://schemas.microsoft.com/office/drawing/2014/main" id="{966B7F57-C619-BBB4-1286-3A2CB952FBE3}"/>
              </a:ext>
            </a:extLst>
          </p:cNvPr>
          <p:cNvCxnSpPr>
            <a:cxnSpLocks/>
            <a:stCxn id="190" idx="3"/>
            <a:endCxn id="150" idx="1"/>
          </p:cNvCxnSpPr>
          <p:nvPr/>
        </p:nvCxnSpPr>
        <p:spPr>
          <a:xfrm flipV="1">
            <a:off x="8183205" y="1974153"/>
            <a:ext cx="667891" cy="1416474"/>
          </a:xfrm>
          <a:prstGeom prst="bentConnector3">
            <a:avLst>
              <a:gd name="adj1" fmla="val 50000"/>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92" name="Connector: Elbow 191">
            <a:extLst>
              <a:ext uri="{FF2B5EF4-FFF2-40B4-BE49-F238E27FC236}">
                <a16:creationId xmlns:a16="http://schemas.microsoft.com/office/drawing/2014/main" id="{08F3DCCD-E797-25EA-8BCF-2BF4481E2228}"/>
              </a:ext>
            </a:extLst>
          </p:cNvPr>
          <p:cNvCxnSpPr>
            <a:cxnSpLocks/>
            <a:stCxn id="190" idx="3"/>
          </p:cNvCxnSpPr>
          <p:nvPr/>
        </p:nvCxnSpPr>
        <p:spPr>
          <a:xfrm flipV="1">
            <a:off x="8183205" y="3103335"/>
            <a:ext cx="681928" cy="287292"/>
          </a:xfrm>
          <a:prstGeom prst="bentConnector3">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93" name="Connector: Elbow 192">
            <a:extLst>
              <a:ext uri="{FF2B5EF4-FFF2-40B4-BE49-F238E27FC236}">
                <a16:creationId xmlns:a16="http://schemas.microsoft.com/office/drawing/2014/main" id="{07F34EB1-0D6E-6FBD-31DE-D33E81991A7C}"/>
              </a:ext>
            </a:extLst>
          </p:cNvPr>
          <p:cNvCxnSpPr>
            <a:cxnSpLocks/>
            <a:stCxn id="190" idx="3"/>
            <a:endCxn id="170" idx="1"/>
          </p:cNvCxnSpPr>
          <p:nvPr/>
        </p:nvCxnSpPr>
        <p:spPr>
          <a:xfrm>
            <a:off x="8183205" y="3390627"/>
            <a:ext cx="667891" cy="674491"/>
          </a:xfrm>
          <a:prstGeom prst="bentConnector3">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grpSp>
        <p:nvGrpSpPr>
          <p:cNvPr id="194" name="Group 193">
            <a:extLst>
              <a:ext uri="{FF2B5EF4-FFF2-40B4-BE49-F238E27FC236}">
                <a16:creationId xmlns:a16="http://schemas.microsoft.com/office/drawing/2014/main" id="{68ED0BB2-32AD-6AE0-4CE9-DFEAC97ACAD3}"/>
              </a:ext>
            </a:extLst>
          </p:cNvPr>
          <p:cNvGrpSpPr/>
          <p:nvPr/>
        </p:nvGrpSpPr>
        <p:grpSpPr>
          <a:xfrm>
            <a:off x="8852723" y="5061440"/>
            <a:ext cx="2889799" cy="1168850"/>
            <a:chOff x="8851096" y="1934078"/>
            <a:chExt cx="2889799" cy="861381"/>
          </a:xfrm>
        </p:grpSpPr>
        <p:sp>
          <p:nvSpPr>
            <p:cNvPr id="195" name="Flowchart: Multidocument 194">
              <a:extLst>
                <a:ext uri="{FF2B5EF4-FFF2-40B4-BE49-F238E27FC236}">
                  <a16:creationId xmlns:a16="http://schemas.microsoft.com/office/drawing/2014/main" id="{C6E7AD1B-AE36-7250-C72A-F61A171589B7}"/>
                </a:ext>
              </a:extLst>
            </p:cNvPr>
            <p:cNvSpPr/>
            <p:nvPr/>
          </p:nvSpPr>
          <p:spPr>
            <a:xfrm>
              <a:off x="8990549" y="2012735"/>
              <a:ext cx="732021" cy="415525"/>
            </a:xfrm>
            <a:prstGeom prst="flowChartMultidocument">
              <a:avLst/>
            </a:prstGeom>
            <a:solidFill>
              <a:schemeClr val="bg2">
                <a:lumMod val="75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a:solidFill>
                    <a:schemeClr val="bg1"/>
                  </a:solidFill>
                </a:rPr>
                <a:t>Receive</a:t>
              </a:r>
            </a:p>
          </p:txBody>
        </p:sp>
        <p:sp>
          <p:nvSpPr>
            <p:cNvPr id="196" name="Rectangle 195">
              <a:extLst>
                <a:ext uri="{FF2B5EF4-FFF2-40B4-BE49-F238E27FC236}">
                  <a16:creationId xmlns:a16="http://schemas.microsoft.com/office/drawing/2014/main" id="{16673717-135E-6EA3-DEDB-80AE45F58CEC}"/>
                </a:ext>
              </a:extLst>
            </p:cNvPr>
            <p:cNvSpPr/>
            <p:nvPr/>
          </p:nvSpPr>
          <p:spPr>
            <a:xfrm>
              <a:off x="9090205" y="2445171"/>
              <a:ext cx="2560321" cy="166733"/>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Pct val="100000"/>
                <a:buFontTx/>
                <a:buNone/>
                <a:tabLst/>
                <a:defRPr/>
              </a:pPr>
              <a:endParaRPr kumimoji="0" lang="en-US" sz="1000" i="0" u="none" strike="noStrike" kern="0" normalizeH="0" baseline="0" noProof="0">
                <a:ln w="0"/>
                <a:effectLst>
                  <a:outerShdw blurRad="38100" dist="19050" dir="2700000" algn="tl" rotWithShape="0">
                    <a:schemeClr val="dk1">
                      <a:alpha val="40000"/>
                    </a:schemeClr>
                  </a:outerShdw>
                </a:effectLst>
                <a:uLnTx/>
                <a:uFillTx/>
              </a:endParaRPr>
            </a:p>
          </p:txBody>
        </p:sp>
        <p:sp>
          <p:nvSpPr>
            <p:cNvPr id="197" name="Rounded Rectangle 10">
              <a:extLst>
                <a:ext uri="{FF2B5EF4-FFF2-40B4-BE49-F238E27FC236}">
                  <a16:creationId xmlns:a16="http://schemas.microsoft.com/office/drawing/2014/main" id="{551C12DD-A0FF-8A4C-7375-4EDE689EE8DB}"/>
                </a:ext>
              </a:extLst>
            </p:cNvPr>
            <p:cNvSpPr/>
            <p:nvPr/>
          </p:nvSpPr>
          <p:spPr>
            <a:xfrm>
              <a:off x="10094435" y="2041065"/>
              <a:ext cx="654346" cy="358864"/>
            </a:xfrm>
            <a:prstGeom prst="roundRect">
              <a:avLst/>
            </a:prstGeom>
            <a:solidFill>
              <a:schemeClr val="bg2">
                <a:lumMod val="75000"/>
              </a:schemeClr>
            </a:solidFill>
            <a:ln>
              <a:noFill/>
            </a:ln>
            <a:effectLst/>
            <a:scene3d>
              <a:camera prst="orthographicFront">
                <a:rot lat="0" lon="0" rev="0"/>
              </a:camera>
              <a:lightRig rig="threePt" dir="t">
                <a:rot lat="0" lon="0" rev="1200000"/>
              </a:lightRig>
            </a:scene3d>
            <a:sp3d/>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800" b="1">
                  <a:solidFill>
                    <a:schemeClr val="bg1"/>
                  </a:solidFill>
                  <a:ea typeface="Open Sans" panose="020B0606030504020204" pitchFamily="34" charset="0"/>
                  <a:cs typeface="Open Sans" panose="020B0606030504020204" pitchFamily="34" charset="0"/>
                </a:rPr>
                <a:t>Load and Import</a:t>
              </a:r>
            </a:p>
          </p:txBody>
        </p:sp>
        <p:sp>
          <p:nvSpPr>
            <p:cNvPr id="198" name="Rectangle 197">
              <a:extLst>
                <a:ext uri="{FF2B5EF4-FFF2-40B4-BE49-F238E27FC236}">
                  <a16:creationId xmlns:a16="http://schemas.microsoft.com/office/drawing/2014/main" id="{B10C079C-ACEE-2773-96CE-37AA545042E3}"/>
                </a:ext>
              </a:extLst>
            </p:cNvPr>
            <p:cNvSpPr/>
            <p:nvPr/>
          </p:nvSpPr>
          <p:spPr>
            <a:xfrm>
              <a:off x="8851096" y="1934078"/>
              <a:ext cx="2889799" cy="86138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9" name="Straight Arrow Connector 198">
              <a:extLst>
                <a:ext uri="{FF2B5EF4-FFF2-40B4-BE49-F238E27FC236}">
                  <a16:creationId xmlns:a16="http://schemas.microsoft.com/office/drawing/2014/main" id="{350DD706-F411-A103-24D7-AE7E7EB44DAA}"/>
                </a:ext>
              </a:extLst>
            </p:cNvPr>
            <p:cNvCxnSpPr>
              <a:cxnSpLocks/>
              <a:stCxn id="195" idx="3"/>
              <a:endCxn id="197" idx="1"/>
            </p:cNvCxnSpPr>
            <p:nvPr/>
          </p:nvCxnSpPr>
          <p:spPr>
            <a:xfrm flipV="1">
              <a:off x="9722570" y="2220497"/>
              <a:ext cx="371865" cy="1"/>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00" name="Straight Arrow Connector 199">
              <a:extLst>
                <a:ext uri="{FF2B5EF4-FFF2-40B4-BE49-F238E27FC236}">
                  <a16:creationId xmlns:a16="http://schemas.microsoft.com/office/drawing/2014/main" id="{6BF51117-04EB-CCC8-4A7C-C6851888275E}"/>
                </a:ext>
              </a:extLst>
            </p:cNvPr>
            <p:cNvCxnSpPr>
              <a:cxnSpLocks/>
              <a:stCxn id="197" idx="3"/>
            </p:cNvCxnSpPr>
            <p:nvPr/>
          </p:nvCxnSpPr>
          <p:spPr>
            <a:xfrm flipV="1">
              <a:off x="10748781" y="2220496"/>
              <a:ext cx="330584" cy="1"/>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grpSp>
      <p:cxnSp>
        <p:nvCxnSpPr>
          <p:cNvPr id="201" name="Connector: Elbow 200">
            <a:extLst>
              <a:ext uri="{FF2B5EF4-FFF2-40B4-BE49-F238E27FC236}">
                <a16:creationId xmlns:a16="http://schemas.microsoft.com/office/drawing/2014/main" id="{B8C1F98F-CE6A-8114-FE5C-1BC313AC23A9}"/>
              </a:ext>
            </a:extLst>
          </p:cNvPr>
          <p:cNvCxnSpPr>
            <a:cxnSpLocks/>
            <a:stCxn id="190" idx="3"/>
            <a:endCxn id="198" idx="1"/>
          </p:cNvCxnSpPr>
          <p:nvPr/>
        </p:nvCxnSpPr>
        <p:spPr>
          <a:xfrm>
            <a:off x="8183205" y="3390627"/>
            <a:ext cx="669518" cy="2255238"/>
          </a:xfrm>
          <a:prstGeom prst="bentConnector3">
            <a:avLst>
              <a:gd name="adj1" fmla="val 50000"/>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02" name="Connector: Elbow 201">
            <a:extLst>
              <a:ext uri="{FF2B5EF4-FFF2-40B4-BE49-F238E27FC236}">
                <a16:creationId xmlns:a16="http://schemas.microsoft.com/office/drawing/2014/main" id="{F163A81F-DEEA-902D-7D85-43957A35EB71}"/>
              </a:ext>
            </a:extLst>
          </p:cNvPr>
          <p:cNvCxnSpPr>
            <a:cxnSpLocks/>
            <a:stCxn id="110" idx="3"/>
            <a:endCxn id="190" idx="1"/>
          </p:cNvCxnSpPr>
          <p:nvPr/>
        </p:nvCxnSpPr>
        <p:spPr>
          <a:xfrm flipV="1">
            <a:off x="7638112" y="3390627"/>
            <a:ext cx="277000" cy="3085"/>
          </a:xfrm>
          <a:prstGeom prst="bentConnector3">
            <a:avLst>
              <a:gd name="adj1" fmla="val 50000"/>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03" name="Connector: Elbow 202">
            <a:extLst>
              <a:ext uri="{FF2B5EF4-FFF2-40B4-BE49-F238E27FC236}">
                <a16:creationId xmlns:a16="http://schemas.microsoft.com/office/drawing/2014/main" id="{E1C5EC95-D011-8651-E1D5-1A77A79DCC18}"/>
              </a:ext>
            </a:extLst>
          </p:cNvPr>
          <p:cNvCxnSpPr>
            <a:stCxn id="116" idx="1"/>
            <a:endCxn id="124" idx="3"/>
          </p:cNvCxnSpPr>
          <p:nvPr/>
        </p:nvCxnSpPr>
        <p:spPr>
          <a:xfrm rot="10800000" flipV="1">
            <a:off x="3421495" y="3376640"/>
            <a:ext cx="250799" cy="1"/>
          </a:xfrm>
          <a:prstGeom prst="bentConnector3">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04" name="Connector: Elbow 203">
            <a:extLst>
              <a:ext uri="{FF2B5EF4-FFF2-40B4-BE49-F238E27FC236}">
                <a16:creationId xmlns:a16="http://schemas.microsoft.com/office/drawing/2014/main" id="{29948868-87DB-E84B-1C08-271FC2FD0812}"/>
              </a:ext>
            </a:extLst>
          </p:cNvPr>
          <p:cNvCxnSpPr>
            <a:cxnSpLocks/>
            <a:stCxn id="58" idx="3"/>
            <a:endCxn id="206" idx="1"/>
          </p:cNvCxnSpPr>
          <p:nvPr/>
        </p:nvCxnSpPr>
        <p:spPr>
          <a:xfrm flipV="1">
            <a:off x="4799148" y="2485971"/>
            <a:ext cx="286362" cy="887545"/>
          </a:xfrm>
          <a:prstGeom prst="bentConnector3">
            <a:avLst>
              <a:gd name="adj1" fmla="val 50000"/>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06" name="Rectangle 205">
            <a:extLst>
              <a:ext uri="{FF2B5EF4-FFF2-40B4-BE49-F238E27FC236}">
                <a16:creationId xmlns:a16="http://schemas.microsoft.com/office/drawing/2014/main" id="{A0946197-D2D3-6D2E-4BDB-B98FC3EE9ECC}"/>
              </a:ext>
            </a:extLst>
          </p:cNvPr>
          <p:cNvSpPr/>
          <p:nvPr/>
        </p:nvSpPr>
        <p:spPr>
          <a:xfrm>
            <a:off x="5085510" y="2151663"/>
            <a:ext cx="830228" cy="668615"/>
          </a:xfrm>
          <a:prstGeom prst="rect">
            <a:avLst/>
          </a:prstGeom>
          <a:no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8" name="Connector: Elbow 207">
            <a:extLst>
              <a:ext uri="{FF2B5EF4-FFF2-40B4-BE49-F238E27FC236}">
                <a16:creationId xmlns:a16="http://schemas.microsoft.com/office/drawing/2014/main" id="{4609817B-E2AB-5F63-68EF-2F3E583B1F80}"/>
              </a:ext>
            </a:extLst>
          </p:cNvPr>
          <p:cNvCxnSpPr>
            <a:stCxn id="98" idx="3"/>
            <a:endCxn id="110" idx="1"/>
          </p:cNvCxnSpPr>
          <p:nvPr/>
        </p:nvCxnSpPr>
        <p:spPr>
          <a:xfrm>
            <a:off x="6828870" y="2494799"/>
            <a:ext cx="409925" cy="898913"/>
          </a:xfrm>
          <a:prstGeom prst="bentConnector3">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09" name="Freeform 80">
            <a:extLst>
              <a:ext uri="{FF2B5EF4-FFF2-40B4-BE49-F238E27FC236}">
                <a16:creationId xmlns:a16="http://schemas.microsoft.com/office/drawing/2014/main" id="{1493342D-057E-F6E3-1D9F-3E2D0A43E583}"/>
              </a:ext>
            </a:extLst>
          </p:cNvPr>
          <p:cNvSpPr>
            <a:spLocks noChangeAspect="1"/>
          </p:cNvSpPr>
          <p:nvPr/>
        </p:nvSpPr>
        <p:spPr bwMode="auto">
          <a:xfrm>
            <a:off x="11102546" y="5271752"/>
            <a:ext cx="526873" cy="360189"/>
          </a:xfrm>
          <a:custGeom>
            <a:avLst/>
            <a:gdLst>
              <a:gd name="T0" fmla="*/ 113 w 148"/>
              <a:gd name="T1" fmla="*/ 27 h 96"/>
              <a:gd name="T2" fmla="*/ 107 w 148"/>
              <a:gd name="T3" fmla="*/ 27 h 96"/>
              <a:gd name="T4" fmla="*/ 69 w 148"/>
              <a:gd name="T5" fmla="*/ 0 h 96"/>
              <a:gd name="T6" fmla="*/ 30 w 148"/>
              <a:gd name="T7" fmla="*/ 38 h 96"/>
              <a:gd name="T8" fmla="*/ 30 w 148"/>
              <a:gd name="T9" fmla="*/ 44 h 96"/>
              <a:gd name="T10" fmla="*/ 27 w 148"/>
              <a:gd name="T11" fmla="*/ 43 h 96"/>
              <a:gd name="T12" fmla="*/ 0 w 148"/>
              <a:gd name="T13" fmla="*/ 70 h 96"/>
              <a:gd name="T14" fmla="*/ 27 w 148"/>
              <a:gd name="T15" fmla="*/ 96 h 96"/>
              <a:gd name="T16" fmla="*/ 113 w 148"/>
              <a:gd name="T17" fmla="*/ 96 h 96"/>
              <a:gd name="T18" fmla="*/ 148 w 148"/>
              <a:gd name="T19" fmla="*/ 61 h 96"/>
              <a:gd name="T20" fmla="*/ 113 w 148"/>
              <a:gd name="T21" fmla="*/ 2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8" h="96">
                <a:moveTo>
                  <a:pt x="113" y="27"/>
                </a:moveTo>
                <a:cubicBezTo>
                  <a:pt x="111" y="27"/>
                  <a:pt x="109" y="27"/>
                  <a:pt x="107" y="27"/>
                </a:cubicBezTo>
                <a:cubicBezTo>
                  <a:pt x="102" y="11"/>
                  <a:pt x="87" y="0"/>
                  <a:pt x="69" y="0"/>
                </a:cubicBezTo>
                <a:cubicBezTo>
                  <a:pt x="47" y="0"/>
                  <a:pt x="30" y="17"/>
                  <a:pt x="30" y="38"/>
                </a:cubicBezTo>
                <a:cubicBezTo>
                  <a:pt x="30" y="40"/>
                  <a:pt x="30" y="42"/>
                  <a:pt x="30" y="44"/>
                </a:cubicBezTo>
                <a:cubicBezTo>
                  <a:pt x="29" y="44"/>
                  <a:pt x="28" y="43"/>
                  <a:pt x="27" y="43"/>
                </a:cubicBezTo>
                <a:cubicBezTo>
                  <a:pt x="12" y="43"/>
                  <a:pt x="0" y="55"/>
                  <a:pt x="0" y="70"/>
                </a:cubicBezTo>
                <a:cubicBezTo>
                  <a:pt x="0" y="84"/>
                  <a:pt x="12" y="96"/>
                  <a:pt x="27" y="96"/>
                </a:cubicBezTo>
                <a:cubicBezTo>
                  <a:pt x="113" y="96"/>
                  <a:pt x="113" y="96"/>
                  <a:pt x="113" y="96"/>
                </a:cubicBezTo>
                <a:cubicBezTo>
                  <a:pt x="132" y="96"/>
                  <a:pt x="148" y="80"/>
                  <a:pt x="148" y="61"/>
                </a:cubicBezTo>
                <a:cubicBezTo>
                  <a:pt x="148" y="42"/>
                  <a:pt x="132" y="27"/>
                  <a:pt x="113" y="27"/>
                </a:cubicBezTo>
                <a:close/>
              </a:path>
            </a:pathLst>
          </a:custGeom>
          <a:solidFill>
            <a:schemeClr val="bg2">
              <a:lumMod val="75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277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2776"/>
              </a:solidFill>
              <a:effectLst/>
              <a:uLnTx/>
              <a:uFillTx/>
            </a:endParaRPr>
          </a:p>
        </p:txBody>
      </p:sp>
      <p:sp>
        <p:nvSpPr>
          <p:cNvPr id="211" name="TextBox 210">
            <a:extLst>
              <a:ext uri="{FF2B5EF4-FFF2-40B4-BE49-F238E27FC236}">
                <a16:creationId xmlns:a16="http://schemas.microsoft.com/office/drawing/2014/main" id="{EE4CD797-C300-034A-2BB0-F293251DB690}"/>
              </a:ext>
            </a:extLst>
          </p:cNvPr>
          <p:cNvSpPr txBox="1"/>
          <p:nvPr/>
        </p:nvSpPr>
        <p:spPr>
          <a:xfrm>
            <a:off x="9960864" y="5805058"/>
            <a:ext cx="2231136" cy="238587"/>
          </a:xfrm>
          <a:prstGeom prst="rect">
            <a:avLst/>
          </a:prstGeom>
          <a:noFill/>
        </p:spPr>
        <p:txBody>
          <a:bodyPr wrap="square" lIns="0" rIns="0" rtlCol="0">
            <a:noAutofit/>
          </a:bodyPr>
          <a:lstStyle/>
          <a:p>
            <a:pPr algn="l">
              <a:spcBef>
                <a:spcPts val="500"/>
              </a:spcBef>
              <a:spcAft>
                <a:spcPts val="300"/>
              </a:spcAft>
            </a:pPr>
            <a:r>
              <a:rPr lang="en-US" sz="1200" b="1"/>
              <a:t>Perceptex</a:t>
            </a:r>
          </a:p>
        </p:txBody>
      </p:sp>
      <p:sp>
        <p:nvSpPr>
          <p:cNvPr id="6" name="Rectangle 5">
            <a:extLst>
              <a:ext uri="{FF2B5EF4-FFF2-40B4-BE49-F238E27FC236}">
                <a16:creationId xmlns:a16="http://schemas.microsoft.com/office/drawing/2014/main" id="{5DE03536-4F17-13F6-4C38-132DF36BB15D}"/>
              </a:ext>
            </a:extLst>
          </p:cNvPr>
          <p:cNvSpPr/>
          <p:nvPr/>
        </p:nvSpPr>
        <p:spPr>
          <a:xfrm>
            <a:off x="368171" y="6444927"/>
            <a:ext cx="2523600" cy="3334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05BD7AE-2268-00CE-0407-6783B5D6CB70}"/>
              </a:ext>
            </a:extLst>
          </p:cNvPr>
          <p:cNvSpPr txBox="1"/>
          <p:nvPr/>
        </p:nvSpPr>
        <p:spPr>
          <a:xfrm>
            <a:off x="3574096" y="5135749"/>
            <a:ext cx="4596699" cy="1309177"/>
          </a:xfrm>
          <a:prstGeom prst="rect">
            <a:avLst/>
          </a:prstGeom>
          <a:noFill/>
        </p:spPr>
        <p:txBody>
          <a:bodyPr wrap="square" lIns="0" rIns="0" rtlCol="0">
            <a:noAutofit/>
          </a:bodyPr>
          <a:lstStyle/>
          <a:p>
            <a:pPr marL="285750" indent="-285750" algn="l">
              <a:spcBef>
                <a:spcPts val="500"/>
              </a:spcBef>
              <a:spcAft>
                <a:spcPts val="300"/>
              </a:spcAft>
              <a:buFont typeface="Arial" panose="020B0604020202020204" pitchFamily="34" charset="0"/>
              <a:buChar char="•"/>
            </a:pPr>
            <a:r>
              <a:rPr lang="en-US" sz="1100"/>
              <a:t>Global People and org data repository that stores and handles transformation, mapping and file formatting.</a:t>
            </a:r>
          </a:p>
          <a:p>
            <a:pPr marL="285750" indent="-285750" algn="l">
              <a:spcBef>
                <a:spcPts val="500"/>
              </a:spcBef>
              <a:spcAft>
                <a:spcPts val="300"/>
              </a:spcAft>
              <a:buFont typeface="Arial" panose="020B0604020202020204" pitchFamily="34" charset="0"/>
              <a:buChar char="•"/>
            </a:pPr>
            <a:r>
              <a:rPr lang="en-US" sz="1100"/>
              <a:t>Global People Analytics will be sourced in Data Hub</a:t>
            </a:r>
          </a:p>
          <a:p>
            <a:pPr marL="285750" indent="-285750">
              <a:spcBef>
                <a:spcPts val="500"/>
              </a:spcBef>
              <a:spcAft>
                <a:spcPts val="300"/>
              </a:spcAft>
              <a:buFont typeface="Arial" panose="020B0604020202020204" pitchFamily="34" charset="0"/>
              <a:buChar char="•"/>
            </a:pPr>
            <a:r>
              <a:rPr lang="en-US" sz="1100"/>
              <a:t>File Transfer or API based on downstream system </a:t>
            </a:r>
            <a:endParaRPr lang="en-US" sz="1100" b="1">
              <a:solidFill>
                <a:srgbClr val="FF0000"/>
              </a:solidFill>
            </a:endParaRPr>
          </a:p>
          <a:p>
            <a:pPr marL="285750" indent="-285750">
              <a:spcBef>
                <a:spcPts val="500"/>
              </a:spcBef>
              <a:spcAft>
                <a:spcPts val="300"/>
              </a:spcAft>
              <a:buFont typeface="Arial" panose="020B0604020202020204" pitchFamily="34" charset="0"/>
              <a:buChar char="•"/>
            </a:pPr>
            <a:r>
              <a:rPr lang="en-US" sz="1100" kern="0"/>
              <a:t>Integrations triggered based on schedule configured</a:t>
            </a:r>
            <a:endParaRPr lang="en-US" sz="1100" kern="0">
              <a:cs typeface="Segoe UI"/>
            </a:endParaRPr>
          </a:p>
          <a:p>
            <a:pPr>
              <a:spcBef>
                <a:spcPts val="500"/>
              </a:spcBef>
              <a:spcAft>
                <a:spcPts val="300"/>
              </a:spcAft>
            </a:pPr>
            <a:endParaRPr lang="en-US" sz="1100" b="1">
              <a:solidFill>
                <a:srgbClr val="FF0000"/>
              </a:solidFill>
            </a:endParaRPr>
          </a:p>
          <a:p>
            <a:pPr marL="285750" indent="-285750" algn="l">
              <a:spcBef>
                <a:spcPts val="500"/>
              </a:spcBef>
              <a:spcAft>
                <a:spcPts val="300"/>
              </a:spcAft>
              <a:buFont typeface="Arial" panose="020B0604020202020204" pitchFamily="34" charset="0"/>
              <a:buChar char="•"/>
            </a:pPr>
            <a:endParaRPr lang="en-US" sz="1100"/>
          </a:p>
        </p:txBody>
      </p:sp>
      <p:cxnSp>
        <p:nvCxnSpPr>
          <p:cNvPr id="15" name="Straight Connector 14">
            <a:extLst>
              <a:ext uri="{FF2B5EF4-FFF2-40B4-BE49-F238E27FC236}">
                <a16:creationId xmlns:a16="http://schemas.microsoft.com/office/drawing/2014/main" id="{A791AE94-0B1F-251F-D355-C7DF8D5F4015}"/>
              </a:ext>
            </a:extLst>
          </p:cNvPr>
          <p:cNvCxnSpPr>
            <a:cxnSpLocks/>
          </p:cNvCxnSpPr>
          <p:nvPr/>
        </p:nvCxnSpPr>
        <p:spPr>
          <a:xfrm>
            <a:off x="3389954" y="5272224"/>
            <a:ext cx="0" cy="1172703"/>
          </a:xfrm>
          <a:prstGeom prst="line">
            <a:avLst/>
          </a:prstGeom>
          <a:ln w="28575">
            <a:solidFill>
              <a:schemeClr val="tx2">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C388A03-E96D-E626-F6B3-3C4CB726CD43}"/>
              </a:ext>
            </a:extLst>
          </p:cNvPr>
          <p:cNvCxnSpPr/>
          <p:nvPr/>
        </p:nvCxnSpPr>
        <p:spPr>
          <a:xfrm>
            <a:off x="368171" y="5064183"/>
            <a:ext cx="2523600" cy="0"/>
          </a:xfrm>
          <a:prstGeom prst="line">
            <a:avLst/>
          </a:prstGeom>
          <a:ln w="285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CFF1F14-B921-2BEA-0117-AFFA2812E265}"/>
              </a:ext>
            </a:extLst>
          </p:cNvPr>
          <p:cNvCxnSpPr>
            <a:cxnSpLocks/>
          </p:cNvCxnSpPr>
          <p:nvPr/>
        </p:nvCxnSpPr>
        <p:spPr>
          <a:xfrm>
            <a:off x="3490104" y="5073327"/>
            <a:ext cx="4471380" cy="0"/>
          </a:xfrm>
          <a:prstGeom prst="line">
            <a:avLst/>
          </a:prstGeom>
          <a:ln w="285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0CD929A-FF27-7949-6BF4-89ED0930F68F}"/>
              </a:ext>
            </a:extLst>
          </p:cNvPr>
          <p:cNvSpPr/>
          <p:nvPr/>
        </p:nvSpPr>
        <p:spPr>
          <a:xfrm>
            <a:off x="368171" y="6444927"/>
            <a:ext cx="2523600" cy="3334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CE3D6A49-772D-AB37-3211-5F69E8EA6A7E}"/>
              </a:ext>
            </a:extLst>
          </p:cNvPr>
          <p:cNvSpPr txBox="1"/>
          <p:nvPr/>
        </p:nvSpPr>
        <p:spPr>
          <a:xfrm>
            <a:off x="136845" y="5100022"/>
            <a:ext cx="3196096" cy="1080606"/>
          </a:xfrm>
          <a:prstGeom prst="rect">
            <a:avLst/>
          </a:prstGeom>
          <a:noFill/>
        </p:spPr>
        <p:txBody>
          <a:bodyPr wrap="square" lIns="0" rIns="0" rtlCol="0">
            <a:noAutofit/>
          </a:bodyPr>
          <a:lstStyle/>
          <a:p>
            <a:pPr marL="283464" indent="-283464" algn="l" rtl="0" eaLnBrk="1" latinLnBrk="0" hangingPunct="1">
              <a:spcBef>
                <a:spcPts val="500"/>
              </a:spcBef>
              <a:spcAft>
                <a:spcPts val="300"/>
              </a:spcAft>
              <a:buFont typeface="Arial" panose="020B0604020202020204" pitchFamily="34" charset="0"/>
              <a:buChar char="•"/>
            </a:pPr>
            <a:r>
              <a:rPr lang="en-US" sz="1100">
                <a:solidFill>
                  <a:srgbClr val="000000"/>
                </a:solidFill>
                <a:effectLst/>
                <a:latin typeface="Segoe UI" panose="020B0502040204020203" pitchFamily="34" charset="0"/>
              </a:rPr>
              <a:t>Legacy HCM systems continue to serve as the primary platform</a:t>
            </a:r>
          </a:p>
          <a:p>
            <a:pPr marL="283464" indent="-283464" algn="l" rtl="0" eaLnBrk="1" latinLnBrk="0" hangingPunct="1">
              <a:spcBef>
                <a:spcPts val="500"/>
              </a:spcBef>
              <a:spcAft>
                <a:spcPts val="300"/>
              </a:spcAft>
              <a:buFont typeface="Arial" panose="020B0604020202020204" pitchFamily="34" charset="0"/>
              <a:buChar char="•"/>
            </a:pPr>
            <a:r>
              <a:rPr lang="en-US" sz="1100">
                <a:solidFill>
                  <a:srgbClr val="000000"/>
                </a:solidFill>
                <a:effectLst/>
                <a:latin typeface="Segoe UI" panose="020B0502040204020203" pitchFamily="34" charset="0"/>
              </a:rPr>
              <a:t>Users still interact through their legacy system interface</a:t>
            </a:r>
          </a:p>
          <a:p>
            <a:pPr marL="283464" indent="-283464" algn="l" rtl="0" eaLnBrk="1" latinLnBrk="0" hangingPunct="1">
              <a:spcBef>
                <a:spcPts val="500"/>
              </a:spcBef>
              <a:spcAft>
                <a:spcPts val="300"/>
              </a:spcAft>
              <a:buFont typeface="Arial" panose="020B0604020202020204" pitchFamily="34" charset="0"/>
              <a:buChar char="•"/>
            </a:pPr>
            <a:r>
              <a:rPr lang="en-US" sz="1100">
                <a:solidFill>
                  <a:srgbClr val="000000"/>
                </a:solidFill>
                <a:effectLst/>
                <a:latin typeface="Segoe UI" panose="020B0502040204020203" pitchFamily="34" charset="0"/>
              </a:rPr>
              <a:t>Interfaces and analytics are maintained locally for region data. </a:t>
            </a:r>
          </a:p>
          <a:p>
            <a:pPr marL="283464" indent="-283464">
              <a:spcBef>
                <a:spcPts val="500"/>
              </a:spcBef>
              <a:spcAft>
                <a:spcPts val="300"/>
              </a:spcAft>
              <a:buFont typeface="Arial" panose="020B0604020202020204" pitchFamily="34" charset="0"/>
              <a:buChar char="•"/>
            </a:pPr>
            <a:r>
              <a:rPr lang="en-US" sz="1100" kern="0"/>
              <a:t>Integrations triggered based on schedule configured </a:t>
            </a:r>
            <a:endParaRPr lang="en-US" sz="1100" kern="0">
              <a:cs typeface="Segoe UI"/>
            </a:endParaRPr>
          </a:p>
          <a:p>
            <a:pPr marL="283464" indent="-283464" algn="l" rtl="0" eaLnBrk="1" latinLnBrk="0" hangingPunct="1">
              <a:spcBef>
                <a:spcPts val="500"/>
              </a:spcBef>
              <a:spcAft>
                <a:spcPts val="300"/>
              </a:spcAft>
              <a:buFont typeface="Arial" panose="020B0604020202020204" pitchFamily="34" charset="0"/>
              <a:buChar char="•"/>
            </a:pPr>
            <a:endParaRPr lang="en-US" sz="1100"/>
          </a:p>
        </p:txBody>
      </p:sp>
      <p:sp>
        <p:nvSpPr>
          <p:cNvPr id="4" name="Rectangle 3">
            <a:extLst>
              <a:ext uri="{FF2B5EF4-FFF2-40B4-BE49-F238E27FC236}">
                <a16:creationId xmlns:a16="http://schemas.microsoft.com/office/drawing/2014/main" id="{D572673D-C909-91F2-54AD-D1001FB07FFB}"/>
              </a:ext>
            </a:extLst>
          </p:cNvPr>
          <p:cNvSpPr/>
          <p:nvPr/>
        </p:nvSpPr>
        <p:spPr>
          <a:xfrm>
            <a:off x="8853280" y="481882"/>
            <a:ext cx="286247" cy="21439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B4CA7D2-FE70-5F26-5963-1A9EA36471CF}"/>
              </a:ext>
            </a:extLst>
          </p:cNvPr>
          <p:cNvSpPr txBox="1"/>
          <p:nvPr/>
        </p:nvSpPr>
        <p:spPr>
          <a:xfrm>
            <a:off x="9203138" y="414493"/>
            <a:ext cx="482909" cy="214398"/>
          </a:xfrm>
          <a:prstGeom prst="rect">
            <a:avLst/>
          </a:prstGeom>
          <a:noFill/>
        </p:spPr>
        <p:txBody>
          <a:bodyPr wrap="square" lIns="0" rIns="0" rtlCol="0">
            <a:noAutofit/>
          </a:bodyPr>
          <a:lstStyle/>
          <a:p>
            <a:pPr algn="l">
              <a:spcBef>
                <a:spcPts val="500"/>
              </a:spcBef>
              <a:spcAft>
                <a:spcPts val="300"/>
              </a:spcAft>
            </a:pPr>
            <a:r>
              <a:rPr lang="en-US" sz="1600"/>
              <a:t>MVP</a:t>
            </a:r>
          </a:p>
        </p:txBody>
      </p:sp>
      <p:sp>
        <p:nvSpPr>
          <p:cNvPr id="7" name="Rectangle 6">
            <a:extLst>
              <a:ext uri="{FF2B5EF4-FFF2-40B4-BE49-F238E27FC236}">
                <a16:creationId xmlns:a16="http://schemas.microsoft.com/office/drawing/2014/main" id="{D6D89439-6FA0-818D-4505-924DDA826919}"/>
              </a:ext>
            </a:extLst>
          </p:cNvPr>
          <p:cNvSpPr/>
          <p:nvPr/>
        </p:nvSpPr>
        <p:spPr>
          <a:xfrm>
            <a:off x="9749658" y="480923"/>
            <a:ext cx="286247" cy="214398"/>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4F0FB26-B42C-2A6B-F8DD-1D17383A26BA}"/>
              </a:ext>
            </a:extLst>
          </p:cNvPr>
          <p:cNvSpPr txBox="1"/>
          <p:nvPr/>
        </p:nvSpPr>
        <p:spPr>
          <a:xfrm>
            <a:off x="10100046" y="428836"/>
            <a:ext cx="723281" cy="214398"/>
          </a:xfrm>
          <a:prstGeom prst="rect">
            <a:avLst/>
          </a:prstGeom>
          <a:noFill/>
        </p:spPr>
        <p:txBody>
          <a:bodyPr wrap="square" lIns="0" rIns="0" rtlCol="0">
            <a:noAutofit/>
          </a:bodyPr>
          <a:lstStyle/>
          <a:p>
            <a:pPr algn="l">
              <a:spcBef>
                <a:spcPts val="500"/>
              </a:spcBef>
              <a:spcAft>
                <a:spcPts val="300"/>
              </a:spcAft>
            </a:pPr>
            <a:r>
              <a:rPr lang="en-US" sz="1600"/>
              <a:t>Backlog</a:t>
            </a:r>
          </a:p>
        </p:txBody>
      </p:sp>
      <p:sp>
        <p:nvSpPr>
          <p:cNvPr id="9" name="Rectangle 8">
            <a:extLst>
              <a:ext uri="{FF2B5EF4-FFF2-40B4-BE49-F238E27FC236}">
                <a16:creationId xmlns:a16="http://schemas.microsoft.com/office/drawing/2014/main" id="{47556B32-9C0D-BFEF-FEF9-FD354775BD88}"/>
              </a:ext>
            </a:extLst>
          </p:cNvPr>
          <p:cNvSpPr/>
          <p:nvPr/>
        </p:nvSpPr>
        <p:spPr>
          <a:xfrm>
            <a:off x="10857416" y="472837"/>
            <a:ext cx="286247" cy="214398"/>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3B81FC9-449A-C45D-99B1-0A9BEFD951B7}"/>
              </a:ext>
            </a:extLst>
          </p:cNvPr>
          <p:cNvSpPr txBox="1"/>
          <p:nvPr/>
        </p:nvSpPr>
        <p:spPr>
          <a:xfrm>
            <a:off x="11207804" y="420750"/>
            <a:ext cx="723281" cy="214398"/>
          </a:xfrm>
          <a:prstGeom prst="rect">
            <a:avLst/>
          </a:prstGeom>
          <a:noFill/>
        </p:spPr>
        <p:txBody>
          <a:bodyPr wrap="square" lIns="0" rIns="0" rtlCol="0">
            <a:noAutofit/>
          </a:bodyPr>
          <a:lstStyle/>
          <a:p>
            <a:pPr algn="l">
              <a:spcBef>
                <a:spcPts val="500"/>
              </a:spcBef>
              <a:spcAft>
                <a:spcPts val="300"/>
              </a:spcAft>
            </a:pPr>
            <a:r>
              <a:rPr lang="en-US" sz="1600"/>
              <a:t>Project</a:t>
            </a:r>
          </a:p>
        </p:txBody>
      </p:sp>
      <p:sp>
        <p:nvSpPr>
          <p:cNvPr id="22" name="Rectangle: Rounded Corners 21">
            <a:extLst>
              <a:ext uri="{FF2B5EF4-FFF2-40B4-BE49-F238E27FC236}">
                <a16:creationId xmlns:a16="http://schemas.microsoft.com/office/drawing/2014/main" id="{DA193646-E5F6-EA68-F7C4-B7C39733D68D}"/>
              </a:ext>
            </a:extLst>
          </p:cNvPr>
          <p:cNvSpPr/>
          <p:nvPr/>
        </p:nvSpPr>
        <p:spPr>
          <a:xfrm rot="5400000">
            <a:off x="5628533" y="2580004"/>
            <a:ext cx="188046" cy="4489338"/>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91440" tIns="45720" rIns="91440" bIns="45720" rtlCol="0" anchor="ctr"/>
          <a:lstStyle/>
          <a:p>
            <a:pPr algn="ctr"/>
            <a:r>
              <a:rPr lang="en-US" sz="1000" b="1">
                <a:solidFill>
                  <a:schemeClr val="bg1"/>
                </a:solidFill>
                <a:cs typeface="Segoe UI"/>
              </a:rPr>
              <a:t>Security</a:t>
            </a:r>
          </a:p>
        </p:txBody>
      </p:sp>
    </p:spTree>
    <p:extLst>
      <p:ext uri="{BB962C8B-B14F-4D97-AF65-F5344CB8AC3E}">
        <p14:creationId xmlns:p14="http://schemas.microsoft.com/office/powerpoint/2010/main" val="135397956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C3A1F-8290-3C8F-6535-BC0A36ECB4F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1371D3F-6B16-C6E7-64F0-567C72995541}"/>
              </a:ext>
            </a:extLst>
          </p:cNvPr>
          <p:cNvSpPr>
            <a:spLocks noGrp="1"/>
          </p:cNvSpPr>
          <p:nvPr>
            <p:ph type="title"/>
          </p:nvPr>
        </p:nvSpPr>
        <p:spPr>
          <a:xfrm>
            <a:off x="420623" y="292614"/>
            <a:ext cx="10944447" cy="649222"/>
          </a:xfrm>
        </p:spPr>
        <p:txBody>
          <a:bodyPr/>
          <a:lstStyle/>
          <a:p>
            <a:r>
              <a:rPr lang="en-US" sz="3200"/>
              <a:t>Updated Proposed Product Approach after Due Diligence – Scope by Phase</a:t>
            </a:r>
          </a:p>
        </p:txBody>
      </p:sp>
      <p:graphicFrame>
        <p:nvGraphicFramePr>
          <p:cNvPr id="47" name="Diagram 46">
            <a:extLst>
              <a:ext uri="{FF2B5EF4-FFF2-40B4-BE49-F238E27FC236}">
                <a16:creationId xmlns:a16="http://schemas.microsoft.com/office/drawing/2014/main" id="{FA13CF6E-C596-F3E3-0FFD-1EE217618804}"/>
              </a:ext>
            </a:extLst>
          </p:cNvPr>
          <p:cNvGraphicFramePr/>
          <p:nvPr>
            <p:extLst>
              <p:ext uri="{D42A27DB-BD31-4B8C-83A1-F6EECF244321}">
                <p14:modId xmlns:p14="http://schemas.microsoft.com/office/powerpoint/2010/main" val="2862459409"/>
              </p:ext>
            </p:extLst>
          </p:nvPr>
        </p:nvGraphicFramePr>
        <p:xfrm>
          <a:off x="350935" y="1133856"/>
          <a:ext cx="11591129" cy="6949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a:extLst>
              <a:ext uri="{FF2B5EF4-FFF2-40B4-BE49-F238E27FC236}">
                <a16:creationId xmlns:a16="http://schemas.microsoft.com/office/drawing/2014/main" id="{FAEBBF03-84C5-0C6B-7F8E-D4E4EA4C573C}"/>
              </a:ext>
            </a:extLst>
          </p:cNvPr>
          <p:cNvSpPr txBox="1"/>
          <p:nvPr/>
        </p:nvSpPr>
        <p:spPr>
          <a:xfrm>
            <a:off x="420623" y="1975103"/>
            <a:ext cx="4809743" cy="4256527"/>
          </a:xfrm>
          <a:prstGeom prst="rect">
            <a:avLst/>
          </a:prstGeom>
          <a:noFill/>
        </p:spPr>
        <p:txBody>
          <a:bodyPr wrap="square" lIns="0" rIns="0" rtlCol="0">
            <a:noAutofit/>
          </a:bodyPr>
          <a:lstStyle/>
          <a:p>
            <a:pPr marL="285750" indent="-285750" fontAlgn="base">
              <a:buFont typeface="Wingdings" panose="05000000000000000000" pitchFamily="2" charset="2"/>
              <a:buChar char="Ø"/>
            </a:pPr>
            <a:r>
              <a:rPr lang="en-US" sz="1500">
                <a:ea typeface="Calibri"/>
                <a:cs typeface="Calibri"/>
              </a:rPr>
              <a:t>Create </a:t>
            </a:r>
            <a:r>
              <a:rPr lang="en-US" sz="1500" b="1">
                <a:ea typeface="Calibri"/>
                <a:cs typeface="Calibri"/>
              </a:rPr>
              <a:t>centralized </a:t>
            </a:r>
            <a:r>
              <a:rPr lang="en-US" sz="1500" b="1" u="sng">
                <a:ea typeface="Calibri"/>
                <a:cs typeface="Calibri"/>
              </a:rPr>
              <a:t>global</a:t>
            </a:r>
            <a:r>
              <a:rPr lang="en-US" sz="1500" b="1">
                <a:ea typeface="Calibri"/>
                <a:cs typeface="Calibri"/>
              </a:rPr>
              <a:t> data repository </a:t>
            </a:r>
            <a:r>
              <a:rPr lang="en-US" sz="1500">
                <a:ea typeface="Calibri"/>
                <a:cs typeface="Calibri"/>
              </a:rPr>
              <a:t>through ingestion of data files from a standardized </a:t>
            </a:r>
            <a:r>
              <a:rPr lang="en-US" sz="1500" b="1">
                <a:ea typeface="Calibri"/>
                <a:cs typeface="Calibri"/>
              </a:rPr>
              <a:t>existing excel template </a:t>
            </a:r>
            <a:r>
              <a:rPr lang="en-US" sz="1500">
                <a:ea typeface="Calibri"/>
                <a:cs typeface="Calibri"/>
              </a:rPr>
              <a:t>saved in designated TEAMS/SharePoint folder</a:t>
            </a:r>
          </a:p>
          <a:p>
            <a:pPr marL="285750" indent="-285750" fontAlgn="base">
              <a:buFont typeface="Wingdings" panose="05000000000000000000" pitchFamily="2" charset="2"/>
              <a:buChar char="Ø"/>
            </a:pPr>
            <a:r>
              <a:rPr lang="en-US" sz="1500" b="1">
                <a:ea typeface="Calibri"/>
                <a:cs typeface="Calibri"/>
              </a:rPr>
              <a:t>Rules engine </a:t>
            </a:r>
            <a:r>
              <a:rPr lang="en-US" sz="1500">
                <a:ea typeface="Calibri"/>
                <a:cs typeface="Calibri"/>
              </a:rPr>
              <a:t>that allows the data to be accepted or not at the Region, Country or Business Unit level based on </a:t>
            </a:r>
            <a:r>
              <a:rPr lang="en-US" sz="1500" b="1">
                <a:ea typeface="Calibri"/>
                <a:cs typeface="Calibri"/>
              </a:rPr>
              <a:t>data privacy regulations.</a:t>
            </a:r>
          </a:p>
          <a:p>
            <a:pPr marL="285750" indent="-285750" fontAlgn="base">
              <a:buFont typeface="Wingdings" panose="05000000000000000000" pitchFamily="2" charset="2"/>
              <a:buChar char="Ø"/>
            </a:pPr>
            <a:r>
              <a:rPr lang="en-US" sz="1500">
                <a:ea typeface="Calibri"/>
                <a:cs typeface="Calibri"/>
              </a:rPr>
              <a:t>Transform raw data from data files (populated from legacy HCM systems or manually) into a </a:t>
            </a:r>
            <a:r>
              <a:rPr lang="en-US" sz="1500" b="1">
                <a:ea typeface="Calibri"/>
                <a:cs typeface="Calibri"/>
              </a:rPr>
              <a:t>unified global data based on rules </a:t>
            </a:r>
            <a:r>
              <a:rPr lang="en-US" sz="1500">
                <a:ea typeface="Calibri"/>
                <a:cs typeface="Calibri"/>
              </a:rPr>
              <a:t>defined by business administrators. These rules will be used to align with Global Chart of Accounts and Global organization. </a:t>
            </a:r>
          </a:p>
          <a:p>
            <a:pPr marL="285750" indent="-285750" fontAlgn="base">
              <a:buFont typeface="Wingdings" panose="05000000000000000000" pitchFamily="2" charset="2"/>
              <a:buChar char="Ø"/>
            </a:pPr>
            <a:r>
              <a:rPr lang="en-US" sz="1500">
                <a:ea typeface="Calibri"/>
                <a:cs typeface="Calibri"/>
              </a:rPr>
              <a:t>Provide a </a:t>
            </a:r>
            <a:r>
              <a:rPr lang="en-US" sz="1500" b="1">
                <a:ea typeface="Calibri"/>
                <a:cs typeface="Calibri"/>
              </a:rPr>
              <a:t>user interface </a:t>
            </a:r>
            <a:r>
              <a:rPr lang="en-US" sz="1500">
                <a:ea typeface="Calibri"/>
                <a:cs typeface="Calibri"/>
              </a:rPr>
              <a:t>to create, edit or delete Regulatory or Mapping rules for HR Business Administrators</a:t>
            </a:r>
          </a:p>
          <a:p>
            <a:pPr marL="285750" indent="-285750" fontAlgn="base">
              <a:buFont typeface="Wingdings" panose="05000000000000000000" pitchFamily="2" charset="2"/>
              <a:buChar char="Ø"/>
            </a:pPr>
            <a:r>
              <a:rPr lang="en-US" sz="1500">
                <a:ea typeface="Calibri"/>
                <a:cs typeface="Calibri"/>
              </a:rPr>
              <a:t>Set up </a:t>
            </a:r>
            <a:r>
              <a:rPr lang="en-US" sz="1500" b="1">
                <a:ea typeface="Calibri"/>
                <a:cs typeface="Calibri"/>
              </a:rPr>
              <a:t>security profiles and audit logs</a:t>
            </a:r>
          </a:p>
          <a:p>
            <a:pPr marL="285750" indent="-285750" fontAlgn="base">
              <a:buFont typeface="Wingdings" panose="05000000000000000000" pitchFamily="2" charset="2"/>
              <a:buChar char="Ø"/>
            </a:pPr>
            <a:r>
              <a:rPr lang="en-US" sz="1500">
                <a:ea typeface="Calibri"/>
                <a:cs typeface="Calibri"/>
              </a:rPr>
              <a:t>Define </a:t>
            </a:r>
            <a:r>
              <a:rPr lang="en-US" sz="1500" b="1">
                <a:ea typeface="Calibri"/>
                <a:cs typeface="Calibri"/>
              </a:rPr>
              <a:t>on-going governance process </a:t>
            </a:r>
            <a:r>
              <a:rPr lang="en-US" sz="1500">
                <a:ea typeface="Calibri"/>
                <a:cs typeface="Calibri"/>
              </a:rPr>
              <a:t>for data security compliance</a:t>
            </a:r>
          </a:p>
          <a:p>
            <a:pPr marL="285750" indent="-285750" fontAlgn="base">
              <a:buFont typeface="Wingdings" panose="05000000000000000000" pitchFamily="2" charset="2"/>
              <a:buChar char="Ø"/>
            </a:pPr>
            <a:r>
              <a:rPr lang="en-US" sz="1500">
                <a:ea typeface="Calibri"/>
                <a:cs typeface="Calibri"/>
              </a:rPr>
              <a:t>Enable People Analytics through </a:t>
            </a:r>
            <a:r>
              <a:rPr lang="en-US" sz="1500" b="1">
                <a:ea typeface="Calibri"/>
                <a:cs typeface="Calibri"/>
              </a:rPr>
              <a:t>PowerBI/</a:t>
            </a:r>
            <a:r>
              <a:rPr lang="en-US" sz="1500">
                <a:ea typeface="Calibri"/>
                <a:cs typeface="Calibri"/>
              </a:rPr>
              <a:t>Tableau  </a:t>
            </a:r>
          </a:p>
          <a:p>
            <a:pPr marL="285750" indent="-285750" fontAlgn="base">
              <a:buFont typeface="Arial" panose="020B0604020202020204" pitchFamily="34" charset="0"/>
              <a:buChar char="•"/>
            </a:pPr>
            <a:endParaRPr lang="en-US" sz="1500">
              <a:ea typeface="Calibri"/>
              <a:cs typeface="Calibri"/>
            </a:endParaRPr>
          </a:p>
          <a:p>
            <a:pPr marL="285750" indent="-285750" fontAlgn="base">
              <a:buFont typeface="Arial" panose="020B0604020202020204" pitchFamily="34" charset="0"/>
              <a:buChar char="•"/>
            </a:pPr>
            <a:endParaRPr lang="en-US" sz="1500">
              <a:ea typeface="Calibri"/>
              <a:cs typeface="Calibri"/>
            </a:endParaRPr>
          </a:p>
          <a:p>
            <a:pPr marL="285750" indent="-285750" fontAlgn="base">
              <a:buFont typeface="Arial" panose="020B0604020202020204" pitchFamily="34" charset="0"/>
              <a:buChar char="•"/>
            </a:pPr>
            <a:endParaRPr lang="en-US" sz="1500">
              <a:ea typeface="Calibri"/>
              <a:cs typeface="Calibri"/>
            </a:endParaRPr>
          </a:p>
          <a:p>
            <a:pPr marL="285750" indent="-285750" fontAlgn="base">
              <a:buFont typeface="Arial" panose="020B0604020202020204" pitchFamily="34" charset="0"/>
              <a:buChar char="•"/>
            </a:pPr>
            <a:endParaRPr lang="en-US" sz="1500">
              <a:ea typeface="Calibri"/>
              <a:cs typeface="Calibri"/>
            </a:endParaRPr>
          </a:p>
          <a:p>
            <a:pPr marL="285750" indent="-285750" fontAlgn="base">
              <a:buFont typeface="Arial" panose="020B0604020202020204" pitchFamily="34" charset="0"/>
              <a:buChar char="•"/>
            </a:pPr>
            <a:endParaRPr lang="en-US" sz="1500" b="1">
              <a:ea typeface="Calibri"/>
              <a:cs typeface="Calibri"/>
            </a:endParaRPr>
          </a:p>
          <a:p>
            <a:pPr marL="285750" indent="-285750" fontAlgn="base">
              <a:buFont typeface="Arial" panose="020B0604020202020204" pitchFamily="34" charset="0"/>
              <a:buChar char="•"/>
            </a:pPr>
            <a:endParaRPr lang="en-US" sz="1500" b="1">
              <a:ea typeface="Calibri"/>
              <a:cs typeface="Calibri"/>
            </a:endParaRPr>
          </a:p>
        </p:txBody>
      </p:sp>
      <p:sp>
        <p:nvSpPr>
          <p:cNvPr id="4" name="TextBox 3">
            <a:extLst>
              <a:ext uri="{FF2B5EF4-FFF2-40B4-BE49-F238E27FC236}">
                <a16:creationId xmlns:a16="http://schemas.microsoft.com/office/drawing/2014/main" id="{A2F8489B-16D4-B8C6-E4CE-2F1E115EA425}"/>
              </a:ext>
            </a:extLst>
          </p:cNvPr>
          <p:cNvSpPr txBox="1"/>
          <p:nvPr/>
        </p:nvSpPr>
        <p:spPr>
          <a:xfrm>
            <a:off x="5340095" y="2016248"/>
            <a:ext cx="3547873" cy="4224527"/>
          </a:xfrm>
          <a:prstGeom prst="rect">
            <a:avLst/>
          </a:prstGeom>
          <a:noFill/>
        </p:spPr>
        <p:txBody>
          <a:bodyPr wrap="square" lIns="0" rIns="0" rtlCol="0">
            <a:noAutofit/>
          </a:bodyPr>
          <a:lstStyle/>
          <a:p>
            <a:pPr marL="285750" indent="-285750" fontAlgn="base">
              <a:buFont typeface="Wingdings" panose="05000000000000000000" pitchFamily="2" charset="2"/>
              <a:buChar char="Ø"/>
            </a:pPr>
            <a:r>
              <a:rPr lang="en-US" sz="1400">
                <a:ea typeface="Calibri"/>
                <a:cs typeface="Calibri"/>
              </a:rPr>
              <a:t>Optimize performance of system usage</a:t>
            </a:r>
          </a:p>
          <a:p>
            <a:pPr marL="285750" indent="-285750" fontAlgn="base">
              <a:buFont typeface="Wingdings" panose="05000000000000000000" pitchFamily="2" charset="2"/>
              <a:buChar char="Ø"/>
            </a:pPr>
            <a:r>
              <a:rPr lang="en-US" sz="1400">
                <a:ea typeface="Calibri"/>
                <a:cs typeface="Calibri"/>
              </a:rPr>
              <a:t>Automate processing with Legacy HCMs through applicable integration method (file feed or API). To be prioritized:</a:t>
            </a:r>
          </a:p>
          <a:p>
            <a:pPr marL="742950" lvl="1" indent="-285750" fontAlgn="base">
              <a:buFont typeface="Wingdings" panose="05000000000000000000" pitchFamily="2" charset="2"/>
              <a:buChar char="Ø"/>
            </a:pPr>
            <a:r>
              <a:rPr lang="en-US" sz="1400">
                <a:ea typeface="Calibri"/>
                <a:cs typeface="Calibri"/>
              </a:rPr>
              <a:t>PeopleSoft (US) </a:t>
            </a:r>
          </a:p>
          <a:p>
            <a:pPr marL="742950" lvl="1" indent="-285750" fontAlgn="base">
              <a:buFont typeface="Wingdings" panose="05000000000000000000" pitchFamily="2" charset="2"/>
              <a:buChar char="Ø"/>
            </a:pPr>
            <a:r>
              <a:rPr lang="en-US" sz="1400" err="1">
                <a:ea typeface="Calibri"/>
                <a:cs typeface="Calibri"/>
              </a:rPr>
              <a:t>ResourceLink</a:t>
            </a:r>
            <a:r>
              <a:rPr lang="en-US" sz="1400">
                <a:ea typeface="Calibri"/>
                <a:cs typeface="Calibri"/>
              </a:rPr>
              <a:t> (UK)</a:t>
            </a:r>
          </a:p>
          <a:p>
            <a:pPr marL="742950" lvl="1" indent="-285750" fontAlgn="base">
              <a:buFont typeface="Wingdings" panose="05000000000000000000" pitchFamily="2" charset="2"/>
              <a:buChar char="Ø"/>
            </a:pPr>
            <a:r>
              <a:rPr lang="en-US" sz="1400">
                <a:ea typeface="Calibri"/>
                <a:cs typeface="Calibri"/>
              </a:rPr>
              <a:t>BIPO (Asia)</a:t>
            </a:r>
          </a:p>
          <a:p>
            <a:pPr marL="742950" lvl="1" indent="-285750" fontAlgn="base">
              <a:buFont typeface="Wingdings" panose="05000000000000000000" pitchFamily="2" charset="2"/>
              <a:buChar char="Ø"/>
            </a:pPr>
            <a:r>
              <a:rPr lang="en-US" sz="1400" err="1">
                <a:ea typeface="Calibri"/>
                <a:cs typeface="Calibri"/>
              </a:rPr>
              <a:t>WebHR</a:t>
            </a:r>
            <a:r>
              <a:rPr lang="en-US" sz="1400">
                <a:ea typeface="Calibri"/>
                <a:cs typeface="Calibri"/>
              </a:rPr>
              <a:t> </a:t>
            </a:r>
          </a:p>
          <a:p>
            <a:pPr marL="742950" lvl="1" indent="-285750" fontAlgn="base">
              <a:buFont typeface="Wingdings" panose="05000000000000000000" pitchFamily="2" charset="2"/>
              <a:buChar char="Ø"/>
            </a:pPr>
            <a:r>
              <a:rPr lang="en-US" sz="1400">
                <a:ea typeface="Calibri"/>
                <a:cs typeface="Calibri"/>
              </a:rPr>
              <a:t>BambooHR (Mexico) </a:t>
            </a:r>
          </a:p>
          <a:p>
            <a:pPr marL="742950" lvl="1" indent="-285750" fontAlgn="base">
              <a:buFont typeface="Wingdings" panose="05000000000000000000" pitchFamily="2" charset="2"/>
              <a:buChar char="Ø"/>
            </a:pPr>
            <a:r>
              <a:rPr lang="en-US" sz="1400">
                <a:ea typeface="Calibri"/>
                <a:cs typeface="Calibri"/>
              </a:rPr>
              <a:t>ADP (Pacific)</a:t>
            </a:r>
          </a:p>
          <a:p>
            <a:pPr marL="285750" indent="-285750" fontAlgn="base">
              <a:buFont typeface="Wingdings" panose="05000000000000000000" pitchFamily="2" charset="2"/>
              <a:buChar char="Ø"/>
            </a:pPr>
            <a:r>
              <a:rPr lang="en-US" sz="1400">
                <a:ea typeface="Calibri"/>
                <a:cs typeface="Calibri"/>
              </a:rPr>
              <a:t>Enhance centralized data repository by adding in Engagement data. Examples:</a:t>
            </a:r>
          </a:p>
          <a:p>
            <a:pPr marL="742950" lvl="1" indent="-285750" fontAlgn="base">
              <a:buFont typeface="Wingdings" panose="05000000000000000000" pitchFamily="2" charset="2"/>
              <a:buChar char="Ø"/>
            </a:pPr>
            <a:r>
              <a:rPr lang="en-US" sz="1400">
                <a:ea typeface="Calibri"/>
                <a:cs typeface="Calibri"/>
              </a:rPr>
              <a:t>Perceptyx </a:t>
            </a:r>
          </a:p>
          <a:p>
            <a:pPr marL="742950" lvl="1" indent="-285750" fontAlgn="base">
              <a:buFont typeface="Wingdings" panose="05000000000000000000" pitchFamily="2" charset="2"/>
              <a:buChar char="Ø"/>
            </a:pPr>
            <a:r>
              <a:rPr lang="en-US" sz="1400">
                <a:ea typeface="Calibri"/>
                <a:cs typeface="Calibri"/>
              </a:rPr>
              <a:t>Enboarder</a:t>
            </a:r>
          </a:p>
          <a:p>
            <a:pPr marL="285750" indent="-285750" fontAlgn="base">
              <a:buFont typeface="Wingdings" panose="05000000000000000000" pitchFamily="2" charset="2"/>
              <a:buChar char="Ø"/>
            </a:pPr>
            <a:r>
              <a:rPr lang="en-US" sz="1400">
                <a:ea typeface="Calibri"/>
                <a:cs typeface="Calibri"/>
              </a:rPr>
              <a:t>Enhance centralized data repository by adding in Compensation data. Examples:</a:t>
            </a:r>
          </a:p>
          <a:p>
            <a:pPr marL="742950" lvl="1" indent="-285750" fontAlgn="base">
              <a:buFont typeface="Wingdings" panose="05000000000000000000" pitchFamily="2" charset="2"/>
              <a:buChar char="Ø"/>
            </a:pPr>
            <a:r>
              <a:rPr lang="en-US" sz="1400">
                <a:ea typeface="Calibri"/>
                <a:cs typeface="Calibri"/>
              </a:rPr>
              <a:t>Payscale </a:t>
            </a:r>
          </a:p>
          <a:p>
            <a:pPr marL="742950" lvl="1" indent="-285750" fontAlgn="base">
              <a:buFont typeface="Wingdings" panose="05000000000000000000" pitchFamily="2" charset="2"/>
              <a:buChar char="Ø"/>
            </a:pPr>
            <a:r>
              <a:rPr lang="en-US" sz="1400">
                <a:ea typeface="Calibri"/>
                <a:cs typeface="Calibri"/>
              </a:rPr>
              <a:t>Market Data  </a:t>
            </a:r>
          </a:p>
          <a:p>
            <a:pPr marL="742950" lvl="1" indent="-285750" fontAlgn="base">
              <a:buFont typeface="Wingdings" panose="05000000000000000000" pitchFamily="2" charset="2"/>
              <a:buChar char="Ø"/>
            </a:pPr>
            <a:r>
              <a:rPr lang="en-US" sz="1400">
                <a:ea typeface="Calibri"/>
                <a:cs typeface="Calibri"/>
              </a:rPr>
              <a:t>LTI Data </a:t>
            </a:r>
          </a:p>
          <a:p>
            <a:pPr fontAlgn="base"/>
            <a:endParaRPr lang="en-US" sz="1400">
              <a:ea typeface="Calibri"/>
              <a:cs typeface="Calibri"/>
            </a:endParaRPr>
          </a:p>
          <a:p>
            <a:pPr marL="285750" indent="-285750" fontAlgn="base">
              <a:buFont typeface="Arial" panose="020B0604020202020204" pitchFamily="34" charset="0"/>
              <a:buChar char="•"/>
            </a:pPr>
            <a:endParaRPr lang="en-US" sz="1400">
              <a:ea typeface="Calibri"/>
              <a:cs typeface="Calibri"/>
            </a:endParaRPr>
          </a:p>
          <a:p>
            <a:pPr marL="285750" indent="-285750" fontAlgn="base">
              <a:buFont typeface="Arial" panose="020B0604020202020204" pitchFamily="34" charset="0"/>
              <a:buChar char="•"/>
            </a:pPr>
            <a:endParaRPr lang="en-US" sz="1400">
              <a:ea typeface="Calibri"/>
              <a:cs typeface="Calibri"/>
            </a:endParaRPr>
          </a:p>
          <a:p>
            <a:pPr marL="285750" indent="-285750" fontAlgn="base">
              <a:buFont typeface="Arial" panose="020B0604020202020204" pitchFamily="34" charset="0"/>
              <a:buChar char="•"/>
            </a:pPr>
            <a:endParaRPr lang="en-US" sz="1400">
              <a:ea typeface="Calibri"/>
              <a:cs typeface="Calibri"/>
            </a:endParaRPr>
          </a:p>
          <a:p>
            <a:pPr marL="285750" indent="-285750" fontAlgn="base">
              <a:buFont typeface="Arial" panose="020B0604020202020204" pitchFamily="34" charset="0"/>
              <a:buChar char="•"/>
            </a:pPr>
            <a:endParaRPr lang="en-US" sz="1400" b="1">
              <a:ea typeface="Calibri"/>
              <a:cs typeface="Calibri"/>
            </a:endParaRPr>
          </a:p>
          <a:p>
            <a:pPr marL="285750" indent="-285750" fontAlgn="base">
              <a:buFont typeface="Arial" panose="020B0604020202020204" pitchFamily="34" charset="0"/>
              <a:buChar char="•"/>
            </a:pPr>
            <a:endParaRPr lang="en-US" sz="1400" b="1">
              <a:ea typeface="Calibri"/>
              <a:cs typeface="Calibri"/>
            </a:endParaRPr>
          </a:p>
        </p:txBody>
      </p:sp>
      <p:sp>
        <p:nvSpPr>
          <p:cNvPr id="5" name="TextBox 4">
            <a:extLst>
              <a:ext uri="{FF2B5EF4-FFF2-40B4-BE49-F238E27FC236}">
                <a16:creationId xmlns:a16="http://schemas.microsoft.com/office/drawing/2014/main" id="{5D44B9E0-CB0E-1571-BC7B-FBB4116C24E1}"/>
              </a:ext>
            </a:extLst>
          </p:cNvPr>
          <p:cNvSpPr txBox="1"/>
          <p:nvPr/>
        </p:nvSpPr>
        <p:spPr>
          <a:xfrm>
            <a:off x="9189720" y="1993392"/>
            <a:ext cx="2295143" cy="2834640"/>
          </a:xfrm>
          <a:prstGeom prst="rect">
            <a:avLst/>
          </a:prstGeom>
          <a:noFill/>
        </p:spPr>
        <p:txBody>
          <a:bodyPr wrap="square" lIns="0" rIns="0" rtlCol="0">
            <a:noAutofit/>
          </a:bodyPr>
          <a:lstStyle/>
          <a:p>
            <a:pPr marL="285750" indent="-285750" algn="l">
              <a:spcBef>
                <a:spcPts val="500"/>
              </a:spcBef>
              <a:spcAft>
                <a:spcPts val="300"/>
              </a:spcAft>
              <a:buFont typeface="Wingdings" panose="05000000000000000000" pitchFamily="2" charset="2"/>
              <a:buChar char="Ø"/>
            </a:pPr>
            <a:r>
              <a:rPr lang="en-US" sz="1400"/>
              <a:t>Phenom integrations</a:t>
            </a:r>
          </a:p>
          <a:p>
            <a:pPr marL="285750" indent="-285750" algn="l">
              <a:spcBef>
                <a:spcPts val="500"/>
              </a:spcBef>
              <a:spcAft>
                <a:spcPts val="300"/>
              </a:spcAft>
              <a:buFont typeface="Wingdings" panose="05000000000000000000" pitchFamily="2" charset="2"/>
              <a:buChar char="Ø"/>
            </a:pPr>
            <a:r>
              <a:rPr lang="en-US" sz="1400"/>
              <a:t>Cornerstone integrations</a:t>
            </a:r>
          </a:p>
          <a:p>
            <a:pPr marL="285750" indent="-285750" algn="l">
              <a:spcBef>
                <a:spcPts val="500"/>
              </a:spcBef>
              <a:spcAft>
                <a:spcPts val="300"/>
              </a:spcAft>
              <a:buFont typeface="Wingdings" panose="05000000000000000000" pitchFamily="2" charset="2"/>
              <a:buChar char="Ø"/>
            </a:pPr>
            <a:r>
              <a:rPr lang="en-US" sz="1400"/>
              <a:t>Workday integrations</a:t>
            </a:r>
          </a:p>
          <a:p>
            <a:pPr algn="l">
              <a:spcBef>
                <a:spcPts val="500"/>
              </a:spcBef>
              <a:spcAft>
                <a:spcPts val="300"/>
              </a:spcAft>
            </a:pPr>
            <a:endParaRPr lang="en-US" sz="1400"/>
          </a:p>
        </p:txBody>
      </p:sp>
      <p:cxnSp>
        <p:nvCxnSpPr>
          <p:cNvPr id="7" name="Straight Connector 6">
            <a:extLst>
              <a:ext uri="{FF2B5EF4-FFF2-40B4-BE49-F238E27FC236}">
                <a16:creationId xmlns:a16="http://schemas.microsoft.com/office/drawing/2014/main" id="{2907F17B-058A-C4FA-BDDC-263BACB7709C}"/>
              </a:ext>
            </a:extLst>
          </p:cNvPr>
          <p:cNvCxnSpPr/>
          <p:nvPr/>
        </p:nvCxnSpPr>
        <p:spPr>
          <a:xfrm>
            <a:off x="5257800" y="2011680"/>
            <a:ext cx="0" cy="4224528"/>
          </a:xfrm>
          <a:prstGeom prst="line">
            <a:avLst/>
          </a:prstGeom>
          <a:ln w="285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77A0F89-162D-8000-5D35-89C7AE7825AF}"/>
              </a:ext>
            </a:extLst>
          </p:cNvPr>
          <p:cNvCxnSpPr/>
          <p:nvPr/>
        </p:nvCxnSpPr>
        <p:spPr>
          <a:xfrm>
            <a:off x="8958072" y="2002536"/>
            <a:ext cx="0" cy="4224528"/>
          </a:xfrm>
          <a:prstGeom prst="line">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4913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8855F-1916-8AE2-8BAB-B22DB82220E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A400D21-8C2A-DACF-8211-8D57D731C4AA}"/>
              </a:ext>
            </a:extLst>
          </p:cNvPr>
          <p:cNvSpPr>
            <a:spLocks noGrp="1" noRot="1" noMove="1" noResize="1" noEditPoints="1" noAdjustHandles="1" noChangeArrowheads="1" noChangeShapeType="1"/>
          </p:cNvSpPr>
          <p:nvPr/>
        </p:nvSpPr>
        <p:spPr>
          <a:xfrm>
            <a:off x="256032" y="640080"/>
            <a:ext cx="44805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DF606DE4-4879-6595-B9C9-07D65B7BDCD9}"/>
              </a:ext>
            </a:extLst>
          </p:cNvPr>
          <p:cNvSpPr>
            <a:spLocks noGrp="1"/>
          </p:cNvSpPr>
          <p:nvPr>
            <p:ph type="title"/>
          </p:nvPr>
        </p:nvSpPr>
        <p:spPr>
          <a:xfrm>
            <a:off x="377952" y="497562"/>
            <a:ext cx="11277600" cy="553998"/>
          </a:xfrm>
        </p:spPr>
        <p:txBody>
          <a:bodyPr/>
          <a:lstStyle/>
          <a:p>
            <a:r>
              <a:rPr lang="en-US" sz="3600"/>
              <a:t>KEY DECISION: Data Fields Regulatory</a:t>
            </a:r>
          </a:p>
        </p:txBody>
      </p:sp>
      <p:cxnSp>
        <p:nvCxnSpPr>
          <p:cNvPr id="7" name="Straight Connector 6">
            <a:extLst>
              <a:ext uri="{FF2B5EF4-FFF2-40B4-BE49-F238E27FC236}">
                <a16:creationId xmlns:a16="http://schemas.microsoft.com/office/drawing/2014/main" id="{9D57BA6B-4806-ED1A-72DE-5B16D4530ED3}"/>
              </a:ext>
            </a:extLst>
          </p:cNvPr>
          <p:cNvCxnSpPr/>
          <p:nvPr/>
        </p:nvCxnSpPr>
        <p:spPr>
          <a:xfrm>
            <a:off x="429768" y="1188720"/>
            <a:ext cx="64008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A714C74-4400-F730-F800-60CFA156C75B}"/>
              </a:ext>
            </a:extLst>
          </p:cNvPr>
          <p:cNvSpPr>
            <a:spLocks noGrp="1" noRot="1" noMove="1" noResize="1" noEditPoints="1" noAdjustHandles="1" noChangeArrowheads="1" noChangeShapeType="1"/>
          </p:cNvSpPr>
          <p:nvPr/>
        </p:nvSpPr>
        <p:spPr>
          <a:xfrm>
            <a:off x="429768" y="6409944"/>
            <a:ext cx="2404872" cy="1828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Table 9">
            <a:extLst>
              <a:ext uri="{FF2B5EF4-FFF2-40B4-BE49-F238E27FC236}">
                <a16:creationId xmlns:a16="http://schemas.microsoft.com/office/drawing/2014/main" id="{7AE96245-3BA6-EE01-A836-0E5973F08639}"/>
              </a:ext>
            </a:extLst>
          </p:cNvPr>
          <p:cNvGraphicFramePr>
            <a:graphicFrameLocks noGrp="1"/>
          </p:cNvGraphicFramePr>
          <p:nvPr>
            <p:extLst>
              <p:ext uri="{D42A27DB-BD31-4B8C-83A1-F6EECF244321}">
                <p14:modId xmlns:p14="http://schemas.microsoft.com/office/powerpoint/2010/main" val="1077397847"/>
              </p:ext>
            </p:extLst>
          </p:nvPr>
        </p:nvGraphicFramePr>
        <p:xfrm>
          <a:off x="505356" y="1274064"/>
          <a:ext cx="11173972" cy="5294484"/>
        </p:xfrm>
        <a:graphic>
          <a:graphicData uri="http://schemas.openxmlformats.org/drawingml/2006/table">
            <a:tbl>
              <a:tblPr firstRow="1" bandRow="1">
                <a:tableStyleId>{5C22544A-7EE6-4342-B048-85BDC9FD1C3A}</a:tableStyleId>
              </a:tblPr>
              <a:tblGrid>
                <a:gridCol w="5586986">
                  <a:extLst>
                    <a:ext uri="{9D8B030D-6E8A-4147-A177-3AD203B41FA5}">
                      <a16:colId xmlns:a16="http://schemas.microsoft.com/office/drawing/2014/main" val="4137280223"/>
                    </a:ext>
                  </a:extLst>
                </a:gridCol>
                <a:gridCol w="2793493">
                  <a:extLst>
                    <a:ext uri="{9D8B030D-6E8A-4147-A177-3AD203B41FA5}">
                      <a16:colId xmlns:a16="http://schemas.microsoft.com/office/drawing/2014/main" val="1980749769"/>
                    </a:ext>
                  </a:extLst>
                </a:gridCol>
                <a:gridCol w="2793493">
                  <a:extLst>
                    <a:ext uri="{9D8B030D-6E8A-4147-A177-3AD203B41FA5}">
                      <a16:colId xmlns:a16="http://schemas.microsoft.com/office/drawing/2014/main" val="2056196926"/>
                    </a:ext>
                  </a:extLst>
                </a:gridCol>
              </a:tblGrid>
              <a:tr h="362748">
                <a:tc gridSpan="3">
                  <a:txBody>
                    <a:bodyPr/>
                    <a:lstStyle/>
                    <a:p>
                      <a:r>
                        <a:rPr lang="en-US" sz="1400" b="1" kern="1200">
                          <a:solidFill>
                            <a:schemeClr val="lt1"/>
                          </a:solidFill>
                          <a:effectLst/>
                          <a:latin typeface="+mn-lt"/>
                          <a:ea typeface="+mn-ea"/>
                          <a:cs typeface="+mn-cs"/>
                        </a:rPr>
                        <a:t>Description of Design Decision:</a:t>
                      </a:r>
                      <a:endParaRPr lang="en-US" sz="1400"/>
                    </a:p>
                  </a:txBody>
                  <a:tcPr anchor="ctr"/>
                </a:tc>
                <a:tc hMerge="1">
                  <a:txBody>
                    <a:bodyPr/>
                    <a:lstStyle/>
                    <a:p>
                      <a:endParaRPr lang="en-US"/>
                    </a:p>
                  </a:txBody>
                  <a:tcPr/>
                </a:tc>
                <a:tc hMerge="1">
                  <a:txBody>
                    <a:bodyPr/>
                    <a:lstStyle/>
                    <a:p>
                      <a:endParaRPr lang="en-US" sz="1400"/>
                    </a:p>
                  </a:txBody>
                  <a:tcPr anchor="ctr"/>
                </a:tc>
                <a:extLst>
                  <a:ext uri="{0D108BD9-81ED-4DB2-BD59-A6C34878D82A}">
                    <a16:rowId xmlns:a16="http://schemas.microsoft.com/office/drawing/2014/main" val="2891288435"/>
                  </a:ext>
                </a:extLst>
              </a:tr>
              <a:tr h="626114">
                <a:tc gridSpan="3">
                  <a:txBody>
                    <a:bodyPr/>
                    <a:lstStyle/>
                    <a:p>
                      <a:r>
                        <a:rPr lang="en-US" sz="1200"/>
                        <a:t>How and when to define which data fields are accepted into HIVE to comply with regulatory rules for each country, region, or business unit. Decide whether to start with configurable rules for data field acceptance managed by People and Culture, or to use hard-coded rules, setting the foundation for regulatory compliance and future flexibility.</a:t>
                      </a:r>
                    </a:p>
                  </a:txBody>
                  <a:tcPr>
                    <a:solidFill>
                      <a:schemeClr val="bg1"/>
                    </a:solidFill>
                  </a:tcPr>
                </a:tc>
                <a:tc hMerge="1">
                  <a:txBody>
                    <a:bodyPr/>
                    <a:lstStyle/>
                    <a:p>
                      <a:endParaRPr lang="en-US"/>
                    </a:p>
                  </a:txBody>
                  <a:tcPr/>
                </a:tc>
                <a:tc hMerge="1">
                  <a:txBody>
                    <a:bodyPr/>
                    <a:lstStyle/>
                    <a:p>
                      <a:endParaRPr lang="en-US" sz="1200"/>
                    </a:p>
                  </a:txBody>
                  <a:tcPr>
                    <a:solidFill>
                      <a:schemeClr val="bg1"/>
                    </a:solidFill>
                  </a:tcPr>
                </a:tc>
                <a:extLst>
                  <a:ext uri="{0D108BD9-81ED-4DB2-BD59-A6C34878D82A}">
                    <a16:rowId xmlns:a16="http://schemas.microsoft.com/office/drawing/2014/main" val="1204873241"/>
                  </a:ext>
                </a:extLst>
              </a:tr>
              <a:tr h="506854">
                <a:tc gridSpan="3">
                  <a:txBody>
                    <a:bodyPr/>
                    <a:lstStyle/>
                    <a:p>
                      <a:r>
                        <a:rPr lang="en-US" sz="1400" b="1" kern="1200">
                          <a:solidFill>
                            <a:schemeClr val="lt1"/>
                          </a:solidFill>
                          <a:effectLst/>
                          <a:latin typeface="+mn-lt"/>
                          <a:ea typeface="+mn-ea"/>
                          <a:cs typeface="+mn-cs"/>
                        </a:rPr>
                        <a:t>Solution Option #1: Universal Data Field List Defined During Due Diligence and a rules mapping table or hard coding location based rules would be added to the backlog. </a:t>
                      </a:r>
                    </a:p>
                  </a:txBody>
                  <a:tcPr anchor="ctr">
                    <a:solidFill>
                      <a:schemeClr val="accent1"/>
                    </a:solidFill>
                  </a:tcPr>
                </a:tc>
                <a:tc hMerge="1">
                  <a:txBody>
                    <a:bodyPr/>
                    <a:lstStyle/>
                    <a:p>
                      <a:endParaRPr lang="en-US"/>
                    </a:p>
                  </a:txBody>
                  <a:tcPr/>
                </a:tc>
                <a:tc hMerge="1">
                  <a:txBody>
                    <a:bodyPr/>
                    <a:lstStyle/>
                    <a:p>
                      <a:endParaRPr lang="en-US" sz="1400" b="1" kern="1200">
                        <a:solidFill>
                          <a:schemeClr val="lt1"/>
                        </a:solidFill>
                        <a:effectLst/>
                        <a:latin typeface="+mn-lt"/>
                        <a:ea typeface="+mn-ea"/>
                        <a:cs typeface="+mn-cs"/>
                      </a:endParaRPr>
                    </a:p>
                  </a:txBody>
                  <a:tcPr anchor="ctr">
                    <a:solidFill>
                      <a:schemeClr val="accent1"/>
                    </a:solidFill>
                  </a:tcPr>
                </a:tc>
                <a:extLst>
                  <a:ext uri="{0D108BD9-81ED-4DB2-BD59-A6C34878D82A}">
                    <a16:rowId xmlns:a16="http://schemas.microsoft.com/office/drawing/2014/main" val="3493010553"/>
                  </a:ext>
                </a:extLst>
              </a:tr>
              <a:tr h="805003">
                <a:tc>
                  <a:txBody>
                    <a:bodyPr/>
                    <a:lstStyle/>
                    <a:p>
                      <a:r>
                        <a:rPr lang="en-US" sz="1200" u="sng" kern="1200">
                          <a:solidFill>
                            <a:schemeClr val="dk1"/>
                          </a:solidFill>
                          <a:latin typeface="+mn-lt"/>
                          <a:ea typeface="+mn-ea"/>
                          <a:cs typeface="+mn-cs"/>
                        </a:rPr>
                        <a:t>Advantages:</a:t>
                      </a:r>
                    </a:p>
                    <a:p>
                      <a:pPr marL="171450" indent="-171450" algn="l" defTabSz="914400" rtl="0" eaLnBrk="1" latinLnBrk="0" hangingPunct="1">
                        <a:buFont typeface="Arial" panose="020B0604020202020204" pitchFamily="34" charset="0"/>
                        <a:buChar char="•"/>
                      </a:pPr>
                      <a:r>
                        <a:rPr lang="en-US" sz="1200" kern="1200">
                          <a:solidFill>
                            <a:schemeClr val="dk1"/>
                          </a:solidFill>
                          <a:latin typeface="+mn-lt"/>
                          <a:ea typeface="+mn-ea"/>
                          <a:cs typeface="+mn-cs"/>
                        </a:rPr>
                        <a:t>Simplifies implementation with a fixed data model. </a:t>
                      </a:r>
                    </a:p>
                    <a:p>
                      <a:pPr marL="171450" indent="-171450" algn="l" defTabSz="914400" rtl="0" eaLnBrk="1" latinLnBrk="0" hangingPunct="1">
                        <a:buFont typeface="Arial" panose="020B0604020202020204" pitchFamily="34" charset="0"/>
                        <a:buChar char="•"/>
                      </a:pPr>
                      <a:r>
                        <a:rPr lang="en-US" sz="1200" kern="1200">
                          <a:solidFill>
                            <a:schemeClr val="dk1"/>
                          </a:solidFill>
                          <a:latin typeface="+mn-lt"/>
                          <a:ea typeface="+mn-ea"/>
                          <a:cs typeface="+mn-cs"/>
                        </a:rPr>
                        <a:t>Reduces complexity in ongoing management. </a:t>
                      </a:r>
                    </a:p>
                    <a:p>
                      <a:pPr marL="171450" indent="-171450" algn="l" defTabSz="914400" rtl="0" eaLnBrk="1" latinLnBrk="0" hangingPunct="1">
                        <a:buFont typeface="Arial" panose="020B0604020202020204" pitchFamily="34" charset="0"/>
                        <a:buChar char="•"/>
                      </a:pPr>
                      <a:r>
                        <a:rPr lang="en-US" sz="1200" kern="1200">
                          <a:solidFill>
                            <a:schemeClr val="dk1"/>
                          </a:solidFill>
                          <a:latin typeface="+mn-lt"/>
                          <a:ea typeface="+mn-ea"/>
                          <a:cs typeface="+mn-cs"/>
                        </a:rPr>
                        <a:t>Provides clarity and consistency for all stakeholders. </a:t>
                      </a:r>
                    </a:p>
                  </a:txBody>
                  <a:tcP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sng" kern="1200">
                          <a:solidFill>
                            <a:schemeClr val="dk1"/>
                          </a:solidFill>
                          <a:latin typeface="+mn-lt"/>
                          <a:ea typeface="+mn-ea"/>
                          <a:cs typeface="+mn-cs"/>
                        </a:rPr>
                        <a:t>Disadvantages:</a:t>
                      </a:r>
                    </a:p>
                    <a:p>
                      <a:pPr marL="171450" indent="-171450" algn="l" defTabSz="914400" rtl="0" eaLnBrk="1" fontAlgn="base" latinLnBrk="0" hangingPunct="1">
                        <a:buFont typeface="Arial" panose="020B0604020202020204" pitchFamily="34" charset="0"/>
                        <a:buChar char="•"/>
                      </a:pPr>
                      <a:r>
                        <a:rPr lang="en-US" sz="1200" kern="1200">
                          <a:solidFill>
                            <a:schemeClr val="dk1"/>
                          </a:solidFill>
                          <a:latin typeface="+mn-lt"/>
                          <a:ea typeface="+mn-ea"/>
                          <a:cs typeface="+mn-cs"/>
                        </a:rPr>
                        <a:t>May result in over-restriction, excluding valuable data for some regions. </a:t>
                      </a:r>
                    </a:p>
                    <a:p>
                      <a:pPr marL="171450" indent="-171450" algn="l" defTabSz="914400" rtl="0" eaLnBrk="1" fontAlgn="base" latinLnBrk="0" hangingPunct="1">
                        <a:buFont typeface="Arial" panose="020B0604020202020204" pitchFamily="34" charset="0"/>
                        <a:buChar char="•"/>
                      </a:pPr>
                      <a:r>
                        <a:rPr lang="en-US" sz="1200" kern="1200">
                          <a:solidFill>
                            <a:schemeClr val="dk1"/>
                          </a:solidFill>
                          <a:latin typeface="+mn-lt"/>
                          <a:ea typeface="+mn-ea"/>
                          <a:cs typeface="+mn-cs"/>
                        </a:rPr>
                        <a:t>Difficult to maintain compliance as regulations change. </a:t>
                      </a:r>
                    </a:p>
                    <a:p>
                      <a:pPr marL="171450" indent="-171450" algn="l" defTabSz="914400" rtl="0" eaLnBrk="1" fontAlgn="base" latinLnBrk="0" hangingPunct="1">
                        <a:buFont typeface="Arial" panose="020B0604020202020204" pitchFamily="34" charset="0"/>
                        <a:buChar char="•"/>
                      </a:pPr>
                      <a:r>
                        <a:rPr lang="en-US" sz="1200" kern="1200">
                          <a:solidFill>
                            <a:schemeClr val="dk1"/>
                          </a:solidFill>
                          <a:latin typeface="+mn-lt"/>
                          <a:ea typeface="+mn-ea"/>
                          <a:cs typeface="+mn-cs"/>
                        </a:rPr>
                        <a:t>Limits flexibility for future integrations and business needs. </a:t>
                      </a:r>
                    </a:p>
                  </a:txBody>
                  <a:tcPr>
                    <a:solidFill>
                      <a:schemeClr val="bg1"/>
                    </a:solidFill>
                  </a:tcPr>
                </a:tc>
                <a:tc hMerge="1">
                  <a:txBody>
                    <a:bodyPr/>
                    <a:lstStyle/>
                    <a:p>
                      <a:endParaRPr lang="en-US"/>
                    </a:p>
                  </a:txBody>
                  <a:tcPr>
                    <a:solidFill>
                      <a:schemeClr val="bg1"/>
                    </a:solidFill>
                  </a:tcPr>
                </a:tc>
                <a:extLst>
                  <a:ext uri="{0D108BD9-81ED-4DB2-BD59-A6C34878D82A}">
                    <a16:rowId xmlns:a16="http://schemas.microsoft.com/office/drawing/2014/main" val="1416359212"/>
                  </a:ext>
                </a:extLst>
              </a:tr>
              <a:tr h="259079">
                <a:tc>
                  <a:txBody>
                    <a:bodyPr/>
                    <a:lstStyle/>
                    <a:p>
                      <a:pPr algn="ctr"/>
                      <a:r>
                        <a:rPr lang="en-US" sz="1400" b="1" kern="1200">
                          <a:solidFill>
                            <a:schemeClr val="tx1"/>
                          </a:solidFill>
                          <a:effectLst/>
                          <a:latin typeface="+mn-lt"/>
                          <a:ea typeface="+mn-ea"/>
                          <a:cs typeface="+mn-cs"/>
                        </a:rPr>
                        <a:t>Impact: Timeline</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a:solidFill>
                            <a:schemeClr val="tx1"/>
                          </a:solidFill>
                          <a:effectLst/>
                          <a:latin typeface="+mn-lt"/>
                          <a:ea typeface="+mn-ea"/>
                          <a:cs typeface="+mn-cs"/>
                        </a:rPr>
                        <a:t>Impact: Budget</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a:solidFill>
                            <a:schemeClr val="tx1"/>
                          </a:solidFill>
                          <a:effectLst/>
                          <a:latin typeface="+mn-lt"/>
                          <a:ea typeface="+mn-ea"/>
                          <a:cs typeface="+mn-cs"/>
                        </a:rPr>
                        <a:t>Impact: Resources</a:t>
                      </a:r>
                    </a:p>
                  </a:txBody>
                  <a:tcPr anchor="ctr">
                    <a:solidFill>
                      <a:schemeClr val="bg2">
                        <a:lumMod val="20000"/>
                        <a:lumOff val="80000"/>
                      </a:schemeClr>
                    </a:solidFill>
                  </a:tcPr>
                </a:tc>
                <a:extLst>
                  <a:ext uri="{0D108BD9-81ED-4DB2-BD59-A6C34878D82A}">
                    <a16:rowId xmlns:a16="http://schemas.microsoft.com/office/drawing/2014/main" val="3293827256"/>
                  </a:ext>
                </a:extLst>
              </a:tr>
              <a:tr h="447224">
                <a:tc>
                  <a:txBody>
                    <a:bodyPr/>
                    <a:lstStyle/>
                    <a:p>
                      <a:pPr algn="ctr"/>
                      <a:r>
                        <a:rPr lang="en-US" sz="1200"/>
                        <a:t>Due diligence phase extended, but implementation quicker </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Lower MVP costs and increased long-term costs. </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Fewer resources MVP,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Increased resource for future updates </a:t>
                      </a:r>
                    </a:p>
                  </a:txBody>
                  <a:tcPr anchor="ctr">
                    <a:solidFill>
                      <a:schemeClr val="bg1"/>
                    </a:solidFill>
                  </a:tcPr>
                </a:tc>
                <a:extLst>
                  <a:ext uri="{0D108BD9-81ED-4DB2-BD59-A6C34878D82A}">
                    <a16:rowId xmlns:a16="http://schemas.microsoft.com/office/drawing/2014/main" val="828163422"/>
                  </a:ext>
                </a:extLst>
              </a:tr>
              <a:tr h="362748">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1200">
                          <a:solidFill>
                            <a:schemeClr val="lt1"/>
                          </a:solidFill>
                          <a:effectLst/>
                          <a:latin typeface="+mn-lt"/>
                          <a:ea typeface="+mn-ea"/>
                          <a:cs typeface="+mn-cs"/>
                        </a:rPr>
                        <a:t>Solution Option #2:  Configurable Rules Engine (Mapping Table) Defined During Implementation</a:t>
                      </a:r>
                    </a:p>
                  </a:txBody>
                  <a:tcPr anchor="ctr">
                    <a:solidFill>
                      <a:schemeClr val="accent1"/>
                    </a:solidFill>
                  </a:tcPr>
                </a:tc>
                <a:tc hMerge="1">
                  <a:txBody>
                    <a:bodyPr/>
                    <a:lstStyle/>
                    <a:p>
                      <a:endParaRPr lang="en-US"/>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kern="1200">
                        <a:solidFill>
                          <a:schemeClr val="lt1"/>
                        </a:solidFill>
                        <a:effectLst/>
                        <a:latin typeface="+mn-lt"/>
                        <a:ea typeface="+mn-ea"/>
                        <a:cs typeface="+mn-cs"/>
                      </a:endParaRPr>
                    </a:p>
                  </a:txBody>
                  <a:tcPr anchor="ctr">
                    <a:solidFill>
                      <a:schemeClr val="accent1"/>
                    </a:solidFill>
                  </a:tcPr>
                </a:tc>
                <a:extLst>
                  <a:ext uri="{0D108BD9-81ED-4DB2-BD59-A6C34878D82A}">
                    <a16:rowId xmlns:a16="http://schemas.microsoft.com/office/drawing/2014/main" val="833279552"/>
                  </a:ext>
                </a:extLst>
              </a:tr>
              <a:tr h="983893">
                <a:tc>
                  <a:txBody>
                    <a:bodyPr/>
                    <a:lstStyle/>
                    <a:p>
                      <a:r>
                        <a:rPr lang="en-US" sz="1200" u="sng" kern="1200">
                          <a:solidFill>
                            <a:schemeClr val="dk1"/>
                          </a:solidFill>
                          <a:latin typeface="+mn-lt"/>
                          <a:ea typeface="+mn-ea"/>
                          <a:cs typeface="+mn-cs"/>
                        </a:rPr>
                        <a:t>Advantages:</a:t>
                      </a:r>
                    </a:p>
                    <a:p>
                      <a:pPr marL="171450" indent="-171450">
                        <a:buFont typeface="Arial" panose="020B0604020202020204" pitchFamily="34" charset="0"/>
                        <a:buChar char="•"/>
                      </a:pPr>
                      <a:r>
                        <a:rPr lang="en-US" sz="1200"/>
                        <a:t>Enables granular compliance with local regulations. </a:t>
                      </a:r>
                    </a:p>
                    <a:p>
                      <a:pPr marL="171450" indent="-171450">
                        <a:buFont typeface="Arial" panose="020B0604020202020204" pitchFamily="34" charset="0"/>
                        <a:buChar char="•"/>
                      </a:pPr>
                      <a:r>
                        <a:rPr lang="en-US" sz="1200"/>
                        <a:t>Provides flexibility to adapt to changing laws and business requirements. </a:t>
                      </a:r>
                    </a:p>
                    <a:p>
                      <a:pPr marL="171450" indent="-171450">
                        <a:buFont typeface="Arial" panose="020B0604020202020204" pitchFamily="34" charset="0"/>
                        <a:buChar char="•"/>
                      </a:pPr>
                      <a:r>
                        <a:rPr lang="en-US" sz="1200"/>
                        <a:t>Supports future integrations and evolving business needs. </a:t>
                      </a:r>
                    </a:p>
                    <a:p>
                      <a:pPr marL="171450" indent="-171450">
                        <a:buFont typeface="Arial" panose="020B0604020202020204" pitchFamily="34" charset="0"/>
                        <a:buChar char="•"/>
                      </a:pPr>
                      <a:r>
                        <a:rPr lang="en-US" sz="1200"/>
                        <a:t>Allows business administrators to manage rules through a user interface. </a:t>
                      </a:r>
                      <a:endParaRPr lang="en-US" sz="1200" u="none" kern="1200">
                        <a:solidFill>
                          <a:schemeClr val="dk1"/>
                        </a:solidFill>
                        <a:latin typeface="+mn-lt"/>
                        <a:ea typeface="+mn-ea"/>
                        <a:cs typeface="+mn-cs"/>
                      </a:endParaRPr>
                    </a:p>
                  </a:txBody>
                  <a:tcP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sng" kern="1200">
                          <a:solidFill>
                            <a:schemeClr val="dk1"/>
                          </a:solidFill>
                          <a:latin typeface="+mn-lt"/>
                          <a:ea typeface="+mn-ea"/>
                          <a:cs typeface="+mn-cs"/>
                        </a:rPr>
                        <a:t>Disadvantages: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a:t>Requires more effort during implementation to define and test rules.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a:t>Adds complexity to the system and ongoing governance.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a:t>Needs robust auditing and change management processes. </a:t>
                      </a:r>
                      <a:endParaRPr lang="en-US" sz="1200" u="none" kern="1200">
                        <a:solidFill>
                          <a:schemeClr val="dk1"/>
                        </a:solidFill>
                        <a:latin typeface="+mn-lt"/>
                        <a:ea typeface="+mn-ea"/>
                        <a:cs typeface="+mn-cs"/>
                      </a:endParaRPr>
                    </a:p>
                  </a:txBody>
                  <a:tcPr>
                    <a:solidFill>
                      <a:schemeClr val="bg1"/>
                    </a:solidFill>
                  </a:tcPr>
                </a:tc>
                <a:tc hMerge="1">
                  <a:txBody>
                    <a:bodyPr/>
                    <a:lstStyle/>
                    <a:p>
                      <a:endParaRPr lang="en-US"/>
                    </a:p>
                  </a:txBody>
                  <a:tcPr>
                    <a:solidFill>
                      <a:schemeClr val="bg1"/>
                    </a:solidFill>
                  </a:tcPr>
                </a:tc>
                <a:extLst>
                  <a:ext uri="{0D108BD9-81ED-4DB2-BD59-A6C34878D82A}">
                    <a16:rowId xmlns:a16="http://schemas.microsoft.com/office/drawing/2014/main" val="532874638"/>
                  </a:ext>
                </a:extLst>
              </a:tr>
              <a:tr h="362748">
                <a:tc>
                  <a:txBody>
                    <a:bodyPr/>
                    <a:lstStyle/>
                    <a:p>
                      <a:pPr algn="ctr"/>
                      <a:r>
                        <a:rPr lang="en-US" sz="1400" b="1" kern="1200">
                          <a:solidFill>
                            <a:schemeClr val="tx1"/>
                          </a:solidFill>
                          <a:effectLst/>
                          <a:latin typeface="+mn-lt"/>
                          <a:ea typeface="+mn-ea"/>
                          <a:cs typeface="+mn-cs"/>
                        </a:rPr>
                        <a:t>Impact: Timeline</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a:solidFill>
                            <a:schemeClr val="tx1"/>
                          </a:solidFill>
                          <a:effectLst/>
                          <a:latin typeface="+mn-lt"/>
                          <a:ea typeface="+mn-ea"/>
                          <a:cs typeface="+mn-cs"/>
                        </a:rPr>
                        <a:t>Impact: Budget</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a:solidFill>
                            <a:schemeClr val="tx1"/>
                          </a:solidFill>
                          <a:effectLst/>
                          <a:latin typeface="+mn-lt"/>
                          <a:ea typeface="+mn-ea"/>
                          <a:cs typeface="+mn-cs"/>
                        </a:rPr>
                        <a:t>Impact: Resources</a:t>
                      </a:r>
                    </a:p>
                  </a:txBody>
                  <a:tcPr anchor="ctr">
                    <a:solidFill>
                      <a:schemeClr val="bg2">
                        <a:lumMod val="20000"/>
                        <a:lumOff val="80000"/>
                      </a:schemeClr>
                    </a:solidFill>
                  </a:tcPr>
                </a:tc>
                <a:extLst>
                  <a:ext uri="{0D108BD9-81ED-4DB2-BD59-A6C34878D82A}">
                    <a16:rowId xmlns:a16="http://schemas.microsoft.com/office/drawing/2014/main" val="2493318811"/>
                  </a:ext>
                </a:extLst>
              </a:tr>
              <a:tr h="4472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Development costs </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More build and testing</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Development resources and ongoing management </a:t>
                      </a:r>
                    </a:p>
                  </a:txBody>
                  <a:tcPr anchor="ctr">
                    <a:solidFill>
                      <a:schemeClr val="bg1"/>
                    </a:solidFill>
                  </a:tcPr>
                </a:tc>
                <a:extLst>
                  <a:ext uri="{0D108BD9-81ED-4DB2-BD59-A6C34878D82A}">
                    <a16:rowId xmlns:a16="http://schemas.microsoft.com/office/drawing/2014/main" val="2791456911"/>
                  </a:ext>
                </a:extLst>
              </a:tr>
            </a:tbl>
          </a:graphicData>
        </a:graphic>
      </p:graphicFrame>
      <p:sp>
        <p:nvSpPr>
          <p:cNvPr id="2" name="TextBox 1">
            <a:extLst>
              <a:ext uri="{FF2B5EF4-FFF2-40B4-BE49-F238E27FC236}">
                <a16:creationId xmlns:a16="http://schemas.microsoft.com/office/drawing/2014/main" id="{3BE8CB89-1E6A-5D61-8DA8-A1BCB3471D7E}"/>
              </a:ext>
            </a:extLst>
          </p:cNvPr>
          <p:cNvSpPr txBox="1"/>
          <p:nvPr/>
        </p:nvSpPr>
        <p:spPr>
          <a:xfrm rot="16200000">
            <a:off x="-539436" y="5056516"/>
            <a:ext cx="1720252" cy="369332"/>
          </a:xfrm>
          <a:prstGeom prst="rect">
            <a:avLst/>
          </a:prstGeom>
          <a:noFill/>
        </p:spPr>
        <p:txBody>
          <a:bodyPr wrap="square" rtlCol="0">
            <a:spAutoFit/>
          </a:bodyPr>
          <a:lstStyle/>
          <a:p>
            <a:r>
              <a:rPr lang="en-US"/>
              <a:t>RECOMMEND</a:t>
            </a:r>
          </a:p>
        </p:txBody>
      </p:sp>
      <p:sp>
        <p:nvSpPr>
          <p:cNvPr id="4" name="Rectangle 3">
            <a:extLst>
              <a:ext uri="{FF2B5EF4-FFF2-40B4-BE49-F238E27FC236}">
                <a16:creationId xmlns:a16="http://schemas.microsoft.com/office/drawing/2014/main" id="{07B677A9-5DF8-B6B9-17AF-091AA3B34180}"/>
              </a:ext>
            </a:extLst>
          </p:cNvPr>
          <p:cNvSpPr/>
          <p:nvPr/>
        </p:nvSpPr>
        <p:spPr>
          <a:xfrm>
            <a:off x="119806" y="4366035"/>
            <a:ext cx="11793892" cy="220251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tar: 5 Points 8">
            <a:extLst>
              <a:ext uri="{FF2B5EF4-FFF2-40B4-BE49-F238E27FC236}">
                <a16:creationId xmlns:a16="http://schemas.microsoft.com/office/drawing/2014/main" id="{64791F5C-74A7-109C-B756-B688E87013F2}"/>
              </a:ext>
            </a:extLst>
          </p:cNvPr>
          <p:cNvSpPr/>
          <p:nvPr/>
        </p:nvSpPr>
        <p:spPr>
          <a:xfrm>
            <a:off x="10933484" y="4829388"/>
            <a:ext cx="863029" cy="823588"/>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140A6FC-FFF7-8E8F-A498-19DA9A3A1047}"/>
              </a:ext>
            </a:extLst>
          </p:cNvPr>
          <p:cNvSpPr txBox="1"/>
          <p:nvPr/>
        </p:nvSpPr>
        <p:spPr>
          <a:xfrm>
            <a:off x="4450634" y="602031"/>
            <a:ext cx="11125532" cy="307777"/>
          </a:xfrm>
          <a:prstGeom prst="rect">
            <a:avLst/>
          </a:prstGeom>
          <a:noFill/>
        </p:spPr>
        <p:txBody>
          <a:bodyPr wrap="square" rtlCol="0">
            <a:spAutoFit/>
          </a:bodyPr>
          <a:lstStyle/>
          <a:p>
            <a:pPr algn="ctr"/>
            <a:r>
              <a:rPr lang="en-US" sz="1400" i="1">
                <a:hlinkClick r:id="rId3"/>
              </a:rPr>
              <a:t>Detailed Decision Document with rationale</a:t>
            </a:r>
            <a:endParaRPr lang="en-US" sz="1400" i="1"/>
          </a:p>
        </p:txBody>
      </p:sp>
    </p:spTree>
    <p:extLst>
      <p:ext uri="{BB962C8B-B14F-4D97-AF65-F5344CB8AC3E}">
        <p14:creationId xmlns:p14="http://schemas.microsoft.com/office/powerpoint/2010/main" val="118822466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743AA-1803-1C19-C739-7C94F20B2A2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D80DDF3-645A-60DB-2701-D2A0D9517A74}"/>
              </a:ext>
            </a:extLst>
          </p:cNvPr>
          <p:cNvSpPr>
            <a:spLocks noGrp="1" noRot="1" noMove="1" noResize="1" noEditPoints="1" noAdjustHandles="1" noChangeArrowheads="1" noChangeShapeType="1"/>
          </p:cNvSpPr>
          <p:nvPr/>
        </p:nvSpPr>
        <p:spPr>
          <a:xfrm>
            <a:off x="256032" y="640080"/>
            <a:ext cx="44805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C94974B0-2D1C-2E42-3496-12B5700A98F2}"/>
              </a:ext>
            </a:extLst>
          </p:cNvPr>
          <p:cNvSpPr>
            <a:spLocks noGrp="1"/>
          </p:cNvSpPr>
          <p:nvPr>
            <p:ph type="title"/>
          </p:nvPr>
        </p:nvSpPr>
        <p:spPr>
          <a:xfrm>
            <a:off x="377952" y="497562"/>
            <a:ext cx="11277600" cy="553998"/>
          </a:xfrm>
        </p:spPr>
        <p:txBody>
          <a:bodyPr/>
          <a:lstStyle/>
          <a:p>
            <a:r>
              <a:rPr lang="en-US" sz="3600"/>
              <a:t>KEY DECISION: Hosting Location</a:t>
            </a:r>
          </a:p>
        </p:txBody>
      </p:sp>
      <p:cxnSp>
        <p:nvCxnSpPr>
          <p:cNvPr id="7" name="Straight Connector 6">
            <a:extLst>
              <a:ext uri="{FF2B5EF4-FFF2-40B4-BE49-F238E27FC236}">
                <a16:creationId xmlns:a16="http://schemas.microsoft.com/office/drawing/2014/main" id="{BE6C05A9-DBBA-04AD-8346-0619AF11DFBC}"/>
              </a:ext>
            </a:extLst>
          </p:cNvPr>
          <p:cNvCxnSpPr/>
          <p:nvPr/>
        </p:nvCxnSpPr>
        <p:spPr>
          <a:xfrm>
            <a:off x="429768" y="1188720"/>
            <a:ext cx="64008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6589769-2F00-62C5-928D-A3FF045DC291}"/>
              </a:ext>
            </a:extLst>
          </p:cNvPr>
          <p:cNvSpPr>
            <a:spLocks noGrp="1" noRot="1" noMove="1" noResize="1" noEditPoints="1" noAdjustHandles="1" noChangeArrowheads="1" noChangeShapeType="1"/>
          </p:cNvSpPr>
          <p:nvPr/>
        </p:nvSpPr>
        <p:spPr>
          <a:xfrm>
            <a:off x="429768" y="6409944"/>
            <a:ext cx="2404872" cy="1828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Table 9">
            <a:extLst>
              <a:ext uri="{FF2B5EF4-FFF2-40B4-BE49-F238E27FC236}">
                <a16:creationId xmlns:a16="http://schemas.microsoft.com/office/drawing/2014/main" id="{D3C1C94B-0E62-18F7-C70B-24945025484E}"/>
              </a:ext>
            </a:extLst>
          </p:cNvPr>
          <p:cNvGraphicFramePr>
            <a:graphicFrameLocks noGrp="1"/>
          </p:cNvGraphicFramePr>
          <p:nvPr>
            <p:extLst>
              <p:ext uri="{D42A27DB-BD31-4B8C-83A1-F6EECF244321}">
                <p14:modId xmlns:p14="http://schemas.microsoft.com/office/powerpoint/2010/main" val="3215046264"/>
              </p:ext>
            </p:extLst>
          </p:nvPr>
        </p:nvGraphicFramePr>
        <p:xfrm>
          <a:off x="429768" y="1599183"/>
          <a:ext cx="11173972" cy="4805680"/>
        </p:xfrm>
        <a:graphic>
          <a:graphicData uri="http://schemas.openxmlformats.org/drawingml/2006/table">
            <a:tbl>
              <a:tblPr firstRow="1" bandRow="1">
                <a:tableStyleId>{5C22544A-7EE6-4342-B048-85BDC9FD1C3A}</a:tableStyleId>
              </a:tblPr>
              <a:tblGrid>
                <a:gridCol w="5586986">
                  <a:extLst>
                    <a:ext uri="{9D8B030D-6E8A-4147-A177-3AD203B41FA5}">
                      <a16:colId xmlns:a16="http://schemas.microsoft.com/office/drawing/2014/main" val="4137280223"/>
                    </a:ext>
                  </a:extLst>
                </a:gridCol>
                <a:gridCol w="2793493">
                  <a:extLst>
                    <a:ext uri="{9D8B030D-6E8A-4147-A177-3AD203B41FA5}">
                      <a16:colId xmlns:a16="http://schemas.microsoft.com/office/drawing/2014/main" val="1980749769"/>
                    </a:ext>
                  </a:extLst>
                </a:gridCol>
                <a:gridCol w="2793493">
                  <a:extLst>
                    <a:ext uri="{9D8B030D-6E8A-4147-A177-3AD203B41FA5}">
                      <a16:colId xmlns:a16="http://schemas.microsoft.com/office/drawing/2014/main" val="2056196926"/>
                    </a:ext>
                  </a:extLst>
                </a:gridCol>
              </a:tblGrid>
              <a:tr h="370840">
                <a:tc gridSpan="3">
                  <a:txBody>
                    <a:bodyPr/>
                    <a:lstStyle/>
                    <a:p>
                      <a:r>
                        <a:rPr lang="en-US" sz="1400" b="1" kern="1200">
                          <a:solidFill>
                            <a:schemeClr val="lt1"/>
                          </a:solidFill>
                          <a:effectLst/>
                          <a:latin typeface="+mn-lt"/>
                          <a:ea typeface="+mn-ea"/>
                          <a:cs typeface="+mn-cs"/>
                        </a:rPr>
                        <a:t>Description of Design Decision:</a:t>
                      </a:r>
                      <a:endParaRPr lang="en-US" sz="1400"/>
                    </a:p>
                  </a:txBody>
                  <a:tcPr anchor="ctr"/>
                </a:tc>
                <a:tc hMerge="1">
                  <a:txBody>
                    <a:bodyPr/>
                    <a:lstStyle/>
                    <a:p>
                      <a:endParaRPr lang="en-US"/>
                    </a:p>
                  </a:txBody>
                  <a:tcPr/>
                </a:tc>
                <a:tc hMerge="1">
                  <a:txBody>
                    <a:bodyPr/>
                    <a:lstStyle/>
                    <a:p>
                      <a:endParaRPr lang="en-US" sz="1400"/>
                    </a:p>
                  </a:txBody>
                  <a:tcPr anchor="ctr"/>
                </a:tc>
                <a:extLst>
                  <a:ext uri="{0D108BD9-81ED-4DB2-BD59-A6C34878D82A}">
                    <a16:rowId xmlns:a16="http://schemas.microsoft.com/office/drawing/2014/main" val="2891288435"/>
                  </a:ext>
                </a:extLst>
              </a:tr>
              <a:tr h="370840">
                <a:tc gridSpan="3">
                  <a:txBody>
                    <a:bodyPr/>
                    <a:lstStyle/>
                    <a:p>
                      <a:r>
                        <a:rPr lang="en-US" sz="1200"/>
                        <a:t>Choosing HIVE’s hosting location is a critical decision that will shape Lockton’s People and Culture technology landscape, influencing future platform integrations and ensuring alignment with global data and compliance needs.</a:t>
                      </a:r>
                    </a:p>
                  </a:txBody>
                  <a:tcPr>
                    <a:solidFill>
                      <a:schemeClr val="bg1"/>
                    </a:solidFill>
                  </a:tcPr>
                </a:tc>
                <a:tc hMerge="1">
                  <a:txBody>
                    <a:bodyPr/>
                    <a:lstStyle/>
                    <a:p>
                      <a:endParaRPr lang="en-US"/>
                    </a:p>
                  </a:txBody>
                  <a:tcPr/>
                </a:tc>
                <a:tc hMerge="1">
                  <a:txBody>
                    <a:bodyPr/>
                    <a:lstStyle/>
                    <a:p>
                      <a:endParaRPr lang="en-US" sz="1200"/>
                    </a:p>
                  </a:txBody>
                  <a:tcPr>
                    <a:solidFill>
                      <a:schemeClr val="bg1"/>
                    </a:solidFill>
                  </a:tcPr>
                </a:tc>
                <a:extLst>
                  <a:ext uri="{0D108BD9-81ED-4DB2-BD59-A6C34878D82A}">
                    <a16:rowId xmlns:a16="http://schemas.microsoft.com/office/drawing/2014/main" val="1204873241"/>
                  </a:ext>
                </a:extLst>
              </a:tr>
              <a:tr h="370840">
                <a:tc gridSpan="3">
                  <a:txBody>
                    <a:bodyPr/>
                    <a:lstStyle/>
                    <a:p>
                      <a:r>
                        <a:rPr lang="en-US" sz="1400" b="1" kern="1200">
                          <a:solidFill>
                            <a:schemeClr val="lt1"/>
                          </a:solidFill>
                          <a:effectLst/>
                          <a:latin typeface="+mn-lt"/>
                          <a:ea typeface="+mn-ea"/>
                          <a:cs typeface="+mn-cs"/>
                        </a:rPr>
                        <a:t>Solution Option #1: Host in US</a:t>
                      </a:r>
                    </a:p>
                  </a:txBody>
                  <a:tcPr anchor="ctr">
                    <a:solidFill>
                      <a:schemeClr val="accent1"/>
                    </a:solidFill>
                  </a:tcPr>
                </a:tc>
                <a:tc hMerge="1">
                  <a:txBody>
                    <a:bodyPr/>
                    <a:lstStyle/>
                    <a:p>
                      <a:endParaRPr lang="en-US"/>
                    </a:p>
                  </a:txBody>
                  <a:tcPr/>
                </a:tc>
                <a:tc hMerge="1">
                  <a:txBody>
                    <a:bodyPr/>
                    <a:lstStyle/>
                    <a:p>
                      <a:endParaRPr lang="en-US" sz="1400" b="1" kern="1200">
                        <a:solidFill>
                          <a:schemeClr val="lt1"/>
                        </a:solidFill>
                        <a:effectLst/>
                        <a:latin typeface="+mn-lt"/>
                        <a:ea typeface="+mn-ea"/>
                        <a:cs typeface="+mn-cs"/>
                      </a:endParaRPr>
                    </a:p>
                  </a:txBody>
                  <a:tcPr anchor="ctr">
                    <a:solidFill>
                      <a:schemeClr val="accent1"/>
                    </a:solidFill>
                  </a:tcPr>
                </a:tc>
                <a:extLst>
                  <a:ext uri="{0D108BD9-81ED-4DB2-BD59-A6C34878D82A}">
                    <a16:rowId xmlns:a16="http://schemas.microsoft.com/office/drawing/2014/main" val="3493010553"/>
                  </a:ext>
                </a:extLst>
              </a:tr>
              <a:tr h="370840">
                <a:tc>
                  <a:txBody>
                    <a:bodyPr/>
                    <a:lstStyle/>
                    <a:p>
                      <a:r>
                        <a:rPr lang="en-US" sz="1200" u="sng" kern="1200">
                          <a:solidFill>
                            <a:schemeClr val="dk1"/>
                          </a:solidFill>
                          <a:latin typeface="+mn-lt"/>
                          <a:ea typeface="+mn-ea"/>
                          <a:cs typeface="+mn-cs"/>
                        </a:rPr>
                        <a:t>Advantages:</a:t>
                      </a:r>
                    </a:p>
                    <a:p>
                      <a:pPr marL="171450" indent="-171450">
                        <a:buFont typeface="Wingdings" panose="05000000000000000000" pitchFamily="2" charset="2"/>
                        <a:buChar char="§"/>
                      </a:pPr>
                      <a:r>
                        <a:rPr lang="en-US" sz="1200" kern="1200">
                          <a:solidFill>
                            <a:schemeClr val="dk1"/>
                          </a:solidFill>
                          <a:latin typeface="+mn-lt"/>
                          <a:ea typeface="+mn-ea"/>
                          <a:cs typeface="+mn-cs"/>
                        </a:rPr>
                        <a:t>Largest user base and data volume no latency threat to majority of users with most extensive use cases.</a:t>
                      </a:r>
                    </a:p>
                    <a:p>
                      <a:pPr marL="171450" indent="-171450">
                        <a:buFont typeface="Wingdings" panose="05000000000000000000" pitchFamily="2" charset="2"/>
                        <a:buChar char="§"/>
                      </a:pPr>
                      <a:r>
                        <a:rPr lang="en-US" sz="1200" kern="1200">
                          <a:solidFill>
                            <a:schemeClr val="dk1"/>
                          </a:solidFill>
                          <a:latin typeface="+mn-lt"/>
                          <a:ea typeface="+mn-ea"/>
                          <a:cs typeface="+mn-cs"/>
                        </a:rPr>
                        <a:t>Current state, ready to start build</a:t>
                      </a:r>
                    </a:p>
                    <a:p>
                      <a:pPr marL="171450" indent="-171450">
                        <a:buFont typeface="Wingdings" panose="05000000000000000000" pitchFamily="2" charset="2"/>
                        <a:buChar char="§"/>
                      </a:pPr>
                      <a:r>
                        <a:rPr lang="en-US" sz="1200" kern="1200">
                          <a:solidFill>
                            <a:schemeClr val="dk1"/>
                          </a:solidFill>
                          <a:latin typeface="+mn-lt"/>
                          <a:ea typeface="+mn-ea"/>
                          <a:cs typeface="+mn-cs"/>
                        </a:rPr>
                        <a:t>Employment data can bypass regulatory challenges through agreements</a:t>
                      </a:r>
                    </a:p>
                  </a:txBody>
                  <a:tcP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sng" kern="1200">
                          <a:solidFill>
                            <a:schemeClr val="dk1"/>
                          </a:solidFill>
                          <a:latin typeface="+mn-lt"/>
                          <a:ea typeface="+mn-ea"/>
                          <a:cs typeface="+mn-cs"/>
                        </a:rPr>
                        <a:t>Disadvantages:</a:t>
                      </a:r>
                    </a:p>
                    <a:p>
                      <a:pPr marL="171450" indent="-171450">
                        <a:buFont typeface="Wingdings" panose="05000000000000000000" pitchFamily="2" charset="2"/>
                        <a:buChar char="§"/>
                      </a:pPr>
                      <a:r>
                        <a:rPr lang="en-US" sz="1200"/>
                        <a:t>Potential latency threat to global users and data.</a:t>
                      </a:r>
                    </a:p>
                  </a:txBody>
                  <a:tcPr>
                    <a:solidFill>
                      <a:schemeClr val="bg1"/>
                    </a:solidFill>
                  </a:tcPr>
                </a:tc>
                <a:tc hMerge="1">
                  <a:txBody>
                    <a:bodyPr/>
                    <a:lstStyle/>
                    <a:p>
                      <a:endParaRPr lang="en-US"/>
                    </a:p>
                  </a:txBody>
                  <a:tcPr>
                    <a:solidFill>
                      <a:schemeClr val="bg1"/>
                    </a:solidFill>
                  </a:tcPr>
                </a:tc>
                <a:extLst>
                  <a:ext uri="{0D108BD9-81ED-4DB2-BD59-A6C34878D82A}">
                    <a16:rowId xmlns:a16="http://schemas.microsoft.com/office/drawing/2014/main" val="1416359212"/>
                  </a:ext>
                </a:extLst>
              </a:tr>
              <a:tr h="143256">
                <a:tc>
                  <a:txBody>
                    <a:bodyPr/>
                    <a:lstStyle/>
                    <a:p>
                      <a:pPr algn="ctr"/>
                      <a:r>
                        <a:rPr lang="en-US" sz="1400" b="1" kern="1200">
                          <a:solidFill>
                            <a:schemeClr val="tx1"/>
                          </a:solidFill>
                          <a:effectLst/>
                          <a:latin typeface="+mn-lt"/>
                          <a:ea typeface="+mn-ea"/>
                          <a:cs typeface="+mn-cs"/>
                        </a:rPr>
                        <a:t>Impact: Timeline</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a:solidFill>
                            <a:schemeClr val="tx1"/>
                          </a:solidFill>
                          <a:effectLst/>
                          <a:latin typeface="+mn-lt"/>
                          <a:ea typeface="+mn-ea"/>
                          <a:cs typeface="+mn-cs"/>
                        </a:rPr>
                        <a:t>Impact: Budget</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a:solidFill>
                            <a:schemeClr val="tx1"/>
                          </a:solidFill>
                          <a:effectLst/>
                          <a:latin typeface="+mn-lt"/>
                          <a:ea typeface="+mn-ea"/>
                          <a:cs typeface="+mn-cs"/>
                        </a:rPr>
                        <a:t>Impact: Resources</a:t>
                      </a:r>
                    </a:p>
                  </a:txBody>
                  <a:tcPr anchor="ctr">
                    <a:solidFill>
                      <a:schemeClr val="bg2">
                        <a:lumMod val="20000"/>
                        <a:lumOff val="80000"/>
                      </a:schemeClr>
                    </a:solidFill>
                  </a:tcPr>
                </a:tc>
                <a:extLst>
                  <a:ext uri="{0D108BD9-81ED-4DB2-BD59-A6C34878D82A}">
                    <a16:rowId xmlns:a16="http://schemas.microsoft.com/office/drawing/2014/main" val="3293827256"/>
                  </a:ext>
                </a:extLst>
              </a:tr>
              <a:tr h="370840">
                <a:tc>
                  <a:txBody>
                    <a:bodyPr/>
                    <a:lstStyle/>
                    <a:p>
                      <a:pPr algn="ctr"/>
                      <a:r>
                        <a:rPr lang="en-US" sz="1200"/>
                        <a:t>Fastest and easiest timeline with no net new Microsoft infrastructure dependency that could risk HIVE MVP timeline </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Eliminates risk to budget for unknown global Msoft tenant MVP</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kern="1200">
                          <a:solidFill>
                            <a:schemeClr val="dk1"/>
                          </a:solidFill>
                          <a:effectLst/>
                          <a:latin typeface="+mn-lt"/>
                          <a:ea typeface="+mn-ea"/>
                          <a:cs typeface="+mn-cs"/>
                        </a:rPr>
                        <a:t>Positive impact – no need for Networking resources </a:t>
                      </a:r>
                      <a:endParaRPr lang="en-US" sz="1000"/>
                    </a:p>
                  </a:txBody>
                  <a:tcPr anchor="ctr">
                    <a:solidFill>
                      <a:schemeClr val="bg1"/>
                    </a:solidFill>
                  </a:tcPr>
                </a:tc>
                <a:extLst>
                  <a:ext uri="{0D108BD9-81ED-4DB2-BD59-A6C34878D82A}">
                    <a16:rowId xmlns:a16="http://schemas.microsoft.com/office/drawing/2014/main" val="828163422"/>
                  </a:ext>
                </a:extLst>
              </a:tr>
              <a:tr h="370840">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1200">
                          <a:solidFill>
                            <a:schemeClr val="lt1"/>
                          </a:solidFill>
                          <a:effectLst/>
                          <a:latin typeface="+mn-lt"/>
                          <a:ea typeface="+mn-ea"/>
                          <a:cs typeface="+mn-cs"/>
                        </a:rPr>
                        <a:t>Solution Option #2: Global tenant with subscription to Msoft datacenter in Dublin</a:t>
                      </a:r>
                    </a:p>
                  </a:txBody>
                  <a:tcPr anchor="ctr">
                    <a:solidFill>
                      <a:schemeClr val="accent1"/>
                    </a:solidFill>
                  </a:tcPr>
                </a:tc>
                <a:tc hMerge="1">
                  <a:txBody>
                    <a:bodyPr/>
                    <a:lstStyle/>
                    <a:p>
                      <a:endParaRPr lang="en-US"/>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kern="1200">
                        <a:solidFill>
                          <a:schemeClr val="lt1"/>
                        </a:solidFill>
                        <a:effectLst/>
                        <a:latin typeface="+mn-lt"/>
                        <a:ea typeface="+mn-ea"/>
                        <a:cs typeface="+mn-cs"/>
                      </a:endParaRPr>
                    </a:p>
                  </a:txBody>
                  <a:tcPr anchor="ctr">
                    <a:solidFill>
                      <a:schemeClr val="accent1"/>
                    </a:solidFill>
                  </a:tcPr>
                </a:tc>
                <a:extLst>
                  <a:ext uri="{0D108BD9-81ED-4DB2-BD59-A6C34878D82A}">
                    <a16:rowId xmlns:a16="http://schemas.microsoft.com/office/drawing/2014/main" val="833279552"/>
                  </a:ext>
                </a:extLst>
              </a:tr>
              <a:tr h="370840">
                <a:tc>
                  <a:txBody>
                    <a:bodyPr/>
                    <a:lstStyle/>
                    <a:p>
                      <a:r>
                        <a:rPr lang="en-US" sz="1200" u="sng" kern="1200">
                          <a:solidFill>
                            <a:schemeClr val="dk1"/>
                          </a:solidFill>
                          <a:latin typeface="+mn-lt"/>
                          <a:ea typeface="+mn-ea"/>
                          <a:cs typeface="+mn-cs"/>
                        </a:rPr>
                        <a:t>Advantages:</a:t>
                      </a:r>
                    </a:p>
                    <a:p>
                      <a:pPr marL="171450" indent="-171450">
                        <a:buFont typeface="Wingdings" panose="05000000000000000000" pitchFamily="2" charset="2"/>
                        <a:buChar char="§"/>
                      </a:pPr>
                      <a:r>
                        <a:rPr lang="en-US" sz="1200" u="none" kern="1200">
                          <a:solidFill>
                            <a:schemeClr val="dk1"/>
                          </a:solidFill>
                          <a:latin typeface="+mn-lt"/>
                          <a:ea typeface="+mn-ea"/>
                          <a:cs typeface="+mn-cs"/>
                        </a:rPr>
                        <a:t>GDPR compliance</a:t>
                      </a:r>
                    </a:p>
                    <a:p>
                      <a:pPr marL="171450" indent="-171450">
                        <a:buFont typeface="Wingdings" panose="05000000000000000000" pitchFamily="2" charset="2"/>
                        <a:buChar char="§"/>
                      </a:pPr>
                      <a:r>
                        <a:rPr lang="en-US" sz="1200" u="none" kern="1200">
                          <a:solidFill>
                            <a:schemeClr val="dk1"/>
                          </a:solidFill>
                          <a:latin typeface="+mn-lt"/>
                          <a:ea typeface="+mn-ea"/>
                          <a:cs typeface="+mn-cs"/>
                        </a:rPr>
                        <a:t>UK/Europe – no latency threat for users located in that region,</a:t>
                      </a:r>
                    </a:p>
                  </a:txBody>
                  <a:tcP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sng" kern="1200">
                          <a:solidFill>
                            <a:schemeClr val="dk1"/>
                          </a:solidFill>
                          <a:latin typeface="+mn-lt"/>
                          <a:ea typeface="+mn-ea"/>
                          <a:cs typeface="+mn-cs"/>
                        </a:rPr>
                        <a:t>Disadvantages: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u="none" kern="1200">
                          <a:solidFill>
                            <a:schemeClr val="dk1"/>
                          </a:solidFill>
                          <a:latin typeface="+mn-lt"/>
                          <a:ea typeface="+mn-ea"/>
                          <a:cs typeface="+mn-cs"/>
                        </a:rPr>
                        <a:t>Potential latency in US and globe</a:t>
                      </a:r>
                    </a:p>
                  </a:txBody>
                  <a:tcPr>
                    <a:solidFill>
                      <a:schemeClr val="bg1"/>
                    </a:solidFill>
                  </a:tcPr>
                </a:tc>
                <a:tc hMerge="1">
                  <a:txBody>
                    <a:bodyPr/>
                    <a:lstStyle/>
                    <a:p>
                      <a:endParaRPr lang="en-US"/>
                    </a:p>
                  </a:txBody>
                  <a:tcPr>
                    <a:solidFill>
                      <a:schemeClr val="bg1"/>
                    </a:solidFill>
                  </a:tcPr>
                </a:tc>
                <a:extLst>
                  <a:ext uri="{0D108BD9-81ED-4DB2-BD59-A6C34878D82A}">
                    <a16:rowId xmlns:a16="http://schemas.microsoft.com/office/drawing/2014/main" val="532874638"/>
                  </a:ext>
                </a:extLst>
              </a:tr>
              <a:tr h="370840">
                <a:tc>
                  <a:txBody>
                    <a:bodyPr/>
                    <a:lstStyle/>
                    <a:p>
                      <a:pPr algn="ctr"/>
                      <a:r>
                        <a:rPr lang="en-US" sz="1400" b="1" kern="1200">
                          <a:solidFill>
                            <a:schemeClr val="tx1"/>
                          </a:solidFill>
                          <a:effectLst/>
                          <a:latin typeface="+mn-lt"/>
                          <a:ea typeface="+mn-ea"/>
                          <a:cs typeface="+mn-cs"/>
                        </a:rPr>
                        <a:t>Impact: Timeline</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a:solidFill>
                            <a:schemeClr val="tx1"/>
                          </a:solidFill>
                          <a:effectLst/>
                          <a:latin typeface="+mn-lt"/>
                          <a:ea typeface="+mn-ea"/>
                          <a:cs typeface="+mn-cs"/>
                        </a:rPr>
                        <a:t>Impact: Budget</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a:solidFill>
                            <a:schemeClr val="tx1"/>
                          </a:solidFill>
                          <a:effectLst/>
                          <a:latin typeface="+mn-lt"/>
                          <a:ea typeface="+mn-ea"/>
                          <a:cs typeface="+mn-cs"/>
                        </a:rPr>
                        <a:t>Impact: Resources</a:t>
                      </a:r>
                    </a:p>
                  </a:txBody>
                  <a:tcPr anchor="ctr">
                    <a:solidFill>
                      <a:schemeClr val="bg2">
                        <a:lumMod val="20000"/>
                        <a:lumOff val="80000"/>
                      </a:schemeClr>
                    </a:solidFill>
                  </a:tcPr>
                </a:tc>
                <a:extLst>
                  <a:ext uri="{0D108BD9-81ED-4DB2-BD59-A6C34878D82A}">
                    <a16:rowId xmlns:a16="http://schemas.microsoft.com/office/drawing/2014/main" val="249331881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a:solidFill>
                            <a:schemeClr val="dk1"/>
                          </a:solidFill>
                          <a:effectLst/>
                          <a:latin typeface="+mn-lt"/>
                          <a:ea typeface="+mn-ea"/>
                          <a:cs typeface="+mn-cs"/>
                        </a:rPr>
                        <a:t>Dependent on networking requirements to stand up Global Tenant. Est comp Dec 2025. HIVE build estimated to start in Jan 2026.</a:t>
                      </a:r>
                      <a:endParaRPr lang="en-US" sz="120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Unknown</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kern="1200">
                          <a:solidFill>
                            <a:schemeClr val="dk1"/>
                          </a:solidFill>
                          <a:effectLst/>
                          <a:latin typeface="+mn-lt"/>
                          <a:ea typeface="+mn-ea"/>
                          <a:cs typeface="+mn-cs"/>
                        </a:rPr>
                        <a:t>Networking resources </a:t>
                      </a:r>
                      <a:endParaRPr lang="en-US" sz="1200"/>
                    </a:p>
                  </a:txBody>
                  <a:tcPr anchor="ctr">
                    <a:solidFill>
                      <a:schemeClr val="bg1"/>
                    </a:solidFill>
                  </a:tcPr>
                </a:tc>
                <a:extLst>
                  <a:ext uri="{0D108BD9-81ED-4DB2-BD59-A6C34878D82A}">
                    <a16:rowId xmlns:a16="http://schemas.microsoft.com/office/drawing/2014/main" val="2791456911"/>
                  </a:ext>
                </a:extLst>
              </a:tr>
            </a:tbl>
          </a:graphicData>
        </a:graphic>
      </p:graphicFrame>
      <p:sp>
        <p:nvSpPr>
          <p:cNvPr id="2" name="TextBox 1">
            <a:extLst>
              <a:ext uri="{FF2B5EF4-FFF2-40B4-BE49-F238E27FC236}">
                <a16:creationId xmlns:a16="http://schemas.microsoft.com/office/drawing/2014/main" id="{AEA7BFAE-4DED-D6CA-1F4F-3E46CF97D9EF}"/>
              </a:ext>
            </a:extLst>
          </p:cNvPr>
          <p:cNvSpPr txBox="1"/>
          <p:nvPr/>
        </p:nvSpPr>
        <p:spPr>
          <a:xfrm rot="16200000">
            <a:off x="-528419" y="3250820"/>
            <a:ext cx="1720252" cy="369332"/>
          </a:xfrm>
          <a:prstGeom prst="rect">
            <a:avLst/>
          </a:prstGeom>
          <a:noFill/>
        </p:spPr>
        <p:txBody>
          <a:bodyPr wrap="square" rtlCol="0">
            <a:spAutoFit/>
          </a:bodyPr>
          <a:lstStyle/>
          <a:p>
            <a:r>
              <a:rPr lang="en-US"/>
              <a:t>RECOMMEND</a:t>
            </a:r>
          </a:p>
        </p:txBody>
      </p:sp>
      <p:sp>
        <p:nvSpPr>
          <p:cNvPr id="4" name="Rectangle 3">
            <a:extLst>
              <a:ext uri="{FF2B5EF4-FFF2-40B4-BE49-F238E27FC236}">
                <a16:creationId xmlns:a16="http://schemas.microsoft.com/office/drawing/2014/main" id="{D879902F-B27E-3E6D-08A5-44478FC5B632}"/>
              </a:ext>
            </a:extLst>
          </p:cNvPr>
          <p:cNvSpPr/>
          <p:nvPr/>
        </p:nvSpPr>
        <p:spPr>
          <a:xfrm>
            <a:off x="199054" y="2430826"/>
            <a:ext cx="11793892" cy="219033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tar: 5 Points 8">
            <a:extLst>
              <a:ext uri="{FF2B5EF4-FFF2-40B4-BE49-F238E27FC236}">
                <a16:creationId xmlns:a16="http://schemas.microsoft.com/office/drawing/2014/main" id="{C05F9DE9-BC79-A791-A5E2-D521F5F7C139}"/>
              </a:ext>
            </a:extLst>
          </p:cNvPr>
          <p:cNvSpPr/>
          <p:nvPr/>
        </p:nvSpPr>
        <p:spPr>
          <a:xfrm>
            <a:off x="9775695" y="2605412"/>
            <a:ext cx="863029" cy="823588"/>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75EAFCE-3D6D-A5E5-9324-47050B9CDD2A}"/>
              </a:ext>
            </a:extLst>
          </p:cNvPr>
          <p:cNvSpPr txBox="1"/>
          <p:nvPr/>
        </p:nvSpPr>
        <p:spPr>
          <a:xfrm>
            <a:off x="3844457" y="713006"/>
            <a:ext cx="11125532" cy="338554"/>
          </a:xfrm>
          <a:prstGeom prst="rect">
            <a:avLst/>
          </a:prstGeom>
          <a:noFill/>
        </p:spPr>
        <p:txBody>
          <a:bodyPr wrap="square" rtlCol="0">
            <a:spAutoFit/>
          </a:bodyPr>
          <a:lstStyle/>
          <a:p>
            <a:pPr algn="ctr"/>
            <a:r>
              <a:rPr lang="en-US" sz="1600" i="1">
                <a:hlinkClick r:id="rId3"/>
              </a:rPr>
              <a:t>Detailed Decision Document with rationale</a:t>
            </a:r>
            <a:endParaRPr lang="en-US" sz="1600" i="1"/>
          </a:p>
        </p:txBody>
      </p:sp>
    </p:spTree>
    <p:extLst>
      <p:ext uri="{BB962C8B-B14F-4D97-AF65-F5344CB8AC3E}">
        <p14:creationId xmlns:p14="http://schemas.microsoft.com/office/powerpoint/2010/main" val="325304113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2DB49-A16E-2210-7122-67AF1FFF9C0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9069ED3-1001-9C94-802D-A3B78E4FA361}"/>
              </a:ext>
            </a:extLst>
          </p:cNvPr>
          <p:cNvSpPr>
            <a:spLocks noGrp="1" noRot="1" noMove="1" noResize="1" noEditPoints="1" noAdjustHandles="1" noChangeArrowheads="1" noChangeShapeType="1"/>
          </p:cNvSpPr>
          <p:nvPr/>
        </p:nvSpPr>
        <p:spPr>
          <a:xfrm>
            <a:off x="256032" y="640080"/>
            <a:ext cx="44805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7A4D6F1C-A71E-24CB-8A88-C891BB8C3E58}"/>
              </a:ext>
            </a:extLst>
          </p:cNvPr>
          <p:cNvSpPr>
            <a:spLocks noGrp="1"/>
          </p:cNvSpPr>
          <p:nvPr>
            <p:ph type="title"/>
          </p:nvPr>
        </p:nvSpPr>
        <p:spPr>
          <a:xfrm>
            <a:off x="326135" y="497562"/>
            <a:ext cx="11277600" cy="553998"/>
          </a:xfrm>
        </p:spPr>
        <p:txBody>
          <a:bodyPr/>
          <a:lstStyle/>
          <a:p>
            <a:r>
              <a:rPr lang="en-US" sz="3600"/>
              <a:t>KEY DECISION: Environment needs </a:t>
            </a:r>
          </a:p>
        </p:txBody>
      </p:sp>
      <p:cxnSp>
        <p:nvCxnSpPr>
          <p:cNvPr id="7" name="Straight Connector 6">
            <a:extLst>
              <a:ext uri="{FF2B5EF4-FFF2-40B4-BE49-F238E27FC236}">
                <a16:creationId xmlns:a16="http://schemas.microsoft.com/office/drawing/2014/main" id="{076B4ED4-F246-3B80-4240-CF631C23C67C}"/>
              </a:ext>
            </a:extLst>
          </p:cNvPr>
          <p:cNvCxnSpPr/>
          <p:nvPr/>
        </p:nvCxnSpPr>
        <p:spPr>
          <a:xfrm>
            <a:off x="429768" y="1188720"/>
            <a:ext cx="64008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0A912A5-F6D2-4238-9A13-484BB3F2615B}"/>
              </a:ext>
            </a:extLst>
          </p:cNvPr>
          <p:cNvSpPr>
            <a:spLocks noGrp="1" noRot="1" noMove="1" noResize="1" noEditPoints="1" noAdjustHandles="1" noChangeArrowheads="1" noChangeShapeType="1"/>
          </p:cNvSpPr>
          <p:nvPr/>
        </p:nvSpPr>
        <p:spPr>
          <a:xfrm>
            <a:off x="429768" y="6409944"/>
            <a:ext cx="2404872" cy="1828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Table 10">
            <a:extLst>
              <a:ext uri="{FF2B5EF4-FFF2-40B4-BE49-F238E27FC236}">
                <a16:creationId xmlns:a16="http://schemas.microsoft.com/office/drawing/2014/main" id="{90CBEAE2-BA17-D984-253E-4D96B8C8A4E5}"/>
              </a:ext>
            </a:extLst>
          </p:cNvPr>
          <p:cNvGraphicFramePr>
            <a:graphicFrameLocks noGrp="1"/>
          </p:cNvGraphicFramePr>
          <p:nvPr>
            <p:extLst>
              <p:ext uri="{D42A27DB-BD31-4B8C-83A1-F6EECF244321}">
                <p14:modId xmlns:p14="http://schemas.microsoft.com/office/powerpoint/2010/main" val="2423315175"/>
              </p:ext>
            </p:extLst>
          </p:nvPr>
        </p:nvGraphicFramePr>
        <p:xfrm>
          <a:off x="351832" y="1313377"/>
          <a:ext cx="11524160" cy="5247853"/>
        </p:xfrm>
        <a:graphic>
          <a:graphicData uri="http://schemas.openxmlformats.org/drawingml/2006/table">
            <a:tbl>
              <a:tblPr firstRow="1" bandRow="1">
                <a:tableStyleId>{5C22544A-7EE6-4342-B048-85BDC9FD1C3A}</a:tableStyleId>
              </a:tblPr>
              <a:tblGrid>
                <a:gridCol w="5762080">
                  <a:extLst>
                    <a:ext uri="{9D8B030D-6E8A-4147-A177-3AD203B41FA5}">
                      <a16:colId xmlns:a16="http://schemas.microsoft.com/office/drawing/2014/main" val="4137280223"/>
                    </a:ext>
                  </a:extLst>
                </a:gridCol>
                <a:gridCol w="2881040">
                  <a:extLst>
                    <a:ext uri="{9D8B030D-6E8A-4147-A177-3AD203B41FA5}">
                      <a16:colId xmlns:a16="http://schemas.microsoft.com/office/drawing/2014/main" val="1980749769"/>
                    </a:ext>
                  </a:extLst>
                </a:gridCol>
                <a:gridCol w="2881040">
                  <a:extLst>
                    <a:ext uri="{9D8B030D-6E8A-4147-A177-3AD203B41FA5}">
                      <a16:colId xmlns:a16="http://schemas.microsoft.com/office/drawing/2014/main" val="2056196926"/>
                    </a:ext>
                  </a:extLst>
                </a:gridCol>
              </a:tblGrid>
              <a:tr h="299113">
                <a:tc gridSpan="3">
                  <a:txBody>
                    <a:bodyPr/>
                    <a:lstStyle/>
                    <a:p>
                      <a:r>
                        <a:rPr lang="en-US" sz="1200" b="1" kern="1200">
                          <a:solidFill>
                            <a:schemeClr val="lt1"/>
                          </a:solidFill>
                          <a:effectLst/>
                          <a:latin typeface="+mn-lt"/>
                          <a:ea typeface="+mn-ea"/>
                          <a:cs typeface="+mn-cs"/>
                        </a:rPr>
                        <a:t>Description of Design Decision:</a:t>
                      </a:r>
                      <a:endParaRPr lang="en-US" sz="1200"/>
                    </a:p>
                  </a:txBody>
                  <a:tcPr anchor="ctr"/>
                </a:tc>
                <a:tc hMerge="1">
                  <a:txBody>
                    <a:bodyPr/>
                    <a:lstStyle/>
                    <a:p>
                      <a:endParaRPr lang="en-US"/>
                    </a:p>
                  </a:txBody>
                  <a:tcPr/>
                </a:tc>
                <a:tc hMerge="1">
                  <a:txBody>
                    <a:bodyPr/>
                    <a:lstStyle/>
                    <a:p>
                      <a:endParaRPr lang="en-US" sz="1400"/>
                    </a:p>
                  </a:txBody>
                  <a:tcPr anchor="ctr"/>
                </a:tc>
                <a:extLst>
                  <a:ext uri="{0D108BD9-81ED-4DB2-BD59-A6C34878D82A}">
                    <a16:rowId xmlns:a16="http://schemas.microsoft.com/office/drawing/2014/main" val="2891288435"/>
                  </a:ext>
                </a:extLst>
              </a:tr>
              <a:tr h="370840">
                <a:tc gridSpan="3">
                  <a:txBody>
                    <a:bodyPr/>
                    <a:lstStyle/>
                    <a:p>
                      <a:r>
                        <a:rPr lang="en-US" sz="1200"/>
                        <a:t>Establish Development, Test, Production, and decide timing of a protected Staging environment that mirrors Production and will be used for validating mapping tables and rigorous testing before deploying changes to Production.</a:t>
                      </a:r>
                    </a:p>
                  </a:txBody>
                  <a:tcPr>
                    <a:solidFill>
                      <a:schemeClr val="bg1"/>
                    </a:solidFill>
                  </a:tcPr>
                </a:tc>
                <a:tc hMerge="1">
                  <a:txBody>
                    <a:bodyPr/>
                    <a:lstStyle/>
                    <a:p>
                      <a:endParaRPr lang="en-US"/>
                    </a:p>
                  </a:txBody>
                  <a:tcPr/>
                </a:tc>
                <a:tc hMerge="1">
                  <a:txBody>
                    <a:bodyPr/>
                    <a:lstStyle/>
                    <a:p>
                      <a:endParaRPr lang="en-US" sz="1200"/>
                    </a:p>
                  </a:txBody>
                  <a:tcPr>
                    <a:solidFill>
                      <a:schemeClr val="bg1"/>
                    </a:solidFill>
                  </a:tcPr>
                </a:tc>
                <a:extLst>
                  <a:ext uri="{0D108BD9-81ED-4DB2-BD59-A6C34878D82A}">
                    <a16:rowId xmlns:a16="http://schemas.microsoft.com/office/drawing/2014/main" val="1204873241"/>
                  </a:ext>
                </a:extLst>
              </a:tr>
              <a:tr h="280220">
                <a:tc gridSpan="3">
                  <a:txBody>
                    <a:bodyPr/>
                    <a:lstStyle/>
                    <a:p>
                      <a:r>
                        <a:rPr lang="en-US" sz="1200" b="1" kern="1200">
                          <a:solidFill>
                            <a:schemeClr val="lt1"/>
                          </a:solidFill>
                          <a:effectLst/>
                          <a:latin typeface="+mn-lt"/>
                          <a:ea typeface="+mn-ea"/>
                          <a:cs typeface="+mn-cs"/>
                        </a:rPr>
                        <a:t>Solution Option #1: Build DEV, TST, PRD for MVP only and additional environments if needed with project</a:t>
                      </a:r>
                    </a:p>
                  </a:txBody>
                  <a:tcPr anchor="ctr">
                    <a:solidFill>
                      <a:schemeClr val="accent1"/>
                    </a:solidFill>
                  </a:tcPr>
                </a:tc>
                <a:tc hMerge="1">
                  <a:txBody>
                    <a:bodyPr/>
                    <a:lstStyle/>
                    <a:p>
                      <a:endParaRPr lang="en-US"/>
                    </a:p>
                  </a:txBody>
                  <a:tcPr/>
                </a:tc>
                <a:tc hMerge="1">
                  <a:txBody>
                    <a:bodyPr/>
                    <a:lstStyle/>
                    <a:p>
                      <a:endParaRPr lang="en-US" sz="1400" b="1" kern="1200">
                        <a:solidFill>
                          <a:schemeClr val="lt1"/>
                        </a:solidFill>
                        <a:effectLst/>
                        <a:latin typeface="+mn-lt"/>
                        <a:ea typeface="+mn-ea"/>
                        <a:cs typeface="+mn-cs"/>
                      </a:endParaRPr>
                    </a:p>
                  </a:txBody>
                  <a:tcPr anchor="ctr">
                    <a:solidFill>
                      <a:schemeClr val="accent1"/>
                    </a:solidFill>
                  </a:tcPr>
                </a:tc>
                <a:extLst>
                  <a:ext uri="{0D108BD9-81ED-4DB2-BD59-A6C34878D82A}">
                    <a16:rowId xmlns:a16="http://schemas.microsoft.com/office/drawing/2014/main" val="3493010553"/>
                  </a:ext>
                </a:extLst>
              </a:tr>
              <a:tr h="370840">
                <a:tc>
                  <a:txBody>
                    <a:bodyPr/>
                    <a:lstStyle/>
                    <a:p>
                      <a:r>
                        <a:rPr lang="en-US" sz="1200" u="sng" kern="1200">
                          <a:solidFill>
                            <a:schemeClr val="dk1"/>
                          </a:solidFill>
                          <a:latin typeface="+mn-lt"/>
                          <a:ea typeface="+mn-ea"/>
                          <a:cs typeface="+mn-cs"/>
                        </a:rPr>
                        <a:t>Advantages:</a:t>
                      </a:r>
                    </a:p>
                    <a:p>
                      <a:pPr marL="171450" indent="-171450">
                        <a:buFont typeface="Wingdings" panose="05000000000000000000" pitchFamily="2" charset="2"/>
                        <a:buChar char="§"/>
                      </a:pPr>
                      <a:r>
                        <a:rPr lang="en-US" sz="1200" kern="1200">
                          <a:solidFill>
                            <a:schemeClr val="dk1"/>
                          </a:solidFill>
                          <a:latin typeface="+mn-lt"/>
                          <a:ea typeface="+mn-ea"/>
                          <a:cs typeface="+mn-cs"/>
                        </a:rPr>
                        <a:t>Fastest time to market; avoids over-engineering for MVP. </a:t>
                      </a:r>
                    </a:p>
                    <a:p>
                      <a:pPr marL="171450" indent="-171450">
                        <a:buFont typeface="Wingdings" panose="05000000000000000000" pitchFamily="2" charset="2"/>
                        <a:buChar char="§"/>
                      </a:pPr>
                      <a:r>
                        <a:rPr lang="en-US" sz="1200" kern="1200">
                          <a:solidFill>
                            <a:schemeClr val="dk1"/>
                          </a:solidFill>
                          <a:latin typeface="+mn-lt"/>
                          <a:ea typeface="+mn-ea"/>
                          <a:cs typeface="+mn-cs"/>
                        </a:rPr>
                        <a:t>Minimizes initial resource and budget requirements. </a:t>
                      </a:r>
                    </a:p>
                    <a:p>
                      <a:pPr marL="171450" indent="-171450">
                        <a:buFont typeface="Wingdings" panose="05000000000000000000" pitchFamily="2" charset="2"/>
                        <a:buChar char="§"/>
                      </a:pPr>
                      <a:r>
                        <a:rPr lang="en-US" sz="1200" kern="1200">
                          <a:solidFill>
                            <a:schemeClr val="dk1"/>
                          </a:solidFill>
                          <a:latin typeface="+mn-lt"/>
                          <a:ea typeface="+mn-ea"/>
                          <a:cs typeface="+mn-cs"/>
                        </a:rPr>
                        <a:t>Aligns with historical practice (e.g., PeopleSoft), where new environments are added as projects require. </a:t>
                      </a:r>
                    </a:p>
                    <a:p>
                      <a:pPr marL="171450" indent="-171450">
                        <a:buFont typeface="Wingdings" panose="05000000000000000000" pitchFamily="2" charset="2"/>
                        <a:buChar char="§"/>
                      </a:pPr>
                      <a:r>
                        <a:rPr lang="en-US" sz="1200" kern="1200">
                          <a:solidFill>
                            <a:schemeClr val="dk1"/>
                          </a:solidFill>
                          <a:latin typeface="+mn-lt"/>
                          <a:ea typeface="+mn-ea"/>
                          <a:cs typeface="+mn-cs"/>
                        </a:rPr>
                        <a:t>Allows the team to learn and adapt before expanding environment complexity. </a:t>
                      </a:r>
                    </a:p>
                  </a:txBody>
                  <a:tcP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sng" kern="1200">
                          <a:solidFill>
                            <a:schemeClr val="dk1"/>
                          </a:solidFill>
                          <a:latin typeface="+mn-lt"/>
                          <a:ea typeface="+mn-ea"/>
                          <a:cs typeface="+mn-cs"/>
                        </a:rPr>
                        <a:t>Disadvantages:</a:t>
                      </a:r>
                    </a:p>
                    <a:p>
                      <a:pPr marL="171450" indent="-171450">
                        <a:buFont typeface="Wingdings" panose="05000000000000000000" pitchFamily="2" charset="2"/>
                        <a:buChar char="§"/>
                      </a:pPr>
                      <a:r>
                        <a:rPr lang="en-US" sz="1200"/>
                        <a:t>May require urgent creation of new environments if parallel development or advanced testing needs arise. </a:t>
                      </a:r>
                    </a:p>
                    <a:p>
                      <a:pPr marL="171450" indent="-171450">
                        <a:buFont typeface="Wingdings" panose="05000000000000000000" pitchFamily="2" charset="2"/>
                        <a:buChar char="§"/>
                      </a:pPr>
                      <a:r>
                        <a:rPr lang="en-US" sz="1200"/>
                        <a:t>Risk of configuration changes or mapping table updates impacting production if not adequately tested. </a:t>
                      </a:r>
                    </a:p>
                    <a:p>
                      <a:pPr marL="171450" indent="-171450">
                        <a:buFont typeface="Wingdings" panose="05000000000000000000" pitchFamily="2" charset="2"/>
                        <a:buChar char="§"/>
                      </a:pPr>
                      <a:r>
                        <a:rPr lang="en-US" sz="1200"/>
                        <a:t>Potential for bottlenecks if multiple workstreams need isolated environments. </a:t>
                      </a:r>
                    </a:p>
                  </a:txBody>
                  <a:tcPr>
                    <a:solidFill>
                      <a:schemeClr val="bg1"/>
                    </a:solidFill>
                  </a:tcPr>
                </a:tc>
                <a:tc hMerge="1">
                  <a:txBody>
                    <a:bodyPr/>
                    <a:lstStyle/>
                    <a:p>
                      <a:endParaRPr lang="en-US"/>
                    </a:p>
                  </a:txBody>
                  <a:tcPr>
                    <a:solidFill>
                      <a:schemeClr val="bg1"/>
                    </a:solidFill>
                  </a:tcPr>
                </a:tc>
                <a:extLst>
                  <a:ext uri="{0D108BD9-81ED-4DB2-BD59-A6C34878D82A}">
                    <a16:rowId xmlns:a16="http://schemas.microsoft.com/office/drawing/2014/main" val="1416359212"/>
                  </a:ext>
                </a:extLst>
              </a:tr>
              <a:tr h="143256">
                <a:tc>
                  <a:txBody>
                    <a:bodyPr/>
                    <a:lstStyle/>
                    <a:p>
                      <a:pPr algn="ctr"/>
                      <a:r>
                        <a:rPr lang="en-US" sz="1200" b="1" kern="1200">
                          <a:solidFill>
                            <a:schemeClr val="tx1"/>
                          </a:solidFill>
                          <a:effectLst/>
                          <a:latin typeface="+mn-lt"/>
                          <a:ea typeface="+mn-ea"/>
                          <a:cs typeface="+mn-cs"/>
                        </a:rPr>
                        <a:t>Impact: Timeline</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mn-ea"/>
                          <a:cs typeface="+mn-cs"/>
                        </a:rPr>
                        <a:t>Impact: Budget</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mn-ea"/>
                          <a:cs typeface="+mn-cs"/>
                        </a:rPr>
                        <a:t>Impact: Resources</a:t>
                      </a:r>
                    </a:p>
                  </a:txBody>
                  <a:tcPr anchor="ctr">
                    <a:solidFill>
                      <a:schemeClr val="bg2">
                        <a:lumMod val="20000"/>
                        <a:lumOff val="80000"/>
                      </a:schemeClr>
                    </a:solidFill>
                  </a:tcPr>
                </a:tc>
                <a:extLst>
                  <a:ext uri="{0D108BD9-81ED-4DB2-BD59-A6C34878D82A}">
                    <a16:rowId xmlns:a16="http://schemas.microsoft.com/office/drawing/2014/main" val="3293827256"/>
                  </a:ext>
                </a:extLst>
              </a:tr>
              <a:tr h="2854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Accelerates MVP delivery </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Lower initial spend; future costs if new environments are needed. </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Minimal upfront resource allocation </a:t>
                      </a:r>
                    </a:p>
                  </a:txBody>
                  <a:tcPr anchor="ctr">
                    <a:solidFill>
                      <a:schemeClr val="bg1"/>
                    </a:solidFill>
                  </a:tcPr>
                </a:tc>
                <a:extLst>
                  <a:ext uri="{0D108BD9-81ED-4DB2-BD59-A6C34878D82A}">
                    <a16:rowId xmlns:a16="http://schemas.microsoft.com/office/drawing/2014/main" val="828163422"/>
                  </a:ext>
                </a:extLst>
              </a:tr>
              <a:tr h="205331">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lt1"/>
                          </a:solidFill>
                          <a:effectLst/>
                          <a:latin typeface="+mn-lt"/>
                          <a:ea typeface="+mn-ea"/>
                          <a:cs typeface="+mn-cs"/>
                        </a:rPr>
                        <a:t>Solution Option #2: Build Core + Staging Environment for MVP</a:t>
                      </a:r>
                    </a:p>
                  </a:txBody>
                  <a:tcPr anchor="ctr">
                    <a:solidFill>
                      <a:schemeClr val="accent1"/>
                    </a:solidFill>
                  </a:tcPr>
                </a:tc>
                <a:tc hMerge="1">
                  <a:txBody>
                    <a:bodyPr/>
                    <a:lstStyle/>
                    <a:p>
                      <a:endParaRPr lang="en-US"/>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kern="1200">
                        <a:solidFill>
                          <a:schemeClr val="lt1"/>
                        </a:solidFill>
                        <a:effectLst/>
                        <a:latin typeface="+mn-lt"/>
                        <a:ea typeface="+mn-ea"/>
                        <a:cs typeface="+mn-cs"/>
                      </a:endParaRPr>
                    </a:p>
                  </a:txBody>
                  <a:tcPr anchor="ctr">
                    <a:solidFill>
                      <a:schemeClr val="accent1"/>
                    </a:solidFill>
                  </a:tcPr>
                </a:tc>
                <a:extLst>
                  <a:ext uri="{0D108BD9-81ED-4DB2-BD59-A6C34878D82A}">
                    <a16:rowId xmlns:a16="http://schemas.microsoft.com/office/drawing/2014/main" val="833279552"/>
                  </a:ext>
                </a:extLst>
              </a:tr>
              <a:tr h="370840">
                <a:tc>
                  <a:txBody>
                    <a:bodyPr/>
                    <a:lstStyle/>
                    <a:p>
                      <a:r>
                        <a:rPr lang="en-US" sz="1200" u="sng" kern="1200">
                          <a:solidFill>
                            <a:schemeClr val="dk1"/>
                          </a:solidFill>
                          <a:latin typeface="+mn-lt"/>
                          <a:ea typeface="+mn-ea"/>
                          <a:cs typeface="+mn-cs"/>
                        </a:rPr>
                        <a:t>Advantages:</a:t>
                      </a:r>
                    </a:p>
                    <a:p>
                      <a:pPr marL="171450" indent="-171450">
                        <a:buFont typeface="Wingdings" panose="05000000000000000000" pitchFamily="2" charset="2"/>
                        <a:buChar char="§"/>
                      </a:pPr>
                      <a:r>
                        <a:rPr lang="en-US" sz="1200" u="none" kern="1200">
                          <a:solidFill>
                            <a:schemeClr val="dk1"/>
                          </a:solidFill>
                          <a:latin typeface="+mn-lt"/>
                          <a:ea typeface="+mn-ea"/>
                          <a:cs typeface="+mn-cs"/>
                        </a:rPr>
                        <a:t>Enables more robust testing and validation, reducing risk of production issues.  </a:t>
                      </a:r>
                    </a:p>
                    <a:p>
                      <a:pPr marL="171450" indent="-171450">
                        <a:buFont typeface="Wingdings" panose="05000000000000000000" pitchFamily="2" charset="2"/>
                        <a:buChar char="§"/>
                      </a:pPr>
                      <a:r>
                        <a:rPr lang="en-US" sz="1200" u="none" kern="1200">
                          <a:solidFill>
                            <a:schemeClr val="dk1"/>
                          </a:solidFill>
                          <a:latin typeface="+mn-lt"/>
                          <a:ea typeface="+mn-ea"/>
                          <a:cs typeface="+mn-cs"/>
                        </a:rPr>
                        <a:t>Supports parallel development and configuration changes without impacting Production.  </a:t>
                      </a:r>
                    </a:p>
                    <a:p>
                      <a:pPr marL="171450" indent="-171450">
                        <a:buFont typeface="Wingdings" panose="05000000000000000000" pitchFamily="2" charset="2"/>
                        <a:buChar char="§"/>
                      </a:pPr>
                      <a:r>
                        <a:rPr lang="en-US" sz="1200" u="none" kern="1200">
                          <a:solidFill>
                            <a:schemeClr val="dk1"/>
                          </a:solidFill>
                          <a:latin typeface="+mn-lt"/>
                          <a:ea typeface="+mn-ea"/>
                          <a:cs typeface="+mn-cs"/>
                        </a:rPr>
                        <a:t>Proactively addresses anticipated future needs as HIVE evolves and integrates with other platforms. </a:t>
                      </a:r>
                    </a:p>
                  </a:txBody>
                  <a:tcP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sng" kern="1200">
                          <a:solidFill>
                            <a:schemeClr val="dk1"/>
                          </a:solidFill>
                          <a:latin typeface="+mn-lt"/>
                          <a:ea typeface="+mn-ea"/>
                          <a:cs typeface="+mn-cs"/>
                        </a:rPr>
                        <a:t>Disadvantages: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u="none" kern="1200">
                          <a:solidFill>
                            <a:schemeClr val="dk1"/>
                          </a:solidFill>
                          <a:latin typeface="+mn-lt"/>
                          <a:ea typeface="+mn-ea"/>
                          <a:cs typeface="+mn-cs"/>
                        </a:rPr>
                        <a:t>Higher initial resource and budget requirements.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u="none" kern="1200">
                          <a:solidFill>
                            <a:schemeClr val="dk1"/>
                          </a:solidFill>
                          <a:latin typeface="+mn-lt"/>
                          <a:ea typeface="+mn-ea"/>
                          <a:cs typeface="+mn-cs"/>
                        </a:rPr>
                        <a:t>Adds complexity to MVP build and environment management.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u="none" kern="1200">
                          <a:solidFill>
                            <a:schemeClr val="dk1"/>
                          </a:solidFill>
                          <a:latin typeface="+mn-lt"/>
                          <a:ea typeface="+mn-ea"/>
                          <a:cs typeface="+mn-cs"/>
                        </a:rPr>
                        <a:t>May be overkill if MVP requirements remain simple or if future needs are less than anticipated. </a:t>
                      </a:r>
                    </a:p>
                  </a:txBody>
                  <a:tcPr>
                    <a:solidFill>
                      <a:schemeClr val="bg1"/>
                    </a:solidFill>
                  </a:tcPr>
                </a:tc>
                <a:tc hMerge="1">
                  <a:txBody>
                    <a:bodyPr/>
                    <a:lstStyle/>
                    <a:p>
                      <a:endParaRPr lang="en-US"/>
                    </a:p>
                  </a:txBody>
                  <a:tcPr>
                    <a:solidFill>
                      <a:schemeClr val="bg1"/>
                    </a:solidFill>
                  </a:tcPr>
                </a:tc>
                <a:extLst>
                  <a:ext uri="{0D108BD9-81ED-4DB2-BD59-A6C34878D82A}">
                    <a16:rowId xmlns:a16="http://schemas.microsoft.com/office/drawing/2014/main" val="532874638"/>
                  </a:ext>
                </a:extLst>
              </a:tr>
              <a:tr h="370840">
                <a:tc>
                  <a:txBody>
                    <a:bodyPr/>
                    <a:lstStyle/>
                    <a:p>
                      <a:pPr algn="ctr"/>
                      <a:r>
                        <a:rPr lang="en-US" sz="1200" b="1" kern="1200">
                          <a:solidFill>
                            <a:schemeClr val="tx1"/>
                          </a:solidFill>
                          <a:effectLst/>
                          <a:latin typeface="+mn-lt"/>
                          <a:ea typeface="+mn-ea"/>
                          <a:cs typeface="+mn-cs"/>
                        </a:rPr>
                        <a:t>Impact: Timeline</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mn-ea"/>
                          <a:cs typeface="+mn-cs"/>
                        </a:rPr>
                        <a:t>Impact: Budget</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mn-ea"/>
                          <a:cs typeface="+mn-cs"/>
                        </a:rPr>
                        <a:t>Impact: Resources</a:t>
                      </a:r>
                    </a:p>
                  </a:txBody>
                  <a:tcPr anchor="ctr">
                    <a:solidFill>
                      <a:schemeClr val="bg2">
                        <a:lumMod val="20000"/>
                        <a:lumOff val="80000"/>
                      </a:schemeClr>
                    </a:solidFill>
                  </a:tcPr>
                </a:tc>
                <a:extLst>
                  <a:ext uri="{0D108BD9-81ED-4DB2-BD59-A6C34878D82A}">
                    <a16:rowId xmlns:a16="http://schemas.microsoft.com/office/drawing/2014/main" val="249331881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Slightly longer MVP delivery due to additional setup</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Higher upfront investment; may reduce future costs</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Requires more technical and support resources initially</a:t>
                      </a:r>
                    </a:p>
                  </a:txBody>
                  <a:tcPr anchor="ctr">
                    <a:solidFill>
                      <a:schemeClr val="bg1"/>
                    </a:solidFill>
                  </a:tcPr>
                </a:tc>
                <a:extLst>
                  <a:ext uri="{0D108BD9-81ED-4DB2-BD59-A6C34878D82A}">
                    <a16:rowId xmlns:a16="http://schemas.microsoft.com/office/drawing/2014/main" val="2791456911"/>
                  </a:ext>
                </a:extLst>
              </a:tr>
            </a:tbl>
          </a:graphicData>
        </a:graphic>
      </p:graphicFrame>
      <p:sp>
        <p:nvSpPr>
          <p:cNvPr id="2" name="Rectangle 1">
            <a:extLst>
              <a:ext uri="{FF2B5EF4-FFF2-40B4-BE49-F238E27FC236}">
                <a16:creationId xmlns:a16="http://schemas.microsoft.com/office/drawing/2014/main" id="{4DB724B1-FD87-DD34-AB29-89EBE2CE6DC8}"/>
              </a:ext>
            </a:extLst>
          </p:cNvPr>
          <p:cNvSpPr/>
          <p:nvPr/>
        </p:nvSpPr>
        <p:spPr>
          <a:xfrm>
            <a:off x="256032" y="2063070"/>
            <a:ext cx="11649456" cy="1456878"/>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tar: 5 Points 3">
            <a:extLst>
              <a:ext uri="{FF2B5EF4-FFF2-40B4-BE49-F238E27FC236}">
                <a16:creationId xmlns:a16="http://schemas.microsoft.com/office/drawing/2014/main" id="{8EC773F2-C00A-5799-233D-C47159196311}"/>
              </a:ext>
            </a:extLst>
          </p:cNvPr>
          <p:cNvSpPr/>
          <p:nvPr/>
        </p:nvSpPr>
        <p:spPr>
          <a:xfrm>
            <a:off x="9547012" y="1788436"/>
            <a:ext cx="863029" cy="823588"/>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A8364F1-A936-BB04-F6BE-1F7AFCBA8E1A}"/>
              </a:ext>
            </a:extLst>
          </p:cNvPr>
          <p:cNvSpPr txBox="1"/>
          <p:nvPr/>
        </p:nvSpPr>
        <p:spPr>
          <a:xfrm>
            <a:off x="3664215" y="614182"/>
            <a:ext cx="11125532" cy="307777"/>
          </a:xfrm>
          <a:prstGeom prst="rect">
            <a:avLst/>
          </a:prstGeom>
          <a:noFill/>
        </p:spPr>
        <p:txBody>
          <a:bodyPr wrap="square" rtlCol="0">
            <a:spAutoFit/>
          </a:bodyPr>
          <a:lstStyle/>
          <a:p>
            <a:pPr algn="ctr"/>
            <a:r>
              <a:rPr lang="en-US" sz="1400" i="1">
                <a:hlinkClick r:id="rId3"/>
              </a:rPr>
              <a:t>Detailed Decision Document with rationale</a:t>
            </a:r>
            <a:endParaRPr lang="en-US" sz="1400" i="1"/>
          </a:p>
        </p:txBody>
      </p:sp>
    </p:spTree>
    <p:extLst>
      <p:ext uri="{BB962C8B-B14F-4D97-AF65-F5344CB8AC3E}">
        <p14:creationId xmlns:p14="http://schemas.microsoft.com/office/powerpoint/2010/main" val="270704045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AD841-397C-86A2-B3EE-B835E2F55A5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B9D1884-0505-CFD4-3A3A-530B6D35B7A6}"/>
              </a:ext>
            </a:extLst>
          </p:cNvPr>
          <p:cNvSpPr>
            <a:spLocks noGrp="1" noRot="1" noMove="1" noResize="1" noEditPoints="1" noAdjustHandles="1" noChangeArrowheads="1" noChangeShapeType="1"/>
          </p:cNvSpPr>
          <p:nvPr/>
        </p:nvSpPr>
        <p:spPr>
          <a:xfrm>
            <a:off x="256032" y="640080"/>
            <a:ext cx="44805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7CE91ED-EF25-3676-5FBD-3527C116FF4E}"/>
              </a:ext>
            </a:extLst>
          </p:cNvPr>
          <p:cNvSpPr>
            <a:spLocks noGrp="1"/>
          </p:cNvSpPr>
          <p:nvPr>
            <p:ph type="title"/>
          </p:nvPr>
        </p:nvSpPr>
        <p:spPr>
          <a:xfrm>
            <a:off x="377952" y="497562"/>
            <a:ext cx="11277600" cy="553998"/>
          </a:xfrm>
        </p:spPr>
        <p:txBody>
          <a:bodyPr/>
          <a:lstStyle/>
          <a:p>
            <a:r>
              <a:rPr lang="en-US" sz="3600"/>
              <a:t>KEY DECISION: Security Approach</a:t>
            </a:r>
          </a:p>
        </p:txBody>
      </p:sp>
      <p:cxnSp>
        <p:nvCxnSpPr>
          <p:cNvPr id="7" name="Straight Connector 6">
            <a:extLst>
              <a:ext uri="{FF2B5EF4-FFF2-40B4-BE49-F238E27FC236}">
                <a16:creationId xmlns:a16="http://schemas.microsoft.com/office/drawing/2014/main" id="{D9FAD8ED-00FC-EE53-5D91-81CBCE41DDC2}"/>
              </a:ext>
            </a:extLst>
          </p:cNvPr>
          <p:cNvCxnSpPr/>
          <p:nvPr/>
        </p:nvCxnSpPr>
        <p:spPr>
          <a:xfrm>
            <a:off x="429768" y="1188720"/>
            <a:ext cx="64008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D791C94-6E82-9CF0-D8B2-EFF783188617}"/>
              </a:ext>
            </a:extLst>
          </p:cNvPr>
          <p:cNvSpPr>
            <a:spLocks noGrp="1" noRot="1" noMove="1" noResize="1" noEditPoints="1" noAdjustHandles="1" noChangeArrowheads="1" noChangeShapeType="1"/>
          </p:cNvSpPr>
          <p:nvPr/>
        </p:nvSpPr>
        <p:spPr>
          <a:xfrm>
            <a:off x="429768" y="6409944"/>
            <a:ext cx="2404872" cy="1828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Table 9">
            <a:extLst>
              <a:ext uri="{FF2B5EF4-FFF2-40B4-BE49-F238E27FC236}">
                <a16:creationId xmlns:a16="http://schemas.microsoft.com/office/drawing/2014/main" id="{75EF616F-CF98-FBA3-CB8F-A1949FC7B62D}"/>
              </a:ext>
            </a:extLst>
          </p:cNvPr>
          <p:cNvGraphicFramePr>
            <a:graphicFrameLocks noGrp="1"/>
          </p:cNvGraphicFramePr>
          <p:nvPr>
            <p:extLst>
              <p:ext uri="{D42A27DB-BD31-4B8C-83A1-F6EECF244321}">
                <p14:modId xmlns:p14="http://schemas.microsoft.com/office/powerpoint/2010/main" val="919779518"/>
              </p:ext>
            </p:extLst>
          </p:nvPr>
        </p:nvGraphicFramePr>
        <p:xfrm>
          <a:off x="405548" y="1223257"/>
          <a:ext cx="11461104" cy="5400040"/>
        </p:xfrm>
        <a:graphic>
          <a:graphicData uri="http://schemas.openxmlformats.org/drawingml/2006/table">
            <a:tbl>
              <a:tblPr firstRow="1" bandRow="1">
                <a:tableStyleId>{5C22544A-7EE6-4342-B048-85BDC9FD1C3A}</a:tableStyleId>
              </a:tblPr>
              <a:tblGrid>
                <a:gridCol w="5730552">
                  <a:extLst>
                    <a:ext uri="{9D8B030D-6E8A-4147-A177-3AD203B41FA5}">
                      <a16:colId xmlns:a16="http://schemas.microsoft.com/office/drawing/2014/main" val="4137280223"/>
                    </a:ext>
                  </a:extLst>
                </a:gridCol>
                <a:gridCol w="2865276">
                  <a:extLst>
                    <a:ext uri="{9D8B030D-6E8A-4147-A177-3AD203B41FA5}">
                      <a16:colId xmlns:a16="http://schemas.microsoft.com/office/drawing/2014/main" val="1980749769"/>
                    </a:ext>
                  </a:extLst>
                </a:gridCol>
                <a:gridCol w="2865276">
                  <a:extLst>
                    <a:ext uri="{9D8B030D-6E8A-4147-A177-3AD203B41FA5}">
                      <a16:colId xmlns:a16="http://schemas.microsoft.com/office/drawing/2014/main" val="2056196926"/>
                    </a:ext>
                  </a:extLst>
                </a:gridCol>
              </a:tblGrid>
              <a:tr h="225399">
                <a:tc gridSpan="3">
                  <a:txBody>
                    <a:bodyPr/>
                    <a:lstStyle/>
                    <a:p>
                      <a:r>
                        <a:rPr lang="en-US" sz="1200" b="1" kern="1200">
                          <a:solidFill>
                            <a:schemeClr val="lt1"/>
                          </a:solidFill>
                          <a:effectLst/>
                          <a:latin typeface="+mn-lt"/>
                          <a:ea typeface="+mn-ea"/>
                          <a:cs typeface="+mn-cs"/>
                        </a:rPr>
                        <a:t>Description of Design Decision:</a:t>
                      </a:r>
                      <a:endParaRPr lang="en-US" sz="1200"/>
                    </a:p>
                  </a:txBody>
                  <a:tcPr anchor="ctr"/>
                </a:tc>
                <a:tc hMerge="1">
                  <a:txBody>
                    <a:bodyPr/>
                    <a:lstStyle/>
                    <a:p>
                      <a:endParaRPr lang="en-US"/>
                    </a:p>
                  </a:txBody>
                  <a:tcPr/>
                </a:tc>
                <a:tc hMerge="1">
                  <a:txBody>
                    <a:bodyPr/>
                    <a:lstStyle/>
                    <a:p>
                      <a:endParaRPr lang="en-US" sz="1400"/>
                    </a:p>
                  </a:txBody>
                  <a:tcPr anchor="ctr"/>
                </a:tc>
                <a:extLst>
                  <a:ext uri="{0D108BD9-81ED-4DB2-BD59-A6C34878D82A}">
                    <a16:rowId xmlns:a16="http://schemas.microsoft.com/office/drawing/2014/main" val="2891288435"/>
                  </a:ext>
                </a:extLst>
              </a:tr>
              <a:tr h="370840">
                <a:tc gridSpan="3">
                  <a:txBody>
                    <a:bodyPr/>
                    <a:lstStyle/>
                    <a:p>
                      <a:r>
                        <a:rPr lang="en-US" sz="1200"/>
                        <a:t>Define how HIVE’s security will be implemented through technology, process, or a combination. This includes validating that proposed requirements are feasible and sufficient, and accounting for any additional tools, budget, or resources needed to meet compliance, data protection, and access control expectations.</a:t>
                      </a:r>
                    </a:p>
                  </a:txBody>
                  <a:tcPr>
                    <a:solidFill>
                      <a:schemeClr val="bg1"/>
                    </a:solidFill>
                  </a:tcPr>
                </a:tc>
                <a:tc hMerge="1">
                  <a:txBody>
                    <a:bodyPr/>
                    <a:lstStyle/>
                    <a:p>
                      <a:endParaRPr lang="en-US"/>
                    </a:p>
                  </a:txBody>
                  <a:tcPr/>
                </a:tc>
                <a:tc hMerge="1">
                  <a:txBody>
                    <a:bodyPr/>
                    <a:lstStyle/>
                    <a:p>
                      <a:endParaRPr lang="en-US" sz="1200"/>
                    </a:p>
                  </a:txBody>
                  <a:tcPr>
                    <a:solidFill>
                      <a:schemeClr val="bg1"/>
                    </a:solidFill>
                  </a:tcPr>
                </a:tc>
                <a:extLst>
                  <a:ext uri="{0D108BD9-81ED-4DB2-BD59-A6C34878D82A}">
                    <a16:rowId xmlns:a16="http://schemas.microsoft.com/office/drawing/2014/main" val="1204873241"/>
                  </a:ext>
                </a:extLst>
              </a:tr>
              <a:tr h="270663">
                <a:tc gridSpan="3">
                  <a:txBody>
                    <a:bodyPr/>
                    <a:lstStyle/>
                    <a:p>
                      <a:r>
                        <a:rPr lang="en-US" sz="1200" b="1" kern="1200">
                          <a:solidFill>
                            <a:schemeClr val="lt1"/>
                          </a:solidFill>
                          <a:effectLst/>
                          <a:latin typeface="+mn-lt"/>
                          <a:ea typeface="+mn-ea"/>
                          <a:cs typeface="+mn-cs"/>
                        </a:rPr>
                        <a:t>Solution Option #1: Accept the proposed high-level security approach and proceed to refine and finalize the detailed design during the implementation.</a:t>
                      </a:r>
                    </a:p>
                  </a:txBody>
                  <a:tcPr anchor="ctr">
                    <a:solidFill>
                      <a:schemeClr val="accent1"/>
                    </a:solidFill>
                  </a:tcPr>
                </a:tc>
                <a:tc hMerge="1">
                  <a:txBody>
                    <a:bodyPr/>
                    <a:lstStyle/>
                    <a:p>
                      <a:endParaRPr lang="en-US"/>
                    </a:p>
                  </a:txBody>
                  <a:tcPr/>
                </a:tc>
                <a:tc hMerge="1">
                  <a:txBody>
                    <a:bodyPr/>
                    <a:lstStyle/>
                    <a:p>
                      <a:endParaRPr lang="en-US" sz="1400" b="1" kern="1200">
                        <a:solidFill>
                          <a:schemeClr val="lt1"/>
                        </a:solidFill>
                        <a:effectLst/>
                        <a:latin typeface="+mn-lt"/>
                        <a:ea typeface="+mn-ea"/>
                        <a:cs typeface="+mn-cs"/>
                      </a:endParaRPr>
                    </a:p>
                  </a:txBody>
                  <a:tcPr anchor="ctr">
                    <a:solidFill>
                      <a:schemeClr val="accent1"/>
                    </a:solidFill>
                  </a:tcPr>
                </a:tc>
                <a:extLst>
                  <a:ext uri="{0D108BD9-81ED-4DB2-BD59-A6C34878D82A}">
                    <a16:rowId xmlns:a16="http://schemas.microsoft.com/office/drawing/2014/main" val="3493010553"/>
                  </a:ext>
                </a:extLst>
              </a:tr>
              <a:tr h="370840">
                <a:tc>
                  <a:txBody>
                    <a:bodyPr/>
                    <a:lstStyle/>
                    <a:p>
                      <a:r>
                        <a:rPr lang="en-US" sz="1200" u="sng" kern="1200">
                          <a:solidFill>
                            <a:schemeClr val="dk1"/>
                          </a:solidFill>
                          <a:latin typeface="+mn-lt"/>
                          <a:ea typeface="+mn-ea"/>
                          <a:cs typeface="+mn-cs"/>
                        </a:rPr>
                        <a:t>Advantages:</a:t>
                      </a:r>
                    </a:p>
                    <a:p>
                      <a:pPr marL="171450" indent="-171450">
                        <a:buFont typeface="Wingdings" panose="05000000000000000000" pitchFamily="2" charset="2"/>
                        <a:buChar char="§"/>
                      </a:pPr>
                      <a:r>
                        <a:rPr lang="en-US" sz="1200"/>
                        <a:t>Enables the project to move forward without delaying the MVP timeline. </a:t>
                      </a:r>
                    </a:p>
                    <a:p>
                      <a:pPr marL="171450" indent="-171450">
                        <a:buFont typeface="Wingdings" panose="05000000000000000000" pitchFamily="2" charset="2"/>
                        <a:buChar char="§"/>
                      </a:pPr>
                      <a:r>
                        <a:rPr lang="en-US" sz="1200"/>
                        <a:t>Provides flexibility to refine details as technical and business requirements evolve. </a:t>
                      </a:r>
                    </a:p>
                    <a:p>
                      <a:pPr marL="171450" indent="-171450">
                        <a:buFont typeface="Wingdings" panose="05000000000000000000" pitchFamily="2" charset="2"/>
                        <a:buChar char="§"/>
                      </a:pPr>
                      <a:r>
                        <a:rPr lang="en-US" sz="1200"/>
                        <a:t>Reduces upfront effort during due diligence, focusing on strategic alignment rather than exhaustive design.</a:t>
                      </a:r>
                    </a:p>
                    <a:p>
                      <a:pPr marL="171450" indent="-171450">
                        <a:buFont typeface="Wingdings" panose="05000000000000000000" pitchFamily="2" charset="2"/>
                        <a:buChar char="§"/>
                      </a:pPr>
                      <a:r>
                        <a:rPr lang="en-US" sz="1200"/>
                        <a:t>Allows implementation team to incorporate lessons learned and best practices during build.</a:t>
                      </a:r>
                      <a:endParaRPr lang="en-US" sz="1200" u="sng" kern="1200">
                        <a:solidFill>
                          <a:schemeClr val="dk1"/>
                        </a:solidFill>
                        <a:latin typeface="+mn-lt"/>
                        <a:ea typeface="+mn-ea"/>
                        <a:cs typeface="+mn-cs"/>
                      </a:endParaRPr>
                    </a:p>
                  </a:txBody>
                  <a:tcP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sng" kern="1200">
                          <a:solidFill>
                            <a:schemeClr val="dk1"/>
                          </a:solidFill>
                          <a:latin typeface="+mn-lt"/>
                          <a:ea typeface="+mn-ea"/>
                          <a:cs typeface="+mn-cs"/>
                        </a:rPr>
                        <a:t>Disadvantages:</a:t>
                      </a:r>
                    </a:p>
                    <a:p>
                      <a:pPr marL="171450" indent="-171450">
                        <a:buFont typeface="Wingdings" panose="05000000000000000000" pitchFamily="2" charset="2"/>
                        <a:buChar char="§"/>
                      </a:pPr>
                      <a:r>
                        <a:rPr lang="en-US" sz="1200"/>
                        <a:t>Higher risk of scope changes later, which could impact timeline or budget. </a:t>
                      </a:r>
                    </a:p>
                    <a:p>
                      <a:pPr marL="171450" indent="-171450">
                        <a:buFont typeface="Wingdings" panose="05000000000000000000" pitchFamily="2" charset="2"/>
                        <a:buChar char="§"/>
                      </a:pPr>
                      <a:r>
                        <a:rPr lang="en-US" sz="1200"/>
                        <a:t>Limited clarity for stakeholders now, which may cause uncertainty about compliance readiness. </a:t>
                      </a:r>
                    </a:p>
                    <a:p>
                      <a:pPr marL="171450" indent="-171450">
                        <a:buFont typeface="Wingdings" panose="05000000000000000000" pitchFamily="2" charset="2"/>
                        <a:buChar char="§"/>
                      </a:pPr>
                      <a:r>
                        <a:rPr lang="en-US" sz="1200"/>
                        <a:t>Potential for missed requirements if not tracked rigorously during implementation.</a:t>
                      </a:r>
                      <a:endParaRPr lang="en-US" sz="1200" u="sng" kern="1200">
                        <a:solidFill>
                          <a:schemeClr val="dk1"/>
                        </a:solidFill>
                        <a:highlight>
                          <a:srgbClr val="FFFF00"/>
                        </a:highlight>
                        <a:latin typeface="+mn-lt"/>
                        <a:ea typeface="+mn-ea"/>
                        <a:cs typeface="+mn-cs"/>
                      </a:endParaRPr>
                    </a:p>
                  </a:txBody>
                  <a:tcPr>
                    <a:solidFill>
                      <a:schemeClr val="bg1"/>
                    </a:solidFill>
                  </a:tcPr>
                </a:tc>
                <a:tc hMerge="1">
                  <a:txBody>
                    <a:bodyPr/>
                    <a:lstStyle/>
                    <a:p>
                      <a:endParaRPr lang="en-US"/>
                    </a:p>
                  </a:txBody>
                  <a:tcPr>
                    <a:solidFill>
                      <a:schemeClr val="bg1"/>
                    </a:solidFill>
                  </a:tcPr>
                </a:tc>
                <a:extLst>
                  <a:ext uri="{0D108BD9-81ED-4DB2-BD59-A6C34878D82A}">
                    <a16:rowId xmlns:a16="http://schemas.microsoft.com/office/drawing/2014/main" val="1416359212"/>
                  </a:ext>
                </a:extLst>
              </a:tr>
              <a:tr h="143256">
                <a:tc>
                  <a:txBody>
                    <a:bodyPr/>
                    <a:lstStyle/>
                    <a:p>
                      <a:pPr algn="ctr"/>
                      <a:r>
                        <a:rPr lang="en-US" sz="1200" b="1" kern="1200">
                          <a:solidFill>
                            <a:schemeClr val="tx1"/>
                          </a:solidFill>
                          <a:effectLst/>
                          <a:latin typeface="+mn-lt"/>
                          <a:ea typeface="+mn-ea"/>
                          <a:cs typeface="+mn-cs"/>
                        </a:rPr>
                        <a:t>Impact: Timeline</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mn-ea"/>
                          <a:cs typeface="+mn-cs"/>
                        </a:rPr>
                        <a:t>Impact: Budget</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mn-ea"/>
                          <a:cs typeface="+mn-cs"/>
                        </a:rPr>
                        <a:t>Impact: Resources</a:t>
                      </a:r>
                    </a:p>
                  </a:txBody>
                  <a:tcPr anchor="ctr">
                    <a:solidFill>
                      <a:schemeClr val="bg2">
                        <a:lumMod val="20000"/>
                        <a:lumOff val="80000"/>
                      </a:schemeClr>
                    </a:solidFill>
                  </a:tcPr>
                </a:tc>
                <a:extLst>
                  <a:ext uri="{0D108BD9-81ED-4DB2-BD59-A6C34878D82A}">
                    <a16:rowId xmlns:a16="http://schemas.microsoft.com/office/drawing/2014/main" val="3293827256"/>
                  </a:ext>
                </a:extLst>
              </a:tr>
              <a:tr h="370840">
                <a:tc>
                  <a:txBody>
                    <a:bodyPr/>
                    <a:lstStyle/>
                    <a:p>
                      <a:pPr algn="ctr"/>
                      <a:r>
                        <a:rPr lang="en-US" sz="1200"/>
                        <a:t>Accelerates MVP delivery </a:t>
                      </a:r>
                    </a:p>
                  </a:txBody>
                  <a:tcPr anchor="ctr">
                    <a:solidFill>
                      <a:schemeClr val="bg1"/>
                    </a:solidFill>
                  </a:tcPr>
                </a:tc>
                <a:tc>
                  <a:txBody>
                    <a:bodyPr/>
                    <a:lstStyle/>
                    <a:p>
                      <a:pPr algn="ctr"/>
                      <a:r>
                        <a:rPr lang="en-US" sz="1200"/>
                        <a:t>Lower initial investment; possible future costs if changes are needed</a:t>
                      </a:r>
                    </a:p>
                  </a:txBody>
                  <a:tcPr anchor="ctr">
                    <a:solidFill>
                      <a:schemeClr val="bg1"/>
                    </a:solidFill>
                  </a:tcPr>
                </a:tc>
                <a:tc>
                  <a:txBody>
                    <a:bodyPr/>
                    <a:lstStyle/>
                    <a:p>
                      <a:pPr algn="ctr"/>
                      <a:r>
                        <a:rPr lang="en-US" sz="1200"/>
                        <a:t>Minimal upfront allocation; may require additional resources later.</a:t>
                      </a:r>
                    </a:p>
                  </a:txBody>
                  <a:tcPr anchor="ctr">
                    <a:solidFill>
                      <a:schemeClr val="bg1"/>
                    </a:solidFill>
                  </a:tcPr>
                </a:tc>
                <a:extLst>
                  <a:ext uri="{0D108BD9-81ED-4DB2-BD59-A6C34878D82A}">
                    <a16:rowId xmlns:a16="http://schemas.microsoft.com/office/drawing/2014/main" val="828163422"/>
                  </a:ext>
                </a:extLst>
              </a:tr>
              <a:tr h="254281">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lt1"/>
                          </a:solidFill>
                          <a:effectLst/>
                          <a:latin typeface="+mn-lt"/>
                          <a:ea typeface="+mn-ea"/>
                          <a:cs typeface="+mn-cs"/>
                        </a:rPr>
                        <a:t>Solution Option #2:  Continue to develop and finalize the security approach within the due diligence phase before moving to implementation.</a:t>
                      </a:r>
                    </a:p>
                  </a:txBody>
                  <a:tcPr anchor="ctr">
                    <a:solidFill>
                      <a:schemeClr val="accent1"/>
                    </a:solidFill>
                  </a:tcPr>
                </a:tc>
                <a:tc hMerge="1">
                  <a:txBody>
                    <a:bodyPr/>
                    <a:lstStyle/>
                    <a:p>
                      <a:endParaRPr lang="en-US"/>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kern="1200">
                        <a:solidFill>
                          <a:schemeClr val="lt1"/>
                        </a:solidFill>
                        <a:effectLst/>
                        <a:latin typeface="+mn-lt"/>
                        <a:ea typeface="+mn-ea"/>
                        <a:cs typeface="+mn-cs"/>
                      </a:endParaRPr>
                    </a:p>
                  </a:txBody>
                  <a:tcPr anchor="ctr">
                    <a:solidFill>
                      <a:schemeClr val="accent1"/>
                    </a:solidFill>
                  </a:tcPr>
                </a:tc>
                <a:extLst>
                  <a:ext uri="{0D108BD9-81ED-4DB2-BD59-A6C34878D82A}">
                    <a16:rowId xmlns:a16="http://schemas.microsoft.com/office/drawing/2014/main" val="833279552"/>
                  </a:ext>
                </a:extLst>
              </a:tr>
              <a:tr h="370840">
                <a:tc>
                  <a:txBody>
                    <a:bodyPr/>
                    <a:lstStyle/>
                    <a:p>
                      <a:r>
                        <a:rPr lang="en-US" sz="1200" u="sng" kern="1200">
                          <a:solidFill>
                            <a:schemeClr val="dk1"/>
                          </a:solidFill>
                          <a:latin typeface="+mn-lt"/>
                          <a:ea typeface="+mn-ea"/>
                          <a:cs typeface="+mn-cs"/>
                        </a:rPr>
                        <a:t>Advantages:</a:t>
                      </a:r>
                    </a:p>
                    <a:p>
                      <a:pPr marL="171450" indent="-171450">
                        <a:buFont typeface="Wingdings" panose="05000000000000000000" pitchFamily="2" charset="2"/>
                        <a:buChar char="§"/>
                      </a:pPr>
                      <a:r>
                        <a:rPr lang="en-US" sz="1200"/>
                        <a:t>Provides clear, detailed requirements upfront, reducing ambiguity for implementation. </a:t>
                      </a:r>
                    </a:p>
                    <a:p>
                      <a:pPr marL="171450" indent="-171450">
                        <a:buFont typeface="Wingdings" panose="05000000000000000000" pitchFamily="2" charset="2"/>
                        <a:buChar char="§"/>
                      </a:pPr>
                      <a:r>
                        <a:rPr lang="en-US" sz="1200"/>
                        <a:t>Strengthens confidence in compliance and data protection before build begins. </a:t>
                      </a:r>
                    </a:p>
                    <a:p>
                      <a:pPr marL="171450" indent="-171450">
                        <a:buFont typeface="Wingdings" panose="05000000000000000000" pitchFamily="2" charset="2"/>
                        <a:buChar char="§"/>
                      </a:pPr>
                      <a:r>
                        <a:rPr lang="en-US" sz="1200"/>
                        <a:t>Minimizes risk of costly changes later in the project.</a:t>
                      </a:r>
                      <a:endParaRPr lang="en-US" sz="1200" u="sng" kern="1200">
                        <a:solidFill>
                          <a:schemeClr val="dk1"/>
                        </a:solidFill>
                        <a:highlight>
                          <a:srgbClr val="FFFF00"/>
                        </a:highlight>
                        <a:latin typeface="+mn-lt"/>
                        <a:ea typeface="+mn-ea"/>
                        <a:cs typeface="+mn-cs"/>
                      </a:endParaRPr>
                    </a:p>
                  </a:txBody>
                  <a:tcP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sng" kern="1200">
                          <a:solidFill>
                            <a:schemeClr val="dk1"/>
                          </a:solidFill>
                          <a:latin typeface="+mn-lt"/>
                          <a:ea typeface="+mn-ea"/>
                          <a:cs typeface="+mn-cs"/>
                        </a:rPr>
                        <a:t>Disadvantages:</a:t>
                      </a:r>
                    </a:p>
                    <a:p>
                      <a:pPr marL="171450" indent="-171450">
                        <a:buFont typeface="Wingdings" panose="05000000000000000000" pitchFamily="2" charset="2"/>
                        <a:buChar char="§"/>
                      </a:pPr>
                      <a:r>
                        <a:rPr lang="en-US" sz="1200"/>
                        <a:t>Extends due diligence timeline and requires additional resources now. </a:t>
                      </a:r>
                    </a:p>
                    <a:p>
                      <a:pPr marL="171450" indent="-171450">
                        <a:buFont typeface="Wingdings" panose="05000000000000000000" pitchFamily="2" charset="2"/>
                        <a:buChar char="§"/>
                      </a:pPr>
                      <a:r>
                        <a:rPr lang="en-US" sz="1200"/>
                        <a:t>May delay MVP start if design decisions take longer than expected. </a:t>
                      </a:r>
                    </a:p>
                    <a:p>
                      <a:pPr marL="171450" indent="-171450">
                        <a:buFont typeface="Wingdings" panose="05000000000000000000" pitchFamily="2" charset="2"/>
                        <a:buChar char="§"/>
                      </a:pPr>
                      <a:r>
                        <a:rPr lang="en-US" sz="1200"/>
                        <a:t>Less flexibility to adapt to new insights or evolving business needs during implementation.</a:t>
                      </a:r>
                      <a:endParaRPr lang="en-US" sz="1200" u="sng" kern="1200">
                        <a:solidFill>
                          <a:schemeClr val="dk1"/>
                        </a:solidFill>
                        <a:latin typeface="+mn-lt"/>
                        <a:ea typeface="+mn-ea"/>
                        <a:cs typeface="+mn-cs"/>
                      </a:endParaRPr>
                    </a:p>
                  </a:txBody>
                  <a:tcPr>
                    <a:solidFill>
                      <a:schemeClr val="bg1"/>
                    </a:solidFill>
                  </a:tcPr>
                </a:tc>
                <a:tc hMerge="1">
                  <a:txBody>
                    <a:bodyPr/>
                    <a:lstStyle/>
                    <a:p>
                      <a:endParaRPr lang="en-US"/>
                    </a:p>
                  </a:txBody>
                  <a:tcPr>
                    <a:solidFill>
                      <a:schemeClr val="bg1"/>
                    </a:solidFill>
                  </a:tcPr>
                </a:tc>
                <a:extLst>
                  <a:ext uri="{0D108BD9-81ED-4DB2-BD59-A6C34878D82A}">
                    <a16:rowId xmlns:a16="http://schemas.microsoft.com/office/drawing/2014/main" val="532874638"/>
                  </a:ext>
                </a:extLst>
              </a:tr>
              <a:tr h="370840">
                <a:tc>
                  <a:txBody>
                    <a:bodyPr/>
                    <a:lstStyle/>
                    <a:p>
                      <a:pPr algn="ctr"/>
                      <a:r>
                        <a:rPr lang="en-US" sz="1200" b="1" kern="1200">
                          <a:solidFill>
                            <a:schemeClr val="tx1"/>
                          </a:solidFill>
                          <a:effectLst/>
                          <a:latin typeface="+mn-lt"/>
                          <a:ea typeface="+mn-ea"/>
                          <a:cs typeface="+mn-cs"/>
                        </a:rPr>
                        <a:t>Impact: Timeline</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mn-ea"/>
                          <a:cs typeface="+mn-cs"/>
                        </a:rPr>
                        <a:t>Impact: Budget</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mn-ea"/>
                          <a:cs typeface="+mn-cs"/>
                        </a:rPr>
                        <a:t>Impact: Resources</a:t>
                      </a:r>
                    </a:p>
                  </a:txBody>
                  <a:tcPr anchor="ctr">
                    <a:solidFill>
                      <a:schemeClr val="bg2">
                        <a:lumMod val="20000"/>
                        <a:lumOff val="80000"/>
                      </a:schemeClr>
                    </a:solidFill>
                  </a:tcPr>
                </a:tc>
                <a:extLst>
                  <a:ext uri="{0D108BD9-81ED-4DB2-BD59-A6C34878D82A}">
                    <a16:rowId xmlns:a16="http://schemas.microsoft.com/office/drawing/2014/main" val="2493318811"/>
                  </a:ext>
                </a:extLst>
              </a:tr>
              <a:tr h="370840">
                <a:tc>
                  <a:txBody>
                    <a:bodyPr/>
                    <a:lstStyle/>
                    <a:p>
                      <a:pPr algn="ctr"/>
                      <a:r>
                        <a:rPr lang="en-US" sz="1200"/>
                        <a:t>Longer due diligence; possible delay to MVP launch. </a:t>
                      </a:r>
                    </a:p>
                  </a:txBody>
                  <a:tcPr anchor="ctr">
                    <a:solidFill>
                      <a:schemeClr val="bg1"/>
                    </a:solidFill>
                  </a:tcPr>
                </a:tc>
                <a:tc>
                  <a:txBody>
                    <a:bodyPr/>
                    <a:lstStyle/>
                    <a:p>
                      <a:pPr algn="ctr"/>
                      <a:r>
                        <a:rPr lang="en-US" sz="1200"/>
                        <a:t>Higher upfront investment; may reduce future change costs. </a:t>
                      </a:r>
                    </a:p>
                  </a:txBody>
                  <a:tcPr anchor="ctr">
                    <a:solidFill>
                      <a:schemeClr val="bg1"/>
                    </a:solidFill>
                  </a:tcPr>
                </a:tc>
                <a:tc>
                  <a:txBody>
                    <a:bodyPr/>
                    <a:lstStyle/>
                    <a:p>
                      <a:pPr algn="ctr"/>
                      <a:r>
                        <a:rPr lang="en-US" sz="1200"/>
                        <a:t>Requires more technical and compliance resources upfront. </a:t>
                      </a:r>
                    </a:p>
                  </a:txBody>
                  <a:tcPr anchor="ctr">
                    <a:solidFill>
                      <a:schemeClr val="bg1"/>
                    </a:solidFill>
                  </a:tcPr>
                </a:tc>
                <a:extLst>
                  <a:ext uri="{0D108BD9-81ED-4DB2-BD59-A6C34878D82A}">
                    <a16:rowId xmlns:a16="http://schemas.microsoft.com/office/drawing/2014/main" val="2791456911"/>
                  </a:ext>
                </a:extLst>
              </a:tr>
            </a:tbl>
          </a:graphicData>
        </a:graphic>
      </p:graphicFrame>
      <p:sp>
        <p:nvSpPr>
          <p:cNvPr id="2" name="Rectangle 1">
            <a:extLst>
              <a:ext uri="{FF2B5EF4-FFF2-40B4-BE49-F238E27FC236}">
                <a16:creationId xmlns:a16="http://schemas.microsoft.com/office/drawing/2014/main" id="{9AAF691B-1674-732A-554B-1EAF349B247B}"/>
              </a:ext>
            </a:extLst>
          </p:cNvPr>
          <p:cNvSpPr/>
          <p:nvPr/>
        </p:nvSpPr>
        <p:spPr>
          <a:xfrm>
            <a:off x="157316" y="1952092"/>
            <a:ext cx="11793892" cy="189044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DDA0D29-BAE0-93E5-BF52-D4DFEEF62237}"/>
              </a:ext>
            </a:extLst>
          </p:cNvPr>
          <p:cNvSpPr txBox="1"/>
          <p:nvPr/>
        </p:nvSpPr>
        <p:spPr>
          <a:xfrm rot="16200000">
            <a:off x="-564732" y="2574177"/>
            <a:ext cx="1720252" cy="369332"/>
          </a:xfrm>
          <a:prstGeom prst="rect">
            <a:avLst/>
          </a:prstGeom>
          <a:noFill/>
        </p:spPr>
        <p:txBody>
          <a:bodyPr wrap="square" rtlCol="0">
            <a:spAutoFit/>
          </a:bodyPr>
          <a:lstStyle/>
          <a:p>
            <a:r>
              <a:rPr lang="en-US"/>
              <a:t>RECOMMEND</a:t>
            </a:r>
          </a:p>
        </p:txBody>
      </p:sp>
      <p:sp>
        <p:nvSpPr>
          <p:cNvPr id="9" name="Star: 5 Points 8">
            <a:extLst>
              <a:ext uri="{FF2B5EF4-FFF2-40B4-BE49-F238E27FC236}">
                <a16:creationId xmlns:a16="http://schemas.microsoft.com/office/drawing/2014/main" id="{48A086D2-E6F6-9C84-1C17-CBB1A6322320}"/>
              </a:ext>
            </a:extLst>
          </p:cNvPr>
          <p:cNvSpPr/>
          <p:nvPr/>
        </p:nvSpPr>
        <p:spPr>
          <a:xfrm>
            <a:off x="11003623" y="2740236"/>
            <a:ext cx="863029" cy="823588"/>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01D58B7-B841-625D-E8FA-D5F6473E9CF4}"/>
              </a:ext>
            </a:extLst>
          </p:cNvPr>
          <p:cNvSpPr txBox="1"/>
          <p:nvPr/>
        </p:nvSpPr>
        <p:spPr>
          <a:xfrm>
            <a:off x="4179835" y="497562"/>
            <a:ext cx="11125532" cy="338554"/>
          </a:xfrm>
          <a:prstGeom prst="rect">
            <a:avLst/>
          </a:prstGeom>
          <a:noFill/>
        </p:spPr>
        <p:txBody>
          <a:bodyPr wrap="square" rtlCol="0">
            <a:spAutoFit/>
          </a:bodyPr>
          <a:lstStyle/>
          <a:p>
            <a:pPr algn="ctr"/>
            <a:r>
              <a:rPr lang="en-US" sz="1600" i="1">
                <a:hlinkClick r:id="rId3"/>
              </a:rPr>
              <a:t>Detailed Decision Document with rationale</a:t>
            </a:r>
            <a:endParaRPr lang="en-US" sz="1600" i="1"/>
          </a:p>
        </p:txBody>
      </p:sp>
    </p:spTree>
    <p:extLst>
      <p:ext uri="{BB962C8B-B14F-4D97-AF65-F5344CB8AC3E}">
        <p14:creationId xmlns:p14="http://schemas.microsoft.com/office/powerpoint/2010/main" val="3278384619"/>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F3893-1C73-F753-97F2-C1CCFB2EE84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E534B8C-7BC6-0834-1D57-6B2255047FDF}"/>
              </a:ext>
            </a:extLst>
          </p:cNvPr>
          <p:cNvSpPr>
            <a:spLocks noGrp="1" noRot="1" noMove="1" noResize="1" noEditPoints="1" noAdjustHandles="1" noChangeArrowheads="1" noChangeShapeType="1"/>
          </p:cNvSpPr>
          <p:nvPr/>
        </p:nvSpPr>
        <p:spPr>
          <a:xfrm>
            <a:off x="256032" y="640080"/>
            <a:ext cx="44805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71C34724-8DEE-1D37-F963-6BF7BDB73407}"/>
              </a:ext>
            </a:extLst>
          </p:cNvPr>
          <p:cNvSpPr>
            <a:spLocks noGrp="1"/>
          </p:cNvSpPr>
          <p:nvPr>
            <p:ph type="title"/>
          </p:nvPr>
        </p:nvSpPr>
        <p:spPr>
          <a:xfrm>
            <a:off x="326135" y="497562"/>
            <a:ext cx="11277600" cy="553998"/>
          </a:xfrm>
        </p:spPr>
        <p:txBody>
          <a:bodyPr/>
          <a:lstStyle/>
          <a:p>
            <a:r>
              <a:rPr lang="en-US" sz="3600"/>
              <a:t>KEY DECISION: Latency</a:t>
            </a:r>
          </a:p>
        </p:txBody>
      </p:sp>
      <p:cxnSp>
        <p:nvCxnSpPr>
          <p:cNvPr id="7" name="Straight Connector 6">
            <a:extLst>
              <a:ext uri="{FF2B5EF4-FFF2-40B4-BE49-F238E27FC236}">
                <a16:creationId xmlns:a16="http://schemas.microsoft.com/office/drawing/2014/main" id="{2BEACD55-AFC4-8E9D-4891-645A64DE2BA4}"/>
              </a:ext>
            </a:extLst>
          </p:cNvPr>
          <p:cNvCxnSpPr/>
          <p:nvPr/>
        </p:nvCxnSpPr>
        <p:spPr>
          <a:xfrm>
            <a:off x="429768" y="1188720"/>
            <a:ext cx="64008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24BE453-5268-C868-143D-1EE4A9FCE9F3}"/>
              </a:ext>
            </a:extLst>
          </p:cNvPr>
          <p:cNvSpPr>
            <a:spLocks noGrp="1" noRot="1" noMove="1" noResize="1" noEditPoints="1" noAdjustHandles="1" noChangeArrowheads="1" noChangeShapeType="1"/>
          </p:cNvSpPr>
          <p:nvPr/>
        </p:nvSpPr>
        <p:spPr>
          <a:xfrm>
            <a:off x="429768" y="6409944"/>
            <a:ext cx="2404872" cy="1828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D3554679-E050-DB8D-4210-92C86C8F9E35}"/>
              </a:ext>
            </a:extLst>
          </p:cNvPr>
          <p:cNvGraphicFramePr>
            <a:graphicFrameLocks noGrp="1"/>
          </p:cNvGraphicFramePr>
          <p:nvPr>
            <p:extLst>
              <p:ext uri="{D42A27DB-BD31-4B8C-83A1-F6EECF244321}">
                <p14:modId xmlns:p14="http://schemas.microsoft.com/office/powerpoint/2010/main" val="3206333290"/>
              </p:ext>
            </p:extLst>
          </p:nvPr>
        </p:nvGraphicFramePr>
        <p:xfrm>
          <a:off x="405548" y="1330448"/>
          <a:ext cx="11461104" cy="5339080"/>
        </p:xfrm>
        <a:graphic>
          <a:graphicData uri="http://schemas.openxmlformats.org/drawingml/2006/table">
            <a:tbl>
              <a:tblPr firstRow="1" bandRow="1">
                <a:tableStyleId>{5C22544A-7EE6-4342-B048-85BDC9FD1C3A}</a:tableStyleId>
              </a:tblPr>
              <a:tblGrid>
                <a:gridCol w="5730552">
                  <a:extLst>
                    <a:ext uri="{9D8B030D-6E8A-4147-A177-3AD203B41FA5}">
                      <a16:colId xmlns:a16="http://schemas.microsoft.com/office/drawing/2014/main" val="4137280223"/>
                    </a:ext>
                  </a:extLst>
                </a:gridCol>
                <a:gridCol w="2865276">
                  <a:extLst>
                    <a:ext uri="{9D8B030D-6E8A-4147-A177-3AD203B41FA5}">
                      <a16:colId xmlns:a16="http://schemas.microsoft.com/office/drawing/2014/main" val="1980749769"/>
                    </a:ext>
                  </a:extLst>
                </a:gridCol>
                <a:gridCol w="2865276">
                  <a:extLst>
                    <a:ext uri="{9D8B030D-6E8A-4147-A177-3AD203B41FA5}">
                      <a16:colId xmlns:a16="http://schemas.microsoft.com/office/drawing/2014/main" val="2056196926"/>
                    </a:ext>
                  </a:extLst>
                </a:gridCol>
              </a:tblGrid>
              <a:tr h="292869">
                <a:tc gridSpan="3">
                  <a:txBody>
                    <a:bodyPr/>
                    <a:lstStyle/>
                    <a:p>
                      <a:r>
                        <a:rPr lang="en-US" sz="1400" b="1" kern="1200">
                          <a:solidFill>
                            <a:schemeClr val="lt1"/>
                          </a:solidFill>
                          <a:effectLst/>
                          <a:latin typeface="+mn-lt"/>
                          <a:ea typeface="+mn-ea"/>
                          <a:cs typeface="+mn-cs"/>
                        </a:rPr>
                        <a:t>Description of Design Decision:</a:t>
                      </a:r>
                      <a:endParaRPr lang="en-US" sz="1400"/>
                    </a:p>
                  </a:txBody>
                  <a:tcPr anchor="ctr"/>
                </a:tc>
                <a:tc hMerge="1">
                  <a:txBody>
                    <a:bodyPr/>
                    <a:lstStyle/>
                    <a:p>
                      <a:endParaRPr lang="en-US"/>
                    </a:p>
                  </a:txBody>
                  <a:tcPr/>
                </a:tc>
                <a:tc hMerge="1">
                  <a:txBody>
                    <a:bodyPr/>
                    <a:lstStyle/>
                    <a:p>
                      <a:endParaRPr lang="en-US" sz="1400"/>
                    </a:p>
                  </a:txBody>
                  <a:tcPr anchor="ctr"/>
                </a:tc>
                <a:extLst>
                  <a:ext uri="{0D108BD9-81ED-4DB2-BD59-A6C34878D82A}">
                    <a16:rowId xmlns:a16="http://schemas.microsoft.com/office/drawing/2014/main" val="2891288435"/>
                  </a:ext>
                </a:extLst>
              </a:tr>
              <a:tr h="370840">
                <a:tc gridSpan="3">
                  <a:txBody>
                    <a:bodyPr/>
                    <a:lstStyle/>
                    <a:p>
                      <a:r>
                        <a:rPr lang="en-US" sz="1200"/>
                        <a:t>Proactively build solutions to minimize latency for all key personas before MVP launch, or to proceed with the selected hosting location and address latency issues reactively as they arise.</a:t>
                      </a:r>
                    </a:p>
                  </a:txBody>
                  <a:tcPr>
                    <a:solidFill>
                      <a:schemeClr val="bg1"/>
                    </a:solidFill>
                  </a:tcPr>
                </a:tc>
                <a:tc hMerge="1">
                  <a:txBody>
                    <a:bodyPr/>
                    <a:lstStyle/>
                    <a:p>
                      <a:endParaRPr lang="en-US"/>
                    </a:p>
                  </a:txBody>
                  <a:tcPr/>
                </a:tc>
                <a:tc hMerge="1">
                  <a:txBody>
                    <a:bodyPr/>
                    <a:lstStyle/>
                    <a:p>
                      <a:endParaRPr lang="en-US" sz="1200"/>
                    </a:p>
                  </a:txBody>
                  <a:tcPr>
                    <a:solidFill>
                      <a:schemeClr val="bg1"/>
                    </a:solidFill>
                  </a:tcPr>
                </a:tc>
                <a:extLst>
                  <a:ext uri="{0D108BD9-81ED-4DB2-BD59-A6C34878D82A}">
                    <a16:rowId xmlns:a16="http://schemas.microsoft.com/office/drawing/2014/main" val="1204873241"/>
                  </a:ext>
                </a:extLst>
              </a:tr>
              <a:tr h="219237">
                <a:tc gridSpan="3">
                  <a:txBody>
                    <a:bodyPr/>
                    <a:lstStyle/>
                    <a:p>
                      <a:r>
                        <a:rPr lang="en-US" sz="1400" b="1" kern="1200">
                          <a:solidFill>
                            <a:schemeClr val="lt1"/>
                          </a:solidFill>
                          <a:effectLst/>
                          <a:latin typeface="+mn-lt"/>
                          <a:ea typeface="+mn-ea"/>
                          <a:cs typeface="+mn-cs"/>
                        </a:rPr>
                        <a:t>Solution Option #1: Address Latency Issues as They Arise (Reactive Approach)</a:t>
                      </a:r>
                    </a:p>
                  </a:txBody>
                  <a:tcPr anchor="ctr">
                    <a:solidFill>
                      <a:schemeClr val="accent1"/>
                    </a:solidFill>
                  </a:tcPr>
                </a:tc>
                <a:tc hMerge="1">
                  <a:txBody>
                    <a:bodyPr/>
                    <a:lstStyle/>
                    <a:p>
                      <a:endParaRPr lang="en-US"/>
                    </a:p>
                  </a:txBody>
                  <a:tcPr/>
                </a:tc>
                <a:tc hMerge="1">
                  <a:txBody>
                    <a:bodyPr/>
                    <a:lstStyle/>
                    <a:p>
                      <a:endParaRPr lang="en-US" sz="1400" b="1" kern="1200">
                        <a:solidFill>
                          <a:schemeClr val="lt1"/>
                        </a:solidFill>
                        <a:effectLst/>
                        <a:latin typeface="+mn-lt"/>
                        <a:ea typeface="+mn-ea"/>
                        <a:cs typeface="+mn-cs"/>
                      </a:endParaRPr>
                    </a:p>
                  </a:txBody>
                  <a:tcPr anchor="ctr">
                    <a:solidFill>
                      <a:schemeClr val="accent1"/>
                    </a:solidFill>
                  </a:tcPr>
                </a:tc>
                <a:extLst>
                  <a:ext uri="{0D108BD9-81ED-4DB2-BD59-A6C34878D82A}">
                    <a16:rowId xmlns:a16="http://schemas.microsoft.com/office/drawing/2014/main" val="3493010553"/>
                  </a:ext>
                </a:extLst>
              </a:tr>
              <a:tr h="370840">
                <a:tc>
                  <a:txBody>
                    <a:bodyPr/>
                    <a:lstStyle/>
                    <a:p>
                      <a:r>
                        <a:rPr lang="en-US" sz="1200" u="sng" kern="1200">
                          <a:solidFill>
                            <a:schemeClr val="dk1"/>
                          </a:solidFill>
                          <a:latin typeface="+mn-lt"/>
                          <a:ea typeface="+mn-ea"/>
                          <a:cs typeface="+mn-cs"/>
                        </a:rPr>
                        <a:t>Advantages:</a:t>
                      </a:r>
                    </a:p>
                    <a:p>
                      <a:pPr marL="171450" indent="-171450">
                        <a:buFont typeface="Wingdings" panose="05000000000000000000" pitchFamily="2" charset="2"/>
                        <a:buChar char="§"/>
                      </a:pPr>
                      <a:r>
                        <a:rPr lang="en-US" sz="1200" kern="1200">
                          <a:solidFill>
                            <a:schemeClr val="dk1"/>
                          </a:solidFill>
                          <a:latin typeface="+mn-lt"/>
                          <a:ea typeface="+mn-ea"/>
                          <a:cs typeface="+mn-cs"/>
                        </a:rPr>
                        <a:t>Enables immediate progress without waiting for exhaustive latency analysis. </a:t>
                      </a:r>
                    </a:p>
                    <a:p>
                      <a:pPr marL="171450" indent="-171450">
                        <a:buFont typeface="Wingdings" panose="05000000000000000000" pitchFamily="2" charset="2"/>
                        <a:buChar char="§"/>
                      </a:pPr>
                      <a:r>
                        <a:rPr lang="en-US" sz="1200" kern="1200">
                          <a:solidFill>
                            <a:schemeClr val="dk1"/>
                          </a:solidFill>
                          <a:latin typeface="+mn-lt"/>
                          <a:ea typeface="+mn-ea"/>
                          <a:cs typeface="+mn-cs"/>
                        </a:rPr>
                        <a:t>Avoids unnecessary upfront investment in mitigating issues that may not materialize. </a:t>
                      </a:r>
                    </a:p>
                    <a:p>
                      <a:pPr marL="171450" indent="-171450">
                        <a:buFont typeface="Wingdings" panose="05000000000000000000" pitchFamily="2" charset="2"/>
                        <a:buChar char="§"/>
                      </a:pPr>
                      <a:r>
                        <a:rPr lang="en-US" sz="1200" kern="1200">
                          <a:solidFill>
                            <a:schemeClr val="dk1"/>
                          </a:solidFill>
                          <a:latin typeface="+mn-lt"/>
                          <a:ea typeface="+mn-ea"/>
                          <a:cs typeface="+mn-cs"/>
                        </a:rPr>
                        <a:t>Allows real-world data to inform future decisions. </a:t>
                      </a:r>
                    </a:p>
                  </a:txBody>
                  <a:tcP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sng" kern="1200">
                          <a:solidFill>
                            <a:schemeClr val="dk1"/>
                          </a:solidFill>
                          <a:latin typeface="+mn-lt"/>
                          <a:ea typeface="+mn-ea"/>
                          <a:cs typeface="+mn-cs"/>
                        </a:rPr>
                        <a:t>Disadvantages:</a:t>
                      </a:r>
                    </a:p>
                    <a:p>
                      <a:pPr marL="171450" indent="-171450">
                        <a:buFont typeface="Wingdings" panose="05000000000000000000" pitchFamily="2" charset="2"/>
                        <a:buChar char="§"/>
                      </a:pPr>
                      <a:r>
                        <a:rPr lang="en-US" sz="1200" kern="1200">
                          <a:solidFill>
                            <a:schemeClr val="dk1"/>
                          </a:solidFill>
                          <a:latin typeface="+mn-lt"/>
                          <a:ea typeface="+mn-ea"/>
                          <a:cs typeface="+mn-cs"/>
                        </a:rPr>
                        <a:t>Latency issues may impact user experience or integrations unexpectedly, requiring urgent fixes. </a:t>
                      </a:r>
                    </a:p>
                    <a:p>
                      <a:pPr marL="171450" indent="-171450">
                        <a:buFont typeface="Wingdings" panose="05000000000000000000" pitchFamily="2" charset="2"/>
                        <a:buChar char="§"/>
                      </a:pPr>
                      <a:r>
                        <a:rPr lang="en-US" sz="1200" kern="1200">
                          <a:solidFill>
                            <a:schemeClr val="dk1"/>
                          </a:solidFill>
                          <a:latin typeface="+mn-lt"/>
                          <a:ea typeface="+mn-ea"/>
                          <a:cs typeface="+mn-cs"/>
                        </a:rPr>
                        <a:t>May result in reactive spending or rushed solutions if problems arise post-launch. </a:t>
                      </a:r>
                    </a:p>
                    <a:p>
                      <a:pPr marL="171450" indent="-171450">
                        <a:buFont typeface="Wingdings" panose="05000000000000000000" pitchFamily="2" charset="2"/>
                        <a:buChar char="§"/>
                      </a:pPr>
                      <a:r>
                        <a:rPr lang="en-US" sz="1200" kern="1200">
                          <a:solidFill>
                            <a:schemeClr val="dk1"/>
                          </a:solidFill>
                          <a:latin typeface="+mn-lt"/>
                          <a:ea typeface="+mn-ea"/>
                          <a:cs typeface="+mn-cs"/>
                        </a:rPr>
                        <a:t>Risks to business continuity if latency becomes a showstopper for key users or processes. </a:t>
                      </a:r>
                    </a:p>
                  </a:txBody>
                  <a:tcPr>
                    <a:solidFill>
                      <a:schemeClr val="bg1"/>
                    </a:solidFill>
                  </a:tcPr>
                </a:tc>
                <a:tc hMerge="1">
                  <a:txBody>
                    <a:bodyPr/>
                    <a:lstStyle/>
                    <a:p>
                      <a:endParaRPr lang="en-US"/>
                    </a:p>
                  </a:txBody>
                  <a:tcPr>
                    <a:solidFill>
                      <a:schemeClr val="bg1"/>
                    </a:solidFill>
                  </a:tcPr>
                </a:tc>
                <a:extLst>
                  <a:ext uri="{0D108BD9-81ED-4DB2-BD59-A6C34878D82A}">
                    <a16:rowId xmlns:a16="http://schemas.microsoft.com/office/drawing/2014/main" val="1416359212"/>
                  </a:ext>
                </a:extLst>
              </a:tr>
              <a:tr h="143256">
                <a:tc>
                  <a:txBody>
                    <a:bodyPr/>
                    <a:lstStyle/>
                    <a:p>
                      <a:pPr algn="ctr"/>
                      <a:r>
                        <a:rPr lang="en-US" sz="1400" b="1" kern="1200">
                          <a:solidFill>
                            <a:schemeClr val="tx1"/>
                          </a:solidFill>
                          <a:effectLst/>
                          <a:latin typeface="+mn-lt"/>
                          <a:ea typeface="+mn-ea"/>
                          <a:cs typeface="+mn-cs"/>
                        </a:rPr>
                        <a:t>Impact: Timeline</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a:solidFill>
                            <a:schemeClr val="tx1"/>
                          </a:solidFill>
                          <a:effectLst/>
                          <a:latin typeface="+mn-lt"/>
                          <a:ea typeface="+mn-ea"/>
                          <a:cs typeface="+mn-cs"/>
                        </a:rPr>
                        <a:t>Impact: Budget</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a:solidFill>
                            <a:schemeClr val="tx1"/>
                          </a:solidFill>
                          <a:effectLst/>
                          <a:latin typeface="+mn-lt"/>
                          <a:ea typeface="+mn-ea"/>
                          <a:cs typeface="+mn-cs"/>
                        </a:rPr>
                        <a:t>Impact: Resources</a:t>
                      </a:r>
                    </a:p>
                  </a:txBody>
                  <a:tcPr anchor="ctr">
                    <a:solidFill>
                      <a:schemeClr val="bg2">
                        <a:lumMod val="20000"/>
                        <a:lumOff val="80000"/>
                      </a:schemeClr>
                    </a:solidFill>
                  </a:tcPr>
                </a:tc>
                <a:extLst>
                  <a:ext uri="{0D108BD9-81ED-4DB2-BD59-A6C34878D82A}">
                    <a16:rowId xmlns:a16="http://schemas.microsoft.com/office/drawing/2014/main" val="329382725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Fast MVP rollout; potential delays if latency issues require remediation. </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Lower initial spend; unpredictable future costs if issues arise. </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Minimal upfront allocation; future spikes if urgent fixes are needed. </a:t>
                      </a:r>
                    </a:p>
                  </a:txBody>
                  <a:tcPr anchor="ctr">
                    <a:solidFill>
                      <a:schemeClr val="bg1"/>
                    </a:solidFill>
                  </a:tcPr>
                </a:tc>
                <a:extLst>
                  <a:ext uri="{0D108BD9-81ED-4DB2-BD59-A6C34878D82A}">
                    <a16:rowId xmlns:a16="http://schemas.microsoft.com/office/drawing/2014/main" val="828163422"/>
                  </a:ext>
                </a:extLst>
              </a:tr>
              <a:tr h="256909">
                <a:tc gridSpan="3">
                  <a:txBody>
                    <a:bodyPr/>
                    <a:lstStyle/>
                    <a:p>
                      <a:r>
                        <a:rPr lang="en-US" sz="1400" b="1" kern="1200">
                          <a:solidFill>
                            <a:schemeClr val="lt1"/>
                          </a:solidFill>
                          <a:effectLst/>
                          <a:latin typeface="+mn-lt"/>
                          <a:ea typeface="+mn-ea"/>
                          <a:cs typeface="+mn-cs"/>
                        </a:rPr>
                        <a:t>Solution Option #2: Proactively Plan and Budget for Latency Mitigation (Proactive Approach)</a:t>
                      </a:r>
                    </a:p>
                  </a:txBody>
                  <a:tcPr anchor="ctr">
                    <a:solidFill>
                      <a:schemeClr val="accent1"/>
                    </a:solidFill>
                  </a:tcPr>
                </a:tc>
                <a:tc hMerge="1">
                  <a:txBody>
                    <a:bodyPr/>
                    <a:lstStyle/>
                    <a:p>
                      <a:endParaRPr lang="en-US"/>
                    </a:p>
                  </a:txBody>
                  <a:tcPr/>
                </a:tc>
                <a:tc hMerge="1">
                  <a:txBody>
                    <a:bodyPr/>
                    <a:lstStyle/>
                    <a:p>
                      <a:endParaRPr lang="en-US" sz="1400" b="1" kern="1200">
                        <a:solidFill>
                          <a:schemeClr val="lt1"/>
                        </a:solidFill>
                        <a:effectLst/>
                        <a:latin typeface="+mn-lt"/>
                        <a:ea typeface="+mn-ea"/>
                        <a:cs typeface="+mn-cs"/>
                      </a:endParaRPr>
                    </a:p>
                  </a:txBody>
                  <a:tcPr anchor="ctr">
                    <a:solidFill>
                      <a:schemeClr val="accent1"/>
                    </a:solidFill>
                  </a:tcPr>
                </a:tc>
                <a:extLst>
                  <a:ext uri="{0D108BD9-81ED-4DB2-BD59-A6C34878D82A}">
                    <a16:rowId xmlns:a16="http://schemas.microsoft.com/office/drawing/2014/main" val="833279552"/>
                  </a:ext>
                </a:extLst>
              </a:tr>
              <a:tr h="370840">
                <a:tc>
                  <a:txBody>
                    <a:bodyPr/>
                    <a:lstStyle/>
                    <a:p>
                      <a:r>
                        <a:rPr lang="en-US" sz="1200" u="sng" kern="1200">
                          <a:solidFill>
                            <a:schemeClr val="dk1"/>
                          </a:solidFill>
                          <a:latin typeface="+mn-lt"/>
                          <a:ea typeface="+mn-ea"/>
                          <a:cs typeface="+mn-cs"/>
                        </a:rPr>
                        <a:t>Advantages:</a:t>
                      </a:r>
                    </a:p>
                    <a:p>
                      <a:pPr marL="171450" indent="-171450">
                        <a:buFont typeface="Wingdings" panose="05000000000000000000" pitchFamily="2" charset="2"/>
                        <a:buChar char="§"/>
                      </a:pPr>
                      <a:r>
                        <a:rPr lang="en-US" sz="1200" kern="1200">
                          <a:solidFill>
                            <a:schemeClr val="dk1"/>
                          </a:solidFill>
                          <a:latin typeface="+mn-lt"/>
                          <a:ea typeface="+mn-ea"/>
                          <a:cs typeface="+mn-cs"/>
                        </a:rPr>
                        <a:t>Reduces risk of negative user experience or business disruption. </a:t>
                      </a:r>
                    </a:p>
                    <a:p>
                      <a:pPr marL="171450" indent="-171450">
                        <a:buFont typeface="Wingdings" panose="05000000000000000000" pitchFamily="2" charset="2"/>
                        <a:buChar char="§"/>
                      </a:pPr>
                      <a:r>
                        <a:rPr lang="en-US" sz="1200" kern="1200">
                          <a:solidFill>
                            <a:schemeClr val="dk1"/>
                          </a:solidFill>
                          <a:latin typeface="+mn-lt"/>
                          <a:ea typeface="+mn-ea"/>
                          <a:cs typeface="+mn-cs"/>
                        </a:rPr>
                        <a:t>Enables smoother scaling and integration with global platforms (e.g., Workday, Phenom). </a:t>
                      </a:r>
                    </a:p>
                    <a:p>
                      <a:pPr marL="171450" indent="-171450">
                        <a:buFont typeface="Wingdings" panose="05000000000000000000" pitchFamily="2" charset="2"/>
                        <a:buChar char="§"/>
                      </a:pPr>
                      <a:r>
                        <a:rPr lang="en-US" sz="1200" kern="1200">
                          <a:solidFill>
                            <a:schemeClr val="dk1"/>
                          </a:solidFill>
                          <a:latin typeface="+mn-lt"/>
                          <a:ea typeface="+mn-ea"/>
                          <a:cs typeface="+mn-cs"/>
                        </a:rPr>
                        <a:t>Supports strategic alignment with future technology roadmap. </a:t>
                      </a:r>
                    </a:p>
                  </a:txBody>
                  <a:tcP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sng" kern="1200">
                          <a:solidFill>
                            <a:schemeClr val="dk1"/>
                          </a:solidFill>
                          <a:latin typeface="+mn-lt"/>
                          <a:ea typeface="+mn-ea"/>
                          <a:cs typeface="+mn-cs"/>
                        </a:rPr>
                        <a:t>Disadvantages:</a:t>
                      </a:r>
                    </a:p>
                    <a:p>
                      <a:pPr marL="171450" indent="-171450">
                        <a:buFont typeface="Wingdings" panose="05000000000000000000" pitchFamily="2" charset="2"/>
                        <a:buChar char="§"/>
                      </a:pPr>
                      <a:r>
                        <a:rPr lang="en-US" sz="1200"/>
                        <a:t>Will not know if there are any issues until MVP is in process</a:t>
                      </a:r>
                    </a:p>
                    <a:p>
                      <a:pPr marL="171450" indent="-171450">
                        <a:buFont typeface="Wingdings" panose="05000000000000000000" pitchFamily="2" charset="2"/>
                        <a:buChar char="§"/>
                      </a:pPr>
                      <a:r>
                        <a:rPr lang="en-US" sz="1200"/>
                        <a:t>Adds time and effort that may not have an ROI before something is delivered to production even if latency becomes a show stopper and requires addressing though a change request </a:t>
                      </a:r>
                    </a:p>
                  </a:txBody>
                  <a:tcPr>
                    <a:solidFill>
                      <a:schemeClr val="bg1"/>
                    </a:solidFill>
                  </a:tcPr>
                </a:tc>
                <a:tc hMerge="1">
                  <a:txBody>
                    <a:bodyPr/>
                    <a:lstStyle/>
                    <a:p>
                      <a:endParaRPr lang="en-US"/>
                    </a:p>
                  </a:txBody>
                  <a:tcPr>
                    <a:solidFill>
                      <a:schemeClr val="bg1"/>
                    </a:solidFill>
                  </a:tcPr>
                </a:tc>
                <a:extLst>
                  <a:ext uri="{0D108BD9-81ED-4DB2-BD59-A6C34878D82A}">
                    <a16:rowId xmlns:a16="http://schemas.microsoft.com/office/drawing/2014/main" val="532874638"/>
                  </a:ext>
                </a:extLst>
              </a:tr>
              <a:tr h="370840">
                <a:tc>
                  <a:txBody>
                    <a:bodyPr/>
                    <a:lstStyle/>
                    <a:p>
                      <a:pPr algn="ctr"/>
                      <a:r>
                        <a:rPr lang="en-US" sz="1400" b="1" kern="1200">
                          <a:solidFill>
                            <a:schemeClr val="tx1"/>
                          </a:solidFill>
                          <a:effectLst/>
                          <a:latin typeface="+mn-lt"/>
                          <a:ea typeface="+mn-ea"/>
                          <a:cs typeface="+mn-cs"/>
                        </a:rPr>
                        <a:t>Impact: Timeline</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a:solidFill>
                            <a:schemeClr val="tx1"/>
                          </a:solidFill>
                          <a:effectLst/>
                          <a:latin typeface="+mn-lt"/>
                          <a:ea typeface="+mn-ea"/>
                          <a:cs typeface="+mn-cs"/>
                        </a:rPr>
                        <a:t>Impact: Budget</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a:solidFill>
                            <a:schemeClr val="tx1"/>
                          </a:solidFill>
                          <a:effectLst/>
                          <a:latin typeface="+mn-lt"/>
                          <a:ea typeface="+mn-ea"/>
                          <a:cs typeface="+mn-cs"/>
                        </a:rPr>
                        <a:t>Impact: Resources</a:t>
                      </a:r>
                    </a:p>
                  </a:txBody>
                  <a:tcPr anchor="ctr">
                    <a:solidFill>
                      <a:schemeClr val="bg2">
                        <a:lumMod val="20000"/>
                        <a:lumOff val="80000"/>
                      </a:schemeClr>
                    </a:solidFill>
                  </a:tcPr>
                </a:tc>
                <a:extLst>
                  <a:ext uri="{0D108BD9-81ED-4DB2-BD59-A6C34878D82A}">
                    <a16:rowId xmlns:a16="http://schemas.microsoft.com/office/drawing/2014/main" val="249331881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Longer MVP delivery due to additional planning and implementation. </a:t>
                      </a:r>
                      <a:endParaRPr lang="en-US" sz="1200">
                        <a:highlight>
                          <a:srgbClr val="FFFF00"/>
                        </a:highlight>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Higher initial investment </a:t>
                      </a:r>
                      <a:endParaRPr lang="en-US" sz="1200">
                        <a:highlight>
                          <a:srgbClr val="FFFF00"/>
                        </a:highlight>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Requires technical expertise and cross-team collaboration upfront. </a:t>
                      </a:r>
                      <a:endParaRPr lang="en-US" sz="1200">
                        <a:highlight>
                          <a:srgbClr val="FFFF00"/>
                        </a:highlight>
                      </a:endParaRPr>
                    </a:p>
                  </a:txBody>
                  <a:tcPr anchor="ctr">
                    <a:solidFill>
                      <a:schemeClr val="bg1"/>
                    </a:solidFill>
                  </a:tcPr>
                </a:tc>
                <a:extLst>
                  <a:ext uri="{0D108BD9-81ED-4DB2-BD59-A6C34878D82A}">
                    <a16:rowId xmlns:a16="http://schemas.microsoft.com/office/drawing/2014/main" val="2791456911"/>
                  </a:ext>
                </a:extLst>
              </a:tr>
            </a:tbl>
          </a:graphicData>
        </a:graphic>
      </p:graphicFrame>
      <p:sp>
        <p:nvSpPr>
          <p:cNvPr id="9" name="Rectangle 8">
            <a:extLst>
              <a:ext uri="{FF2B5EF4-FFF2-40B4-BE49-F238E27FC236}">
                <a16:creationId xmlns:a16="http://schemas.microsoft.com/office/drawing/2014/main" id="{FBD9A06B-BCA7-8F9B-B8AB-A94A3F4A7F4B}"/>
              </a:ext>
            </a:extLst>
          </p:cNvPr>
          <p:cNvSpPr/>
          <p:nvPr/>
        </p:nvSpPr>
        <p:spPr>
          <a:xfrm>
            <a:off x="266132" y="2077677"/>
            <a:ext cx="11649456" cy="170321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r: 5 Points 9">
            <a:extLst>
              <a:ext uri="{FF2B5EF4-FFF2-40B4-BE49-F238E27FC236}">
                <a16:creationId xmlns:a16="http://schemas.microsoft.com/office/drawing/2014/main" id="{1E8CEC08-43D5-BA2F-1E52-CD01900DFCB3}"/>
              </a:ext>
            </a:extLst>
          </p:cNvPr>
          <p:cNvSpPr/>
          <p:nvPr/>
        </p:nvSpPr>
        <p:spPr>
          <a:xfrm>
            <a:off x="9451231" y="1769896"/>
            <a:ext cx="863029" cy="823588"/>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9F1ED90-9B1A-87B6-F525-55F57D0709BE}"/>
              </a:ext>
            </a:extLst>
          </p:cNvPr>
          <p:cNvSpPr txBox="1"/>
          <p:nvPr/>
        </p:nvSpPr>
        <p:spPr>
          <a:xfrm>
            <a:off x="3998124" y="711181"/>
            <a:ext cx="11125532" cy="307777"/>
          </a:xfrm>
          <a:prstGeom prst="rect">
            <a:avLst/>
          </a:prstGeom>
          <a:noFill/>
        </p:spPr>
        <p:txBody>
          <a:bodyPr wrap="square" rtlCol="0">
            <a:spAutoFit/>
          </a:bodyPr>
          <a:lstStyle/>
          <a:p>
            <a:pPr algn="ctr"/>
            <a:r>
              <a:rPr lang="en-US" sz="1400" i="1">
                <a:hlinkClick r:id="rId3"/>
              </a:rPr>
              <a:t>Detailed Decision Document with rationale</a:t>
            </a:r>
            <a:endParaRPr lang="en-US" sz="1400" i="1"/>
          </a:p>
        </p:txBody>
      </p:sp>
    </p:spTree>
    <p:extLst>
      <p:ext uri="{BB962C8B-B14F-4D97-AF65-F5344CB8AC3E}">
        <p14:creationId xmlns:p14="http://schemas.microsoft.com/office/powerpoint/2010/main" val="53483095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9B52D-D8F1-6DAA-7D11-1FB35692D9F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FFBA20B-9017-9837-30E2-A1453767BDEB}"/>
              </a:ext>
            </a:extLst>
          </p:cNvPr>
          <p:cNvSpPr>
            <a:spLocks noGrp="1" noRot="1" noMove="1" noResize="1" noEditPoints="1" noAdjustHandles="1" noChangeArrowheads="1" noChangeShapeType="1"/>
          </p:cNvSpPr>
          <p:nvPr/>
        </p:nvSpPr>
        <p:spPr>
          <a:xfrm>
            <a:off x="256032" y="640080"/>
            <a:ext cx="44805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8056919A-89BE-15DC-139A-A04A00E63443}"/>
              </a:ext>
            </a:extLst>
          </p:cNvPr>
          <p:cNvSpPr>
            <a:spLocks noGrp="1"/>
          </p:cNvSpPr>
          <p:nvPr>
            <p:ph type="title"/>
          </p:nvPr>
        </p:nvSpPr>
        <p:spPr>
          <a:xfrm>
            <a:off x="377954" y="494885"/>
            <a:ext cx="11277600" cy="553998"/>
          </a:xfrm>
        </p:spPr>
        <p:txBody>
          <a:bodyPr/>
          <a:lstStyle/>
          <a:p>
            <a:r>
              <a:rPr lang="en-US" sz="3600"/>
              <a:t>KEY DECISION: Governance Board</a:t>
            </a:r>
          </a:p>
        </p:txBody>
      </p:sp>
      <p:cxnSp>
        <p:nvCxnSpPr>
          <p:cNvPr id="7" name="Straight Connector 6">
            <a:extLst>
              <a:ext uri="{FF2B5EF4-FFF2-40B4-BE49-F238E27FC236}">
                <a16:creationId xmlns:a16="http://schemas.microsoft.com/office/drawing/2014/main" id="{68079A57-0E62-6A61-287A-3BB154C5D33E}"/>
              </a:ext>
            </a:extLst>
          </p:cNvPr>
          <p:cNvCxnSpPr/>
          <p:nvPr/>
        </p:nvCxnSpPr>
        <p:spPr>
          <a:xfrm>
            <a:off x="429768" y="1188720"/>
            <a:ext cx="64008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FF938486-99F4-8519-30B7-0CC4FE44151A}"/>
              </a:ext>
            </a:extLst>
          </p:cNvPr>
          <p:cNvSpPr>
            <a:spLocks noGrp="1" noRot="1" noMove="1" noResize="1" noEditPoints="1" noAdjustHandles="1" noChangeArrowheads="1" noChangeShapeType="1"/>
          </p:cNvSpPr>
          <p:nvPr/>
        </p:nvSpPr>
        <p:spPr>
          <a:xfrm>
            <a:off x="429768" y="6409944"/>
            <a:ext cx="2404872" cy="1828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Table 9">
            <a:extLst>
              <a:ext uri="{FF2B5EF4-FFF2-40B4-BE49-F238E27FC236}">
                <a16:creationId xmlns:a16="http://schemas.microsoft.com/office/drawing/2014/main" id="{3E30FF4F-D741-76CE-35E9-74989ECF0D30}"/>
              </a:ext>
            </a:extLst>
          </p:cNvPr>
          <p:cNvGraphicFramePr>
            <a:graphicFrameLocks noGrp="1"/>
          </p:cNvGraphicFramePr>
          <p:nvPr/>
        </p:nvGraphicFramePr>
        <p:xfrm>
          <a:off x="429768" y="1463040"/>
          <a:ext cx="11173972" cy="4754880"/>
        </p:xfrm>
        <a:graphic>
          <a:graphicData uri="http://schemas.openxmlformats.org/drawingml/2006/table">
            <a:tbl>
              <a:tblPr firstRow="1" bandRow="1">
                <a:tableStyleId>{5C22544A-7EE6-4342-B048-85BDC9FD1C3A}</a:tableStyleId>
              </a:tblPr>
              <a:tblGrid>
                <a:gridCol w="5586986">
                  <a:extLst>
                    <a:ext uri="{9D8B030D-6E8A-4147-A177-3AD203B41FA5}">
                      <a16:colId xmlns:a16="http://schemas.microsoft.com/office/drawing/2014/main" val="4137280223"/>
                    </a:ext>
                  </a:extLst>
                </a:gridCol>
                <a:gridCol w="2793493">
                  <a:extLst>
                    <a:ext uri="{9D8B030D-6E8A-4147-A177-3AD203B41FA5}">
                      <a16:colId xmlns:a16="http://schemas.microsoft.com/office/drawing/2014/main" val="1980749769"/>
                    </a:ext>
                  </a:extLst>
                </a:gridCol>
                <a:gridCol w="2793493">
                  <a:extLst>
                    <a:ext uri="{9D8B030D-6E8A-4147-A177-3AD203B41FA5}">
                      <a16:colId xmlns:a16="http://schemas.microsoft.com/office/drawing/2014/main" val="2056196926"/>
                    </a:ext>
                  </a:extLst>
                </a:gridCol>
              </a:tblGrid>
              <a:tr h="370840">
                <a:tc gridSpan="3">
                  <a:txBody>
                    <a:bodyPr/>
                    <a:lstStyle/>
                    <a:p>
                      <a:r>
                        <a:rPr lang="en-US" sz="1200" b="1" kern="1200">
                          <a:solidFill>
                            <a:schemeClr val="lt1"/>
                          </a:solidFill>
                          <a:effectLst/>
                          <a:latin typeface="+mn-lt"/>
                          <a:ea typeface="+mn-ea"/>
                          <a:cs typeface="+mn-cs"/>
                        </a:rPr>
                        <a:t>Description of Design Decision:</a:t>
                      </a:r>
                      <a:endParaRPr lang="en-US" sz="1200"/>
                    </a:p>
                  </a:txBody>
                  <a:tcPr anchor="ctr"/>
                </a:tc>
                <a:tc hMerge="1">
                  <a:txBody>
                    <a:bodyPr/>
                    <a:lstStyle/>
                    <a:p>
                      <a:endParaRPr lang="en-US"/>
                    </a:p>
                  </a:txBody>
                  <a:tcPr/>
                </a:tc>
                <a:tc hMerge="1">
                  <a:txBody>
                    <a:bodyPr/>
                    <a:lstStyle/>
                    <a:p>
                      <a:endParaRPr lang="en-US" sz="1400"/>
                    </a:p>
                  </a:txBody>
                  <a:tcPr anchor="ctr"/>
                </a:tc>
                <a:extLst>
                  <a:ext uri="{0D108BD9-81ED-4DB2-BD59-A6C34878D82A}">
                    <a16:rowId xmlns:a16="http://schemas.microsoft.com/office/drawing/2014/main" val="2891288435"/>
                  </a:ext>
                </a:extLst>
              </a:tr>
              <a:tr h="342688">
                <a:tc gridSpan="3">
                  <a:txBody>
                    <a:bodyPr/>
                    <a:lstStyle/>
                    <a:p>
                      <a:r>
                        <a:rPr lang="en-US" sz="1000"/>
                        <a:t>Determine whether Lockton should establish a formal Global People Data Governance Board to provide structured oversight for People data or continue managing governance through ad hoc engagement across existing groups.</a:t>
                      </a:r>
                    </a:p>
                  </a:txBody>
                  <a:tcPr>
                    <a:solidFill>
                      <a:schemeClr val="bg1"/>
                    </a:solidFill>
                  </a:tcPr>
                </a:tc>
                <a:tc hMerge="1">
                  <a:txBody>
                    <a:bodyPr/>
                    <a:lstStyle/>
                    <a:p>
                      <a:endParaRPr lang="en-US"/>
                    </a:p>
                  </a:txBody>
                  <a:tcPr/>
                </a:tc>
                <a:tc hMerge="1">
                  <a:txBody>
                    <a:bodyPr/>
                    <a:lstStyle/>
                    <a:p>
                      <a:endParaRPr lang="en-US" sz="1200"/>
                    </a:p>
                  </a:txBody>
                  <a:tcPr>
                    <a:solidFill>
                      <a:schemeClr val="bg1"/>
                    </a:solidFill>
                  </a:tcPr>
                </a:tc>
                <a:extLst>
                  <a:ext uri="{0D108BD9-81ED-4DB2-BD59-A6C34878D82A}">
                    <a16:rowId xmlns:a16="http://schemas.microsoft.com/office/drawing/2014/main" val="1204873241"/>
                  </a:ext>
                </a:extLst>
              </a:tr>
              <a:tr h="370840">
                <a:tc gridSpan="3">
                  <a:txBody>
                    <a:bodyPr/>
                    <a:lstStyle/>
                    <a:p>
                      <a:r>
                        <a:rPr lang="en-US" sz="1200" b="1" kern="1200">
                          <a:solidFill>
                            <a:schemeClr val="lt1"/>
                          </a:solidFill>
                          <a:effectLst/>
                          <a:latin typeface="+mn-lt"/>
                          <a:ea typeface="+mn-ea"/>
                          <a:cs typeface="+mn-cs"/>
                        </a:rPr>
                        <a:t>Solution Option #1: Establish a Global Data Governance Board</a:t>
                      </a:r>
                    </a:p>
                  </a:txBody>
                  <a:tcPr anchor="ctr">
                    <a:solidFill>
                      <a:schemeClr val="accent1"/>
                    </a:solidFill>
                  </a:tcPr>
                </a:tc>
                <a:tc hMerge="1">
                  <a:txBody>
                    <a:bodyPr/>
                    <a:lstStyle/>
                    <a:p>
                      <a:endParaRPr lang="en-US"/>
                    </a:p>
                  </a:txBody>
                  <a:tcPr/>
                </a:tc>
                <a:tc hMerge="1">
                  <a:txBody>
                    <a:bodyPr/>
                    <a:lstStyle/>
                    <a:p>
                      <a:endParaRPr lang="en-US" sz="1400" b="1" kern="1200">
                        <a:solidFill>
                          <a:schemeClr val="lt1"/>
                        </a:solidFill>
                        <a:effectLst/>
                        <a:latin typeface="+mn-lt"/>
                        <a:ea typeface="+mn-ea"/>
                        <a:cs typeface="+mn-cs"/>
                      </a:endParaRPr>
                    </a:p>
                  </a:txBody>
                  <a:tcPr anchor="ctr">
                    <a:solidFill>
                      <a:schemeClr val="accent1"/>
                    </a:solidFill>
                  </a:tcPr>
                </a:tc>
                <a:extLst>
                  <a:ext uri="{0D108BD9-81ED-4DB2-BD59-A6C34878D82A}">
                    <a16:rowId xmlns:a16="http://schemas.microsoft.com/office/drawing/2014/main" val="3493010553"/>
                  </a:ext>
                </a:extLst>
              </a:tr>
              <a:tr h="370840">
                <a:tc>
                  <a:txBody>
                    <a:bodyPr/>
                    <a:lstStyle/>
                    <a:p>
                      <a:r>
                        <a:rPr lang="en-US" sz="1000" u="sng" kern="1200">
                          <a:solidFill>
                            <a:schemeClr val="dk1"/>
                          </a:solidFill>
                          <a:latin typeface="+mn-lt"/>
                          <a:ea typeface="+mn-ea"/>
                          <a:cs typeface="+mn-cs"/>
                        </a:rPr>
                        <a:t>Advantages:</a:t>
                      </a:r>
                    </a:p>
                    <a:p>
                      <a:pPr marL="171450" indent="-171450">
                        <a:buFont typeface="Wingdings" panose="05000000000000000000" pitchFamily="2" charset="2"/>
                        <a:buChar char="§"/>
                      </a:pPr>
                      <a:r>
                        <a:rPr lang="en-US" sz="1000"/>
                        <a:t>Provides unified oversight and strategic direction for globally scoped People data</a:t>
                      </a:r>
                    </a:p>
                    <a:p>
                      <a:pPr marL="171450" indent="-171450">
                        <a:buFont typeface="Wingdings" panose="05000000000000000000" pitchFamily="2" charset="2"/>
                        <a:buChar char="§"/>
                      </a:pPr>
                      <a:r>
                        <a:rPr lang="en-US" sz="1000"/>
                        <a:t>Ensures compliance with evolving regulations through a structured, proactive approach. </a:t>
                      </a:r>
                    </a:p>
                    <a:p>
                      <a:pPr marL="171450" indent="-171450">
                        <a:buFont typeface="Wingdings" panose="05000000000000000000" pitchFamily="2" charset="2"/>
                        <a:buChar char="§"/>
                      </a:pPr>
                      <a:r>
                        <a:rPr lang="en-US" sz="1000"/>
                        <a:t>Facilitates cross-functional collaboration and transparency across People &amp; Culture, IT, Compliance, and Security. </a:t>
                      </a:r>
                    </a:p>
                  </a:txBody>
                  <a:tcP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u="sng" kern="1200">
                          <a:solidFill>
                            <a:schemeClr val="dk1"/>
                          </a:solidFill>
                          <a:latin typeface="+mn-lt"/>
                          <a:ea typeface="+mn-ea"/>
                          <a:cs typeface="+mn-cs"/>
                        </a:rPr>
                        <a:t>Disadvantages:</a:t>
                      </a:r>
                    </a:p>
                    <a:p>
                      <a:pPr marL="171450" indent="-171450">
                        <a:buFont typeface="Wingdings" panose="05000000000000000000" pitchFamily="2" charset="2"/>
                        <a:buChar char="§"/>
                      </a:pPr>
                      <a:r>
                        <a:rPr lang="en-US" sz="1000"/>
                        <a:t>Requires ongoing time commitment and resources for governance activities.</a:t>
                      </a:r>
                    </a:p>
                    <a:p>
                      <a:pPr marL="171450" indent="-171450">
                        <a:buFont typeface="Wingdings" panose="05000000000000000000" pitchFamily="2" charset="2"/>
                        <a:buChar char="§"/>
                      </a:pPr>
                      <a:r>
                        <a:rPr lang="en-US" sz="1000"/>
                        <a:t>Potential overlap with other governance structures (e.g., Digital initiatives), creating risk of redundancy. </a:t>
                      </a:r>
                    </a:p>
                    <a:p>
                      <a:pPr marL="171450" indent="-171450">
                        <a:buFont typeface="Wingdings" panose="05000000000000000000" pitchFamily="2" charset="2"/>
                        <a:buChar char="§"/>
                      </a:pPr>
                      <a:r>
                        <a:rPr lang="en-US" sz="1000"/>
                        <a:t>May slow decision-making if processes are overly formalized.</a:t>
                      </a:r>
                    </a:p>
                  </a:txBody>
                  <a:tcPr>
                    <a:solidFill>
                      <a:schemeClr val="bg1"/>
                    </a:solidFill>
                  </a:tcPr>
                </a:tc>
                <a:tc hMerge="1">
                  <a:txBody>
                    <a:bodyPr/>
                    <a:lstStyle/>
                    <a:p>
                      <a:endParaRPr lang="en-US"/>
                    </a:p>
                  </a:txBody>
                  <a:tcPr>
                    <a:solidFill>
                      <a:schemeClr val="bg1"/>
                    </a:solidFill>
                  </a:tcPr>
                </a:tc>
                <a:extLst>
                  <a:ext uri="{0D108BD9-81ED-4DB2-BD59-A6C34878D82A}">
                    <a16:rowId xmlns:a16="http://schemas.microsoft.com/office/drawing/2014/main" val="1416359212"/>
                  </a:ext>
                </a:extLst>
              </a:tr>
              <a:tr h="143256">
                <a:tc>
                  <a:txBody>
                    <a:bodyPr/>
                    <a:lstStyle/>
                    <a:p>
                      <a:pPr algn="ctr"/>
                      <a:r>
                        <a:rPr lang="en-US" sz="1200" b="1" kern="1200">
                          <a:solidFill>
                            <a:schemeClr val="tx1"/>
                          </a:solidFill>
                          <a:effectLst/>
                          <a:latin typeface="+mn-lt"/>
                          <a:ea typeface="+mn-ea"/>
                          <a:cs typeface="+mn-cs"/>
                        </a:rPr>
                        <a:t>Impact: Timeline</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mn-ea"/>
                          <a:cs typeface="+mn-cs"/>
                        </a:rPr>
                        <a:t>Impact: Budget</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mn-ea"/>
                          <a:cs typeface="+mn-cs"/>
                        </a:rPr>
                        <a:t>Impact: Resources</a:t>
                      </a:r>
                    </a:p>
                  </a:txBody>
                  <a:tcPr anchor="ctr">
                    <a:solidFill>
                      <a:schemeClr val="bg2">
                        <a:lumMod val="20000"/>
                        <a:lumOff val="80000"/>
                      </a:schemeClr>
                    </a:solidFill>
                  </a:tcPr>
                </a:tc>
                <a:extLst>
                  <a:ext uri="{0D108BD9-81ED-4DB2-BD59-A6C34878D82A}">
                    <a16:rowId xmlns:a16="http://schemas.microsoft.com/office/drawing/2014/main" val="3293827256"/>
                  </a:ext>
                </a:extLst>
              </a:tr>
              <a:tr h="370840">
                <a:tc>
                  <a:txBody>
                    <a:bodyPr/>
                    <a:lstStyle/>
                    <a:p>
                      <a:pPr algn="ctr"/>
                      <a:r>
                        <a:rPr lang="en-US" sz="1200"/>
                        <a:t>N/A</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N/A</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TBD</a:t>
                      </a:r>
                    </a:p>
                  </a:txBody>
                  <a:tcPr anchor="ctr">
                    <a:solidFill>
                      <a:schemeClr val="bg1"/>
                    </a:solidFill>
                  </a:tcPr>
                </a:tc>
                <a:extLst>
                  <a:ext uri="{0D108BD9-81ED-4DB2-BD59-A6C34878D82A}">
                    <a16:rowId xmlns:a16="http://schemas.microsoft.com/office/drawing/2014/main" val="828163422"/>
                  </a:ext>
                </a:extLst>
              </a:tr>
              <a:tr h="370840">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bg1"/>
                          </a:solidFill>
                          <a:effectLst/>
                          <a:latin typeface="+mn-lt"/>
                          <a:ea typeface="+mn-ea"/>
                          <a:cs typeface="+mn-cs"/>
                        </a:rPr>
                        <a:t>Solution Option #2: </a:t>
                      </a:r>
                      <a:r>
                        <a:rPr lang="en-US" sz="1200" b="1">
                          <a:solidFill>
                            <a:schemeClr val="bg1"/>
                          </a:solidFill>
                        </a:rPr>
                        <a:t>Do Not Create a Governance Board; Manage via Ad Hoc Engagement</a:t>
                      </a:r>
                      <a:endParaRPr lang="en-US" sz="1200" b="1" kern="1200">
                        <a:solidFill>
                          <a:schemeClr val="bg1"/>
                        </a:solidFill>
                        <a:effectLst/>
                        <a:latin typeface="+mn-lt"/>
                        <a:ea typeface="+mn-ea"/>
                        <a:cs typeface="+mn-cs"/>
                      </a:endParaRPr>
                    </a:p>
                  </a:txBody>
                  <a:tcPr anchor="ctr">
                    <a:solidFill>
                      <a:schemeClr val="accent1"/>
                    </a:solidFill>
                  </a:tcPr>
                </a:tc>
                <a:tc hMerge="1">
                  <a:txBody>
                    <a:bodyPr/>
                    <a:lstStyle/>
                    <a:p>
                      <a:endParaRPr lang="en-US"/>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kern="1200">
                        <a:solidFill>
                          <a:schemeClr val="lt1"/>
                        </a:solidFill>
                        <a:effectLst/>
                        <a:latin typeface="+mn-lt"/>
                        <a:ea typeface="+mn-ea"/>
                        <a:cs typeface="+mn-cs"/>
                      </a:endParaRPr>
                    </a:p>
                  </a:txBody>
                  <a:tcPr anchor="ctr">
                    <a:solidFill>
                      <a:schemeClr val="accent1"/>
                    </a:solidFill>
                  </a:tcPr>
                </a:tc>
                <a:extLst>
                  <a:ext uri="{0D108BD9-81ED-4DB2-BD59-A6C34878D82A}">
                    <a16:rowId xmlns:a16="http://schemas.microsoft.com/office/drawing/2014/main" val="833279552"/>
                  </a:ext>
                </a:extLst>
              </a:tr>
              <a:tr h="370840">
                <a:tc>
                  <a:txBody>
                    <a:bodyPr/>
                    <a:lstStyle/>
                    <a:p>
                      <a:r>
                        <a:rPr lang="en-US" sz="1000" u="sng" kern="1200">
                          <a:solidFill>
                            <a:schemeClr val="dk1"/>
                          </a:solidFill>
                          <a:latin typeface="+mn-lt"/>
                          <a:ea typeface="+mn-ea"/>
                          <a:cs typeface="+mn-cs"/>
                        </a:rPr>
                        <a:t>Advantages:</a:t>
                      </a:r>
                    </a:p>
                    <a:p>
                      <a:pPr marL="171450" indent="-171450">
                        <a:buFont typeface="Wingdings" panose="05000000000000000000" pitchFamily="2" charset="2"/>
                        <a:buChar char="§"/>
                      </a:pPr>
                      <a:r>
                        <a:rPr lang="en-US" sz="1000"/>
                        <a:t>No additional governance structure or resource investment required. </a:t>
                      </a:r>
                    </a:p>
                    <a:p>
                      <a:pPr marL="171450" indent="-171450">
                        <a:buFont typeface="Wingdings" panose="05000000000000000000" pitchFamily="2" charset="2"/>
                        <a:buChar char="§"/>
                      </a:pPr>
                      <a:r>
                        <a:rPr lang="en-US" sz="1000"/>
                        <a:t>Faster, informal decision-making for urgent issues. </a:t>
                      </a:r>
                    </a:p>
                    <a:p>
                      <a:pPr marL="171450" indent="-171450">
                        <a:buFont typeface="Wingdings" panose="05000000000000000000" pitchFamily="2" charset="2"/>
                        <a:buChar char="§"/>
                      </a:pPr>
                      <a:r>
                        <a:rPr lang="en-US" sz="1000"/>
                        <a:t>Flexibility to involve only relevant stakeholders as needed.</a:t>
                      </a:r>
                      <a:endParaRPr lang="en-US" sz="1000" u="none" kern="1200">
                        <a:solidFill>
                          <a:schemeClr val="dk1"/>
                        </a:solidFill>
                        <a:latin typeface="+mn-lt"/>
                        <a:ea typeface="+mn-ea"/>
                        <a:cs typeface="+mn-cs"/>
                      </a:endParaRPr>
                    </a:p>
                  </a:txBody>
                  <a:tcPr>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u="sng" kern="1200">
                          <a:solidFill>
                            <a:schemeClr val="dk1"/>
                          </a:solidFill>
                          <a:latin typeface="+mn-lt"/>
                          <a:ea typeface="+mn-ea"/>
                          <a:cs typeface="+mn-cs"/>
                        </a:rPr>
                        <a:t>Disadvantages: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000"/>
                        <a:t>Fragmented approach increases risk of non-compliance and inconsistent decisions.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000"/>
                        <a:t>Limited visibility and accountability for global People data management.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000"/>
                        <a:t>Reactive rather than proactive, making it harder to keep pace with regulatory changes.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000"/>
                        <a:t>Decisions may conflict with enterprise solutions or create downstream impacts without coordination.</a:t>
                      </a:r>
                      <a:endParaRPr lang="en-US" sz="1000" u="none" kern="1200">
                        <a:solidFill>
                          <a:schemeClr val="dk1"/>
                        </a:solidFill>
                        <a:latin typeface="+mn-lt"/>
                        <a:ea typeface="+mn-ea"/>
                        <a:cs typeface="+mn-cs"/>
                      </a:endParaRPr>
                    </a:p>
                  </a:txBody>
                  <a:tcPr>
                    <a:solidFill>
                      <a:schemeClr val="bg1"/>
                    </a:solidFill>
                  </a:tcPr>
                </a:tc>
                <a:tc hMerge="1">
                  <a:txBody>
                    <a:bodyPr/>
                    <a:lstStyle/>
                    <a:p>
                      <a:endParaRPr lang="en-US"/>
                    </a:p>
                  </a:txBody>
                  <a:tcPr>
                    <a:solidFill>
                      <a:schemeClr val="bg1"/>
                    </a:solidFill>
                  </a:tcPr>
                </a:tc>
                <a:extLst>
                  <a:ext uri="{0D108BD9-81ED-4DB2-BD59-A6C34878D82A}">
                    <a16:rowId xmlns:a16="http://schemas.microsoft.com/office/drawing/2014/main" val="532874638"/>
                  </a:ext>
                </a:extLst>
              </a:tr>
              <a:tr h="370840">
                <a:tc>
                  <a:txBody>
                    <a:bodyPr/>
                    <a:lstStyle/>
                    <a:p>
                      <a:pPr algn="ctr"/>
                      <a:r>
                        <a:rPr lang="en-US" sz="1200" b="1" kern="1200">
                          <a:solidFill>
                            <a:schemeClr val="tx1"/>
                          </a:solidFill>
                          <a:effectLst/>
                          <a:latin typeface="+mn-lt"/>
                          <a:ea typeface="+mn-ea"/>
                          <a:cs typeface="+mn-cs"/>
                        </a:rPr>
                        <a:t>Impact: Timeline</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mn-ea"/>
                          <a:cs typeface="+mn-cs"/>
                        </a:rPr>
                        <a:t>Impact: Budget</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mn-ea"/>
                          <a:cs typeface="+mn-cs"/>
                        </a:rPr>
                        <a:t>Impact: Resources</a:t>
                      </a:r>
                    </a:p>
                  </a:txBody>
                  <a:tcPr anchor="ctr">
                    <a:solidFill>
                      <a:schemeClr val="bg2">
                        <a:lumMod val="20000"/>
                        <a:lumOff val="80000"/>
                      </a:schemeClr>
                    </a:solidFill>
                  </a:tcPr>
                </a:tc>
                <a:extLst>
                  <a:ext uri="{0D108BD9-81ED-4DB2-BD59-A6C34878D82A}">
                    <a16:rowId xmlns:a16="http://schemas.microsoft.com/office/drawing/2014/main" val="2493318811"/>
                  </a:ext>
                </a:extLst>
              </a:tr>
              <a:tr h="370840">
                <a:tc>
                  <a:txBody>
                    <a:bodyPr/>
                    <a:lstStyle/>
                    <a:p>
                      <a:pPr algn="ctr"/>
                      <a:r>
                        <a:rPr lang="en-US" sz="1200"/>
                        <a:t>N/A</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N/A</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TBD</a:t>
                      </a:r>
                    </a:p>
                  </a:txBody>
                  <a:tcPr anchor="ctr">
                    <a:solidFill>
                      <a:schemeClr val="bg1"/>
                    </a:solidFill>
                  </a:tcPr>
                </a:tc>
                <a:extLst>
                  <a:ext uri="{0D108BD9-81ED-4DB2-BD59-A6C34878D82A}">
                    <a16:rowId xmlns:a16="http://schemas.microsoft.com/office/drawing/2014/main" val="2791456911"/>
                  </a:ext>
                </a:extLst>
              </a:tr>
            </a:tbl>
          </a:graphicData>
        </a:graphic>
      </p:graphicFrame>
      <p:sp>
        <p:nvSpPr>
          <p:cNvPr id="2" name="Rectangle 1">
            <a:extLst>
              <a:ext uri="{FF2B5EF4-FFF2-40B4-BE49-F238E27FC236}">
                <a16:creationId xmlns:a16="http://schemas.microsoft.com/office/drawing/2014/main" id="{25343BBE-8EB3-87C9-DB21-83008AEF542C}"/>
              </a:ext>
            </a:extLst>
          </p:cNvPr>
          <p:cNvSpPr/>
          <p:nvPr/>
        </p:nvSpPr>
        <p:spPr>
          <a:xfrm>
            <a:off x="157316" y="2211858"/>
            <a:ext cx="11793892" cy="1888194"/>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2A08D9A-0818-E4FC-1110-E4F1121A9535}"/>
              </a:ext>
            </a:extLst>
          </p:cNvPr>
          <p:cNvSpPr txBox="1"/>
          <p:nvPr/>
        </p:nvSpPr>
        <p:spPr>
          <a:xfrm rot="16200000">
            <a:off x="-566584" y="2887318"/>
            <a:ext cx="1720252" cy="369332"/>
          </a:xfrm>
          <a:prstGeom prst="rect">
            <a:avLst/>
          </a:prstGeom>
          <a:noFill/>
        </p:spPr>
        <p:txBody>
          <a:bodyPr wrap="square" rtlCol="0">
            <a:spAutoFit/>
          </a:bodyPr>
          <a:lstStyle/>
          <a:p>
            <a:r>
              <a:rPr lang="en-US"/>
              <a:t>RECOMMEND</a:t>
            </a:r>
          </a:p>
        </p:txBody>
      </p:sp>
      <p:sp>
        <p:nvSpPr>
          <p:cNvPr id="9" name="Star: 5 Points 8">
            <a:extLst>
              <a:ext uri="{FF2B5EF4-FFF2-40B4-BE49-F238E27FC236}">
                <a16:creationId xmlns:a16="http://schemas.microsoft.com/office/drawing/2014/main" id="{4AABDCCD-CBB7-82F5-FB0E-FBCF7A621F1F}"/>
              </a:ext>
            </a:extLst>
          </p:cNvPr>
          <p:cNvSpPr/>
          <p:nvPr/>
        </p:nvSpPr>
        <p:spPr>
          <a:xfrm>
            <a:off x="10740711" y="2131497"/>
            <a:ext cx="863029" cy="823588"/>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9166FF0-EF0A-CECC-581D-70E816DCDEC8}"/>
              </a:ext>
            </a:extLst>
          </p:cNvPr>
          <p:cNvSpPr txBox="1"/>
          <p:nvPr/>
        </p:nvSpPr>
        <p:spPr>
          <a:xfrm>
            <a:off x="6368452" y="710329"/>
            <a:ext cx="6216839" cy="338554"/>
          </a:xfrm>
          <a:prstGeom prst="rect">
            <a:avLst/>
          </a:prstGeom>
          <a:noFill/>
        </p:spPr>
        <p:txBody>
          <a:bodyPr wrap="square" rtlCol="0">
            <a:spAutoFit/>
          </a:bodyPr>
          <a:lstStyle/>
          <a:p>
            <a:pPr algn="ctr"/>
            <a:r>
              <a:rPr lang="en-US" sz="1600" i="1">
                <a:hlinkClick r:id="rId3"/>
              </a:rPr>
              <a:t>Detailed Decision Document with rationale</a:t>
            </a:r>
            <a:endParaRPr lang="en-US" sz="1600" i="1"/>
          </a:p>
        </p:txBody>
      </p:sp>
    </p:spTree>
    <p:extLst>
      <p:ext uri="{BB962C8B-B14F-4D97-AF65-F5344CB8AC3E}">
        <p14:creationId xmlns:p14="http://schemas.microsoft.com/office/powerpoint/2010/main" val="1569334758"/>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Global brand_Associate template">
  <a:themeElements>
    <a:clrScheme name="Lockton Global Brand Colors">
      <a:dk1>
        <a:srgbClr val="000000"/>
      </a:dk1>
      <a:lt1>
        <a:srgbClr val="FFFFFF"/>
      </a:lt1>
      <a:dk2>
        <a:srgbClr val="5B6770"/>
      </a:dk2>
      <a:lt2>
        <a:srgbClr val="A2AAAD"/>
      </a:lt2>
      <a:accent1>
        <a:srgbClr val="00AEEF"/>
      </a:accent1>
      <a:accent2>
        <a:srgbClr val="EF5399"/>
      </a:accent2>
      <a:accent3>
        <a:srgbClr val="00AE5E"/>
      </a:accent3>
      <a:accent4>
        <a:srgbClr val="FFD534"/>
      </a:accent4>
      <a:accent5>
        <a:srgbClr val="F68A33"/>
      </a:accent5>
      <a:accent6>
        <a:srgbClr val="CB333B"/>
      </a:accent6>
      <a:hlink>
        <a:srgbClr val="000000"/>
      </a:hlink>
      <a:folHlink>
        <a:srgbClr val="3F3F3F"/>
      </a:folHlink>
    </a:clrScheme>
    <a:fontScheme name="Lockton Print Safe">
      <a:majorFont>
        <a:latin typeface="Garamon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efault template" id="{9183B3CC-D1D4-4826-AA6A-21194963B743}" vid="{2514BDE9-746E-4611-B088-FAA3EB368F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AE4C36C4E7124E9B6B5005FAF66137" ma:contentTypeVersion="3" ma:contentTypeDescription="Create a new document." ma:contentTypeScope="" ma:versionID="c0eb0c1ef1ed6079fcedf843f71c8f39">
  <xsd:schema xmlns:xsd="http://www.w3.org/2001/XMLSchema" xmlns:xs="http://www.w3.org/2001/XMLSchema" xmlns:p="http://schemas.microsoft.com/office/2006/metadata/properties" xmlns:ns2="7d14e113-8544-4f34-9af9-b27eb12b9321" targetNamespace="http://schemas.microsoft.com/office/2006/metadata/properties" ma:root="true" ma:fieldsID="547f52f527b281953e6c1d4d154e398c" ns2:_="">
    <xsd:import namespace="7d14e113-8544-4f34-9af9-b27eb12b932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d14e113-8544-4f34-9af9-b27eb12b93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9D989BF-A6BB-41E6-B6BF-8BAB5CCD7A6B}">
  <ds:schemaRefs>
    <ds:schemaRef ds:uri="http://schemas.microsoft.com/sharepoint/v3/contenttype/forms"/>
  </ds:schemaRefs>
</ds:datastoreItem>
</file>

<file path=customXml/itemProps2.xml><?xml version="1.0" encoding="utf-8"?>
<ds:datastoreItem xmlns:ds="http://schemas.openxmlformats.org/officeDocument/2006/customXml" ds:itemID="{201F2503-BBB5-41C6-A107-4F9900330449}">
  <ds:schemaRefs>
    <ds:schemaRef ds:uri="7d14e113-8544-4f34-9af9-b27eb12b932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22B2962-EB94-4858-8CA8-543AF4D73680}">
  <ds:schemaRefs>
    <ds:schemaRef ds:uri="http://schemas.microsoft.com/office/2006/documentManagement/types"/>
    <ds:schemaRef ds:uri="7d14e113-8544-4f34-9af9-b27eb12b9321"/>
    <ds:schemaRef ds:uri="http://purl.org/dc/elements/1.1/"/>
    <ds:schemaRef ds:uri="http://purl.org/dc/dcmitype/"/>
    <ds:schemaRef ds:uri="http://purl.org/dc/terms/"/>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otalTime>281</TotalTime>
  <Words>5335</Words>
  <Application>Microsoft Office PowerPoint</Application>
  <PresentationFormat>Widescreen</PresentationFormat>
  <Paragraphs>731</Paragraphs>
  <Slides>22</Slides>
  <Notes>13</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22</vt:i4>
      </vt:variant>
    </vt:vector>
  </HeadingPairs>
  <TitlesOfParts>
    <vt:vector size="37" baseType="lpstr">
      <vt:lpstr>Aptos</vt:lpstr>
      <vt:lpstr>Arial</vt:lpstr>
      <vt:lpstr>Calibri</vt:lpstr>
      <vt:lpstr>Calibri Light</vt:lpstr>
      <vt:lpstr>EB Garamond</vt:lpstr>
      <vt:lpstr>Garamond</vt:lpstr>
      <vt:lpstr>Georgia</vt:lpstr>
      <vt:lpstr>Helvetica Neue Medium</vt:lpstr>
      <vt:lpstr>Noto Serif Tamil Light</vt:lpstr>
      <vt:lpstr>Open Sans</vt:lpstr>
      <vt:lpstr>Segoe UI</vt:lpstr>
      <vt:lpstr>Symbol</vt:lpstr>
      <vt:lpstr>Wingdings</vt:lpstr>
      <vt:lpstr>Wingdings 2</vt:lpstr>
      <vt:lpstr>Global brand_Associate template</vt:lpstr>
      <vt:lpstr>Human Insights Value Engine (HIVE) Steering Committee</vt:lpstr>
      <vt:lpstr>Objectives and Agenda</vt:lpstr>
      <vt:lpstr>Steering Committee Terms of Reference</vt:lpstr>
      <vt:lpstr>Status Update: HIVE Data Hub Prepared by: Kristen Beatty Date: December 17, 2025    </vt:lpstr>
      <vt:lpstr>Due Diligence Process We Followed</vt:lpstr>
      <vt:lpstr>PowerPoint Presentation</vt:lpstr>
      <vt:lpstr>Current Estimated Project Costs</vt:lpstr>
      <vt:lpstr>High level proposed implementation timeline (MVP)*</vt:lpstr>
      <vt:lpstr>Global People Data Governance Board</vt:lpstr>
      <vt:lpstr>Risks and Issues Prepared by: Kristen Beatty Date: December 17, 2025    </vt:lpstr>
      <vt:lpstr>Risks and Issues Prepared by: Kristen Beatty Date: December 17, 2025    </vt:lpstr>
      <vt:lpstr>Recap</vt:lpstr>
      <vt:lpstr>Appendix</vt:lpstr>
      <vt:lpstr>Risks and Issues - Closed Prepared by: Kristen Beatty Date: December 17, 2025    </vt:lpstr>
      <vt:lpstr>HIVE Microsoft-based Ecosystem</vt:lpstr>
      <vt:lpstr>Updated Proposed Product Approach after Due Diligence – Scope by Phase</vt:lpstr>
      <vt:lpstr>KEY DECISION: Data Fields Regulatory</vt:lpstr>
      <vt:lpstr>KEY DECISION: Hosting Location</vt:lpstr>
      <vt:lpstr>KEY DECISION: Environment needs </vt:lpstr>
      <vt:lpstr>KEY DECISION: Security Approach</vt:lpstr>
      <vt:lpstr>KEY DECISION: Latency</vt:lpstr>
      <vt:lpstr>KEY DECISION: Governance Board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Shaw, Jamie</dc:creator>
  <cp:lastModifiedBy>Beatty, Kristen</cp:lastModifiedBy>
  <cp:revision>1</cp:revision>
  <dcterms:created xsi:type="dcterms:W3CDTF">2025-05-05T13:34:53Z</dcterms:created>
  <dcterms:modified xsi:type="dcterms:W3CDTF">2025-12-16T22:57:53Z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0x01010070AE4C36C4E7124E9B6B5005FAF66137</vt:lpwstr>
  </property>
</Properties>
</file>